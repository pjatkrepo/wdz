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42"/>
  </p:notesMasterIdLst>
  <p:handoutMasterIdLst>
    <p:handoutMasterId r:id="rId43"/>
  </p:handoutMasterIdLst>
  <p:sldIdLst>
    <p:sldId id="256" r:id="rId5"/>
    <p:sldId id="258" r:id="rId6"/>
    <p:sldId id="302" r:id="rId7"/>
    <p:sldId id="301" r:id="rId8"/>
    <p:sldId id="334" r:id="rId9"/>
    <p:sldId id="306" r:id="rId10"/>
    <p:sldId id="307" r:id="rId11"/>
    <p:sldId id="308" r:id="rId12"/>
    <p:sldId id="310" r:id="rId13"/>
    <p:sldId id="335" r:id="rId14"/>
    <p:sldId id="336" r:id="rId15"/>
    <p:sldId id="311" r:id="rId16"/>
    <p:sldId id="312" r:id="rId17"/>
    <p:sldId id="313" r:id="rId18"/>
    <p:sldId id="314" r:id="rId19"/>
    <p:sldId id="337" r:id="rId20"/>
    <p:sldId id="317" r:id="rId21"/>
    <p:sldId id="316" r:id="rId22"/>
    <p:sldId id="338" r:id="rId23"/>
    <p:sldId id="318" r:id="rId24"/>
    <p:sldId id="319" r:id="rId25"/>
    <p:sldId id="320" r:id="rId26"/>
    <p:sldId id="321" r:id="rId27"/>
    <p:sldId id="322" r:id="rId28"/>
    <p:sldId id="323" r:id="rId29"/>
    <p:sldId id="324" r:id="rId30"/>
    <p:sldId id="325" r:id="rId31"/>
    <p:sldId id="326" r:id="rId32"/>
    <p:sldId id="327" r:id="rId33"/>
    <p:sldId id="333" r:id="rId34"/>
    <p:sldId id="328" r:id="rId35"/>
    <p:sldId id="329" r:id="rId36"/>
    <p:sldId id="330" r:id="rId37"/>
    <p:sldId id="331" r:id="rId38"/>
    <p:sldId id="339" r:id="rId39"/>
    <p:sldId id="332" r:id="rId40"/>
    <p:sldId id="268" r:id="rId41"/>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5934"/>
  </p:normalViewPr>
  <p:slideViewPr>
    <p:cSldViewPr snapToGrid="0">
      <p:cViewPr varScale="1">
        <p:scale>
          <a:sx n="111" d="100"/>
          <a:sy n="111" d="100"/>
        </p:scale>
        <p:origin x="594" y="9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687369-1933-400D-80D9-DEEC298E8112}" type="doc">
      <dgm:prSet loTypeId="urn:microsoft.com/office/officeart/2005/8/layout/hierarchy4" loCatId="list" qsTypeId="urn:microsoft.com/office/officeart/2005/8/quickstyle/3d3" qsCatId="3D" csTypeId="urn:microsoft.com/office/officeart/2005/8/colors/accent1_2" csCatId="accent1" phldr="1"/>
      <dgm:spPr/>
      <dgm:t>
        <a:bodyPr/>
        <a:lstStyle/>
        <a:p>
          <a:endParaRPr lang="pl-PL"/>
        </a:p>
      </dgm:t>
    </dgm:pt>
    <dgm:pt modelId="{21427910-B071-4AAB-A280-6F3F80EE5E8B}">
      <dgm:prSet phldrT="[Tekst]" custT="1"/>
      <dgm:spPr>
        <a:solidFill>
          <a:schemeClr val="bg2">
            <a:lumMod val="75000"/>
          </a:schemeClr>
        </a:solidFill>
      </dgm:spPr>
      <dgm:t>
        <a:bodyPr/>
        <a:lstStyle/>
        <a:p>
          <a:pPr>
            <a:buClr>
              <a:srgbClr val="663300"/>
            </a:buClr>
            <a:buFont typeface="+mj-lt"/>
            <a:buAutoNum type="arabicPeriod"/>
          </a:pPr>
          <a:r>
            <a:rPr lang="en-US" sz="1600" dirty="0">
              <a:solidFill>
                <a:srgbClr val="663300"/>
              </a:solidFill>
              <a:latin typeface="Tenorite" panose="00000500000000000000" pitchFamily="2" charset="0"/>
            </a:rPr>
            <a:t>Team or area leader</a:t>
          </a:r>
          <a:endParaRPr lang="pl-PL" sz="1600" dirty="0">
            <a:solidFill>
              <a:srgbClr val="663300"/>
            </a:solidFill>
          </a:endParaRPr>
        </a:p>
      </dgm:t>
    </dgm:pt>
    <dgm:pt modelId="{56371F7D-80CC-409E-A439-34CF62827F35}" type="parTrans" cxnId="{770AF375-FE25-4746-8D6A-E9D3B48AF720}">
      <dgm:prSet/>
      <dgm:spPr/>
      <dgm:t>
        <a:bodyPr/>
        <a:lstStyle/>
        <a:p>
          <a:endParaRPr lang="pl-PL"/>
        </a:p>
      </dgm:t>
    </dgm:pt>
    <dgm:pt modelId="{F5AD11A2-FF06-456D-A782-D6A96249BBCA}" type="sibTrans" cxnId="{770AF375-FE25-4746-8D6A-E9D3B48AF720}">
      <dgm:prSet/>
      <dgm:spPr/>
      <dgm:t>
        <a:bodyPr/>
        <a:lstStyle/>
        <a:p>
          <a:endParaRPr lang="pl-PL"/>
        </a:p>
      </dgm:t>
    </dgm:pt>
    <dgm:pt modelId="{6FCD14AB-EC0C-4627-92FF-7CC061E9BC9F}">
      <dgm:prSet phldrT="[Tekst]" custT="1"/>
      <dgm:spPr>
        <a:solidFill>
          <a:schemeClr val="bg2">
            <a:lumMod val="75000"/>
          </a:schemeClr>
        </a:solidFill>
      </dgm:spPr>
      <dgm:t>
        <a:bodyPr/>
        <a:lstStyle/>
        <a:p>
          <a:pPr>
            <a:buClr>
              <a:srgbClr val="663300"/>
            </a:buClr>
            <a:buFont typeface="+mj-lt"/>
            <a:buAutoNum type="arabicPeriod"/>
          </a:pPr>
          <a:r>
            <a:rPr lang="en-US" sz="1600" dirty="0">
              <a:solidFill>
                <a:srgbClr val="663300"/>
              </a:solidFill>
              <a:latin typeface="Tenorite" panose="00000500000000000000" pitchFamily="2" charset="0"/>
            </a:rPr>
            <a:t>Front-line supervisor</a:t>
          </a:r>
          <a:endParaRPr lang="pl-PL" sz="1600" dirty="0">
            <a:solidFill>
              <a:srgbClr val="663300"/>
            </a:solidFill>
          </a:endParaRPr>
        </a:p>
      </dgm:t>
    </dgm:pt>
    <dgm:pt modelId="{E54B5236-F52C-4AE8-9672-BD7B4FBFBD75}" type="parTrans" cxnId="{02DB9C9F-B4A0-4FD0-965E-0AD03E2548DD}">
      <dgm:prSet/>
      <dgm:spPr/>
      <dgm:t>
        <a:bodyPr/>
        <a:lstStyle/>
        <a:p>
          <a:endParaRPr lang="pl-PL"/>
        </a:p>
      </dgm:t>
    </dgm:pt>
    <dgm:pt modelId="{23B3089D-E8EC-489E-8CF3-1209173E4440}" type="sibTrans" cxnId="{02DB9C9F-B4A0-4FD0-965E-0AD03E2548DD}">
      <dgm:prSet/>
      <dgm:spPr/>
      <dgm:t>
        <a:bodyPr/>
        <a:lstStyle/>
        <a:p>
          <a:endParaRPr lang="pl-PL"/>
        </a:p>
      </dgm:t>
    </dgm:pt>
    <dgm:pt modelId="{81B3C350-9B87-4192-962D-40C12CE7F387}">
      <dgm:prSet phldrT="[Tekst]" custT="1"/>
      <dgm:spPr>
        <a:solidFill>
          <a:schemeClr val="bg2">
            <a:lumMod val="75000"/>
          </a:schemeClr>
        </a:solidFill>
      </dgm:spPr>
      <dgm:t>
        <a:bodyPr/>
        <a:lstStyle/>
        <a:p>
          <a:pPr>
            <a:buClr>
              <a:srgbClr val="663300"/>
            </a:buClr>
            <a:buFont typeface="+mj-lt"/>
            <a:buAutoNum type="arabicPeriod"/>
          </a:pPr>
          <a:r>
            <a:rPr lang="en-US" sz="1600" dirty="0">
              <a:solidFill>
                <a:srgbClr val="663300"/>
              </a:solidFill>
              <a:latin typeface="Tenorite" panose="00000500000000000000" pitchFamily="2" charset="0"/>
            </a:rPr>
            <a:t>Mid-level manager</a:t>
          </a:r>
          <a:endParaRPr lang="pl-PL" sz="1600" dirty="0">
            <a:solidFill>
              <a:srgbClr val="663300"/>
            </a:solidFill>
          </a:endParaRPr>
        </a:p>
      </dgm:t>
    </dgm:pt>
    <dgm:pt modelId="{A2F040F8-5428-4CC6-9764-EECF8D220411}" type="parTrans" cxnId="{35CC80C6-E8B0-4C4F-91FE-65E426EBE804}">
      <dgm:prSet/>
      <dgm:spPr/>
      <dgm:t>
        <a:bodyPr/>
        <a:lstStyle/>
        <a:p>
          <a:endParaRPr lang="pl-PL"/>
        </a:p>
      </dgm:t>
    </dgm:pt>
    <dgm:pt modelId="{E372BF04-8662-4D0A-83E6-F98F816A9B87}" type="sibTrans" cxnId="{35CC80C6-E8B0-4C4F-91FE-65E426EBE804}">
      <dgm:prSet/>
      <dgm:spPr/>
      <dgm:t>
        <a:bodyPr/>
        <a:lstStyle/>
        <a:p>
          <a:endParaRPr lang="pl-PL"/>
        </a:p>
      </dgm:t>
    </dgm:pt>
    <dgm:pt modelId="{4B753CF0-400A-43AC-A9AC-9262CC263AE3}">
      <dgm:prSet phldrT="[Tekst]" custT="1"/>
      <dgm:spPr>
        <a:solidFill>
          <a:schemeClr val="bg2">
            <a:lumMod val="75000"/>
          </a:schemeClr>
        </a:solidFill>
      </dgm:spPr>
      <dgm:t>
        <a:bodyPr/>
        <a:lstStyle/>
        <a:p>
          <a:pPr>
            <a:buClr>
              <a:srgbClr val="663300"/>
            </a:buClr>
            <a:buFont typeface="+mj-lt"/>
            <a:buAutoNum type="arabicPeriod"/>
          </a:pPr>
          <a:r>
            <a:rPr lang="en-US" sz="1600" dirty="0">
              <a:solidFill>
                <a:srgbClr val="663300"/>
              </a:solidFill>
              <a:latin typeface="Tenorite" panose="00000500000000000000" pitchFamily="2" charset="0"/>
            </a:rPr>
            <a:t>Departm</a:t>
          </a:r>
          <a:r>
            <a:rPr lang="pl-PL" sz="1600" dirty="0">
              <a:solidFill>
                <a:srgbClr val="663300"/>
              </a:solidFill>
              <a:latin typeface="Tenorite" panose="00000500000000000000" pitchFamily="2" charset="0"/>
            </a:rPr>
            <a:t>e</a:t>
          </a:r>
          <a:r>
            <a:rPr lang="en-US" sz="1600" dirty="0">
              <a:solidFill>
                <a:srgbClr val="663300"/>
              </a:solidFill>
              <a:latin typeface="Tenorite" panose="00000500000000000000" pitchFamily="2" charset="0"/>
            </a:rPr>
            <a:t>nt head</a:t>
          </a:r>
          <a:endParaRPr lang="pl-PL" sz="1600" dirty="0">
            <a:solidFill>
              <a:srgbClr val="663300"/>
            </a:solidFill>
            <a:latin typeface="Tenorite" panose="00000500000000000000" pitchFamily="2" charset="0"/>
          </a:endParaRPr>
        </a:p>
      </dgm:t>
    </dgm:pt>
    <dgm:pt modelId="{B113CD1C-AE09-4F89-9910-08000E6199C5}" type="parTrans" cxnId="{30CBC973-E9C3-4973-925F-2C966E2EC4D5}">
      <dgm:prSet/>
      <dgm:spPr/>
      <dgm:t>
        <a:bodyPr/>
        <a:lstStyle/>
        <a:p>
          <a:endParaRPr lang="pl-PL"/>
        </a:p>
      </dgm:t>
    </dgm:pt>
    <dgm:pt modelId="{8FD4C205-0BD7-442D-8C8C-33D7C29A4802}" type="sibTrans" cxnId="{30CBC973-E9C3-4973-925F-2C966E2EC4D5}">
      <dgm:prSet/>
      <dgm:spPr/>
      <dgm:t>
        <a:bodyPr/>
        <a:lstStyle/>
        <a:p>
          <a:endParaRPr lang="pl-PL"/>
        </a:p>
      </dgm:t>
    </dgm:pt>
    <dgm:pt modelId="{BC4B82CA-BF70-4600-B531-2E031158C84A}">
      <dgm:prSet phldrT="[Tekst]" custT="1"/>
      <dgm:spPr>
        <a:solidFill>
          <a:schemeClr val="bg2">
            <a:lumMod val="75000"/>
          </a:schemeClr>
        </a:solidFill>
      </dgm:spPr>
      <dgm:t>
        <a:bodyPr/>
        <a:lstStyle/>
        <a:p>
          <a:pPr>
            <a:buClr>
              <a:srgbClr val="663300"/>
            </a:buClr>
            <a:buFont typeface="+mj-lt"/>
            <a:buAutoNum type="arabicPeriod"/>
          </a:pPr>
          <a:r>
            <a:rPr lang="en-US" sz="1600" dirty="0">
              <a:solidFill>
                <a:srgbClr val="663300"/>
              </a:solidFill>
              <a:latin typeface="Tenorite" panose="00000500000000000000" pitchFamily="2" charset="0"/>
            </a:rPr>
            <a:t>Vice-President</a:t>
          </a:r>
          <a:endParaRPr lang="pl-PL" sz="1600" dirty="0">
            <a:solidFill>
              <a:srgbClr val="663300"/>
            </a:solidFill>
            <a:latin typeface="Tenorite" panose="00000500000000000000" pitchFamily="2" charset="0"/>
          </a:endParaRPr>
        </a:p>
      </dgm:t>
    </dgm:pt>
    <dgm:pt modelId="{230F8DC7-05A2-49B9-92E3-A3AB3C50916C}" type="parTrans" cxnId="{F55BE1DE-A72A-4958-979F-369BE63E5DC4}">
      <dgm:prSet/>
      <dgm:spPr/>
      <dgm:t>
        <a:bodyPr/>
        <a:lstStyle/>
        <a:p>
          <a:endParaRPr lang="pl-PL"/>
        </a:p>
      </dgm:t>
    </dgm:pt>
    <dgm:pt modelId="{5548CFA5-FDA7-46DC-90DF-4C388E34CB67}" type="sibTrans" cxnId="{F55BE1DE-A72A-4958-979F-369BE63E5DC4}">
      <dgm:prSet/>
      <dgm:spPr/>
      <dgm:t>
        <a:bodyPr/>
        <a:lstStyle/>
        <a:p>
          <a:endParaRPr lang="pl-PL"/>
        </a:p>
      </dgm:t>
    </dgm:pt>
    <dgm:pt modelId="{8935619D-80FC-49AF-953C-A0A3EF0817DA}">
      <dgm:prSet phldrT="[Tekst]" custT="1"/>
      <dgm:spPr>
        <a:solidFill>
          <a:schemeClr val="bg2">
            <a:lumMod val="75000"/>
          </a:schemeClr>
        </a:solidFill>
      </dgm:spPr>
      <dgm:t>
        <a:bodyPr/>
        <a:lstStyle/>
        <a:p>
          <a:pPr>
            <a:buClr>
              <a:srgbClr val="663300"/>
            </a:buClr>
            <a:buFont typeface="+mj-lt"/>
            <a:buAutoNum type="arabicPeriod"/>
          </a:pPr>
          <a:r>
            <a:rPr lang="en-US" sz="1600" dirty="0">
              <a:solidFill>
                <a:srgbClr val="663300"/>
              </a:solidFill>
              <a:latin typeface="Tenorite" panose="00000500000000000000" pitchFamily="2" charset="0"/>
            </a:rPr>
            <a:t>Officer, Chief Officer</a:t>
          </a:r>
          <a:endParaRPr lang="pl-PL" sz="1600" dirty="0">
            <a:solidFill>
              <a:srgbClr val="663300"/>
            </a:solidFill>
            <a:latin typeface="Tenorite" panose="00000500000000000000" pitchFamily="2" charset="0"/>
          </a:endParaRPr>
        </a:p>
      </dgm:t>
    </dgm:pt>
    <dgm:pt modelId="{CEC72A76-2E80-4223-AB91-8EDC6CC3F35C}" type="parTrans" cxnId="{1FE610E8-2B2D-4079-8C6A-80CAFB4C0A61}">
      <dgm:prSet/>
      <dgm:spPr/>
      <dgm:t>
        <a:bodyPr/>
        <a:lstStyle/>
        <a:p>
          <a:endParaRPr lang="pl-PL"/>
        </a:p>
      </dgm:t>
    </dgm:pt>
    <dgm:pt modelId="{62369C25-F235-4495-ADD8-D5A6C0BFAF78}" type="sibTrans" cxnId="{1FE610E8-2B2D-4079-8C6A-80CAFB4C0A61}">
      <dgm:prSet/>
      <dgm:spPr/>
      <dgm:t>
        <a:bodyPr/>
        <a:lstStyle/>
        <a:p>
          <a:endParaRPr lang="pl-PL"/>
        </a:p>
      </dgm:t>
    </dgm:pt>
    <dgm:pt modelId="{1D96FE27-CEBF-44D1-AB02-CF2A1CD51381}" type="pres">
      <dgm:prSet presAssocID="{64687369-1933-400D-80D9-DEEC298E8112}" presName="Name0" presStyleCnt="0">
        <dgm:presLayoutVars>
          <dgm:chPref val="1"/>
          <dgm:dir/>
          <dgm:animOne val="branch"/>
          <dgm:animLvl val="lvl"/>
          <dgm:resizeHandles/>
        </dgm:presLayoutVars>
      </dgm:prSet>
      <dgm:spPr/>
    </dgm:pt>
    <dgm:pt modelId="{790CCB7C-523A-4022-8676-B9090253D55F}" type="pres">
      <dgm:prSet presAssocID="{21427910-B071-4AAB-A280-6F3F80EE5E8B}" presName="vertOne" presStyleCnt="0"/>
      <dgm:spPr/>
    </dgm:pt>
    <dgm:pt modelId="{9B3A6327-A888-4378-B932-7FF834EAE30D}" type="pres">
      <dgm:prSet presAssocID="{21427910-B071-4AAB-A280-6F3F80EE5E8B}" presName="txOne" presStyleLbl="node0" presStyleIdx="0" presStyleCnt="6" custScaleX="158838">
        <dgm:presLayoutVars>
          <dgm:chPref val="3"/>
        </dgm:presLayoutVars>
      </dgm:prSet>
      <dgm:spPr/>
    </dgm:pt>
    <dgm:pt modelId="{8DC24FEB-1CE8-467A-B420-533CC439492F}" type="pres">
      <dgm:prSet presAssocID="{21427910-B071-4AAB-A280-6F3F80EE5E8B}" presName="horzOne" presStyleCnt="0"/>
      <dgm:spPr/>
    </dgm:pt>
    <dgm:pt modelId="{346E2281-2B67-4BA3-9D8B-5B0752670132}" type="pres">
      <dgm:prSet presAssocID="{F5AD11A2-FF06-456D-A782-D6A96249BBCA}" presName="sibSpaceOne" presStyleCnt="0"/>
      <dgm:spPr/>
    </dgm:pt>
    <dgm:pt modelId="{54B128C6-6B77-4BF8-BFF7-BE97AA6AA6AA}" type="pres">
      <dgm:prSet presAssocID="{6FCD14AB-EC0C-4627-92FF-7CC061E9BC9F}" presName="vertOne" presStyleCnt="0"/>
      <dgm:spPr/>
    </dgm:pt>
    <dgm:pt modelId="{5949390B-F908-4A62-9C13-BCCCFE93E3F4}" type="pres">
      <dgm:prSet presAssocID="{6FCD14AB-EC0C-4627-92FF-7CC061E9BC9F}" presName="txOne" presStyleLbl="node0" presStyleIdx="1" presStyleCnt="6" custScaleX="149748">
        <dgm:presLayoutVars>
          <dgm:chPref val="3"/>
        </dgm:presLayoutVars>
      </dgm:prSet>
      <dgm:spPr/>
    </dgm:pt>
    <dgm:pt modelId="{1AA4957A-656D-4454-AB71-1A839AB17BA4}" type="pres">
      <dgm:prSet presAssocID="{6FCD14AB-EC0C-4627-92FF-7CC061E9BC9F}" presName="horzOne" presStyleCnt="0"/>
      <dgm:spPr/>
    </dgm:pt>
    <dgm:pt modelId="{7046C62B-72BF-4134-A209-92B2A7BACF36}" type="pres">
      <dgm:prSet presAssocID="{23B3089D-E8EC-489E-8CF3-1209173E4440}" presName="sibSpaceOne" presStyleCnt="0"/>
      <dgm:spPr/>
    </dgm:pt>
    <dgm:pt modelId="{AF8D4BB0-C891-4F70-9D4A-605C697C8C27}" type="pres">
      <dgm:prSet presAssocID="{81B3C350-9B87-4192-962D-40C12CE7F387}" presName="vertOne" presStyleCnt="0"/>
      <dgm:spPr/>
    </dgm:pt>
    <dgm:pt modelId="{FEC79DE7-AC28-4196-A2A4-BAF36095099C}" type="pres">
      <dgm:prSet presAssocID="{81B3C350-9B87-4192-962D-40C12CE7F387}" presName="txOne" presStyleLbl="node0" presStyleIdx="2" presStyleCnt="6" custScaleX="142047">
        <dgm:presLayoutVars>
          <dgm:chPref val="3"/>
        </dgm:presLayoutVars>
      </dgm:prSet>
      <dgm:spPr/>
    </dgm:pt>
    <dgm:pt modelId="{F9CA9E7B-8422-4159-B343-692ADA7BC16F}" type="pres">
      <dgm:prSet presAssocID="{81B3C350-9B87-4192-962D-40C12CE7F387}" presName="horzOne" presStyleCnt="0"/>
      <dgm:spPr/>
    </dgm:pt>
    <dgm:pt modelId="{6A9E1F1A-AF7B-4C27-AA13-A09EB4A8C685}" type="pres">
      <dgm:prSet presAssocID="{E372BF04-8662-4D0A-83E6-F98F816A9B87}" presName="sibSpaceOne" presStyleCnt="0"/>
      <dgm:spPr/>
    </dgm:pt>
    <dgm:pt modelId="{F6897EEB-D1FC-4984-AD06-B2C7B4A4A2EF}" type="pres">
      <dgm:prSet presAssocID="{4B753CF0-400A-43AC-A9AC-9262CC263AE3}" presName="vertOne" presStyleCnt="0"/>
      <dgm:spPr/>
    </dgm:pt>
    <dgm:pt modelId="{EA55215B-342E-42A0-9814-942648DA9AF7}" type="pres">
      <dgm:prSet presAssocID="{4B753CF0-400A-43AC-A9AC-9262CC263AE3}" presName="txOne" presStyleLbl="node0" presStyleIdx="3" presStyleCnt="6" custScaleX="130134">
        <dgm:presLayoutVars>
          <dgm:chPref val="3"/>
        </dgm:presLayoutVars>
      </dgm:prSet>
      <dgm:spPr/>
    </dgm:pt>
    <dgm:pt modelId="{D53DF258-37D4-4949-A2EF-C6FDC58C2868}" type="pres">
      <dgm:prSet presAssocID="{4B753CF0-400A-43AC-A9AC-9262CC263AE3}" presName="horzOne" presStyleCnt="0"/>
      <dgm:spPr/>
    </dgm:pt>
    <dgm:pt modelId="{8CB5B134-868F-48E9-9694-23EB5CD1BF06}" type="pres">
      <dgm:prSet presAssocID="{8FD4C205-0BD7-442D-8C8C-33D7C29A4802}" presName="sibSpaceOne" presStyleCnt="0"/>
      <dgm:spPr/>
    </dgm:pt>
    <dgm:pt modelId="{AFAD2698-262C-4689-BBCB-B05E6512143D}" type="pres">
      <dgm:prSet presAssocID="{BC4B82CA-BF70-4600-B531-2E031158C84A}" presName="vertOne" presStyleCnt="0"/>
      <dgm:spPr/>
    </dgm:pt>
    <dgm:pt modelId="{C200783A-BA5B-416E-A52B-736B25F4E601}" type="pres">
      <dgm:prSet presAssocID="{BC4B82CA-BF70-4600-B531-2E031158C84A}" presName="txOne" presStyleLbl="node0" presStyleIdx="4" presStyleCnt="6" custScaleX="130147">
        <dgm:presLayoutVars>
          <dgm:chPref val="3"/>
        </dgm:presLayoutVars>
      </dgm:prSet>
      <dgm:spPr/>
    </dgm:pt>
    <dgm:pt modelId="{A6774711-ABDD-4250-806D-EAE24419D962}" type="pres">
      <dgm:prSet presAssocID="{BC4B82CA-BF70-4600-B531-2E031158C84A}" presName="horzOne" presStyleCnt="0"/>
      <dgm:spPr/>
    </dgm:pt>
    <dgm:pt modelId="{A8013767-292D-4448-9656-60FD9FB80934}" type="pres">
      <dgm:prSet presAssocID="{5548CFA5-FDA7-46DC-90DF-4C388E34CB67}" presName="sibSpaceOne" presStyleCnt="0"/>
      <dgm:spPr/>
    </dgm:pt>
    <dgm:pt modelId="{B4B5E0A6-9E91-4298-A50B-28F598E3995C}" type="pres">
      <dgm:prSet presAssocID="{8935619D-80FC-49AF-953C-A0A3EF0817DA}" presName="vertOne" presStyleCnt="0"/>
      <dgm:spPr/>
    </dgm:pt>
    <dgm:pt modelId="{2478939D-CA07-4BB0-AD18-61AAB306689E}" type="pres">
      <dgm:prSet presAssocID="{8935619D-80FC-49AF-953C-A0A3EF0817DA}" presName="txOne" presStyleLbl="node0" presStyleIdx="5" presStyleCnt="6" custScaleX="135590">
        <dgm:presLayoutVars>
          <dgm:chPref val="3"/>
        </dgm:presLayoutVars>
      </dgm:prSet>
      <dgm:spPr/>
    </dgm:pt>
    <dgm:pt modelId="{A31FE418-9C91-4DD5-84FC-4C107354B87A}" type="pres">
      <dgm:prSet presAssocID="{8935619D-80FC-49AF-953C-A0A3EF0817DA}" presName="horzOne" presStyleCnt="0"/>
      <dgm:spPr/>
    </dgm:pt>
  </dgm:ptLst>
  <dgm:cxnLst>
    <dgm:cxn modelId="{7F78E608-6A2B-43DA-B1E7-7A888C2C644A}" type="presOf" srcId="{BC4B82CA-BF70-4600-B531-2E031158C84A}" destId="{C200783A-BA5B-416E-A52B-736B25F4E601}" srcOrd="0" destOrd="0" presId="urn:microsoft.com/office/officeart/2005/8/layout/hierarchy4"/>
    <dgm:cxn modelId="{D75BBE12-63EE-4496-A759-005527CB324C}" type="presOf" srcId="{8935619D-80FC-49AF-953C-A0A3EF0817DA}" destId="{2478939D-CA07-4BB0-AD18-61AAB306689E}" srcOrd="0" destOrd="0" presId="urn:microsoft.com/office/officeart/2005/8/layout/hierarchy4"/>
    <dgm:cxn modelId="{D52E364F-C7B5-4683-8521-7FA1AAD4CA4D}" type="presOf" srcId="{21427910-B071-4AAB-A280-6F3F80EE5E8B}" destId="{9B3A6327-A888-4378-B932-7FF834EAE30D}" srcOrd="0" destOrd="0" presId="urn:microsoft.com/office/officeart/2005/8/layout/hierarchy4"/>
    <dgm:cxn modelId="{30CBC973-E9C3-4973-925F-2C966E2EC4D5}" srcId="{64687369-1933-400D-80D9-DEEC298E8112}" destId="{4B753CF0-400A-43AC-A9AC-9262CC263AE3}" srcOrd="3" destOrd="0" parTransId="{B113CD1C-AE09-4F89-9910-08000E6199C5}" sibTransId="{8FD4C205-0BD7-442D-8C8C-33D7C29A4802}"/>
    <dgm:cxn modelId="{770AF375-FE25-4746-8D6A-E9D3B48AF720}" srcId="{64687369-1933-400D-80D9-DEEC298E8112}" destId="{21427910-B071-4AAB-A280-6F3F80EE5E8B}" srcOrd="0" destOrd="0" parTransId="{56371F7D-80CC-409E-A439-34CF62827F35}" sibTransId="{F5AD11A2-FF06-456D-A782-D6A96249BBCA}"/>
    <dgm:cxn modelId="{8B89635A-7C99-4BF2-8B6D-BA8233D26E09}" type="presOf" srcId="{64687369-1933-400D-80D9-DEEC298E8112}" destId="{1D96FE27-CEBF-44D1-AB02-CF2A1CD51381}" srcOrd="0" destOrd="0" presId="urn:microsoft.com/office/officeart/2005/8/layout/hierarchy4"/>
    <dgm:cxn modelId="{02DB9C9F-B4A0-4FD0-965E-0AD03E2548DD}" srcId="{64687369-1933-400D-80D9-DEEC298E8112}" destId="{6FCD14AB-EC0C-4627-92FF-7CC061E9BC9F}" srcOrd="1" destOrd="0" parTransId="{E54B5236-F52C-4AE8-9672-BD7B4FBFBD75}" sibTransId="{23B3089D-E8EC-489E-8CF3-1209173E4440}"/>
    <dgm:cxn modelId="{0B115CB3-403F-4865-A3FA-6082A39F947E}" type="presOf" srcId="{6FCD14AB-EC0C-4627-92FF-7CC061E9BC9F}" destId="{5949390B-F908-4A62-9C13-BCCCFE93E3F4}" srcOrd="0" destOrd="0" presId="urn:microsoft.com/office/officeart/2005/8/layout/hierarchy4"/>
    <dgm:cxn modelId="{35CC80C6-E8B0-4C4F-91FE-65E426EBE804}" srcId="{64687369-1933-400D-80D9-DEEC298E8112}" destId="{81B3C350-9B87-4192-962D-40C12CE7F387}" srcOrd="2" destOrd="0" parTransId="{A2F040F8-5428-4CC6-9764-EECF8D220411}" sibTransId="{E372BF04-8662-4D0A-83E6-F98F816A9B87}"/>
    <dgm:cxn modelId="{F55BE1DE-A72A-4958-979F-369BE63E5DC4}" srcId="{64687369-1933-400D-80D9-DEEC298E8112}" destId="{BC4B82CA-BF70-4600-B531-2E031158C84A}" srcOrd="4" destOrd="0" parTransId="{230F8DC7-05A2-49B9-92E3-A3AB3C50916C}" sibTransId="{5548CFA5-FDA7-46DC-90DF-4C388E34CB67}"/>
    <dgm:cxn modelId="{3B4339E4-BD15-4A75-AC4D-F5F7AEAA162A}" type="presOf" srcId="{4B753CF0-400A-43AC-A9AC-9262CC263AE3}" destId="{EA55215B-342E-42A0-9814-942648DA9AF7}" srcOrd="0" destOrd="0" presId="urn:microsoft.com/office/officeart/2005/8/layout/hierarchy4"/>
    <dgm:cxn modelId="{1FE610E8-2B2D-4079-8C6A-80CAFB4C0A61}" srcId="{64687369-1933-400D-80D9-DEEC298E8112}" destId="{8935619D-80FC-49AF-953C-A0A3EF0817DA}" srcOrd="5" destOrd="0" parTransId="{CEC72A76-2E80-4223-AB91-8EDC6CC3F35C}" sibTransId="{62369C25-F235-4495-ADD8-D5A6C0BFAF78}"/>
    <dgm:cxn modelId="{2B6E95F1-F7C1-41BE-A737-9383D54EF473}" type="presOf" srcId="{81B3C350-9B87-4192-962D-40C12CE7F387}" destId="{FEC79DE7-AC28-4196-A2A4-BAF36095099C}" srcOrd="0" destOrd="0" presId="urn:microsoft.com/office/officeart/2005/8/layout/hierarchy4"/>
    <dgm:cxn modelId="{5387D6F5-F0C3-4926-86A6-FAFDED6BC805}" type="presParOf" srcId="{1D96FE27-CEBF-44D1-AB02-CF2A1CD51381}" destId="{790CCB7C-523A-4022-8676-B9090253D55F}" srcOrd="0" destOrd="0" presId="urn:microsoft.com/office/officeart/2005/8/layout/hierarchy4"/>
    <dgm:cxn modelId="{FF570BAE-21F9-4BD9-BD39-541DD77A5C25}" type="presParOf" srcId="{790CCB7C-523A-4022-8676-B9090253D55F}" destId="{9B3A6327-A888-4378-B932-7FF834EAE30D}" srcOrd="0" destOrd="0" presId="urn:microsoft.com/office/officeart/2005/8/layout/hierarchy4"/>
    <dgm:cxn modelId="{63B39357-90EA-4777-9ACB-D002D42B8772}" type="presParOf" srcId="{790CCB7C-523A-4022-8676-B9090253D55F}" destId="{8DC24FEB-1CE8-467A-B420-533CC439492F}" srcOrd="1" destOrd="0" presId="urn:microsoft.com/office/officeart/2005/8/layout/hierarchy4"/>
    <dgm:cxn modelId="{4B0EAC24-3F29-40BD-B5FD-956AF8D509E7}" type="presParOf" srcId="{1D96FE27-CEBF-44D1-AB02-CF2A1CD51381}" destId="{346E2281-2B67-4BA3-9D8B-5B0752670132}" srcOrd="1" destOrd="0" presId="urn:microsoft.com/office/officeart/2005/8/layout/hierarchy4"/>
    <dgm:cxn modelId="{DFEDD950-7346-4CC4-98A8-17358966C0DE}" type="presParOf" srcId="{1D96FE27-CEBF-44D1-AB02-CF2A1CD51381}" destId="{54B128C6-6B77-4BF8-BFF7-BE97AA6AA6AA}" srcOrd="2" destOrd="0" presId="urn:microsoft.com/office/officeart/2005/8/layout/hierarchy4"/>
    <dgm:cxn modelId="{07433ADE-71A4-4915-BB99-8AD38D60696A}" type="presParOf" srcId="{54B128C6-6B77-4BF8-BFF7-BE97AA6AA6AA}" destId="{5949390B-F908-4A62-9C13-BCCCFE93E3F4}" srcOrd="0" destOrd="0" presId="urn:microsoft.com/office/officeart/2005/8/layout/hierarchy4"/>
    <dgm:cxn modelId="{9E8F6E19-B8BD-42AA-8D4B-E8EE6568F747}" type="presParOf" srcId="{54B128C6-6B77-4BF8-BFF7-BE97AA6AA6AA}" destId="{1AA4957A-656D-4454-AB71-1A839AB17BA4}" srcOrd="1" destOrd="0" presId="urn:microsoft.com/office/officeart/2005/8/layout/hierarchy4"/>
    <dgm:cxn modelId="{9442EE89-F0AF-4EF1-9E16-47D060C956DD}" type="presParOf" srcId="{1D96FE27-CEBF-44D1-AB02-CF2A1CD51381}" destId="{7046C62B-72BF-4134-A209-92B2A7BACF36}" srcOrd="3" destOrd="0" presId="urn:microsoft.com/office/officeart/2005/8/layout/hierarchy4"/>
    <dgm:cxn modelId="{32C14E89-7B88-4E20-913D-C6FCCCF47E41}" type="presParOf" srcId="{1D96FE27-CEBF-44D1-AB02-CF2A1CD51381}" destId="{AF8D4BB0-C891-4F70-9D4A-605C697C8C27}" srcOrd="4" destOrd="0" presId="urn:microsoft.com/office/officeart/2005/8/layout/hierarchy4"/>
    <dgm:cxn modelId="{709D59F7-0C77-4193-B6CB-D90328E063A5}" type="presParOf" srcId="{AF8D4BB0-C891-4F70-9D4A-605C697C8C27}" destId="{FEC79DE7-AC28-4196-A2A4-BAF36095099C}" srcOrd="0" destOrd="0" presId="urn:microsoft.com/office/officeart/2005/8/layout/hierarchy4"/>
    <dgm:cxn modelId="{4A085EFD-A6C1-4262-97CD-B635F7C45D51}" type="presParOf" srcId="{AF8D4BB0-C891-4F70-9D4A-605C697C8C27}" destId="{F9CA9E7B-8422-4159-B343-692ADA7BC16F}" srcOrd="1" destOrd="0" presId="urn:microsoft.com/office/officeart/2005/8/layout/hierarchy4"/>
    <dgm:cxn modelId="{E5A12D3A-D886-4975-ACB0-84CB16F63EB3}" type="presParOf" srcId="{1D96FE27-CEBF-44D1-AB02-CF2A1CD51381}" destId="{6A9E1F1A-AF7B-4C27-AA13-A09EB4A8C685}" srcOrd="5" destOrd="0" presId="urn:microsoft.com/office/officeart/2005/8/layout/hierarchy4"/>
    <dgm:cxn modelId="{67D36237-B311-4928-9482-C841B20A82B1}" type="presParOf" srcId="{1D96FE27-CEBF-44D1-AB02-CF2A1CD51381}" destId="{F6897EEB-D1FC-4984-AD06-B2C7B4A4A2EF}" srcOrd="6" destOrd="0" presId="urn:microsoft.com/office/officeart/2005/8/layout/hierarchy4"/>
    <dgm:cxn modelId="{54F0A729-8AF2-43BB-B2F6-9A2A78CEC129}" type="presParOf" srcId="{F6897EEB-D1FC-4984-AD06-B2C7B4A4A2EF}" destId="{EA55215B-342E-42A0-9814-942648DA9AF7}" srcOrd="0" destOrd="0" presId="urn:microsoft.com/office/officeart/2005/8/layout/hierarchy4"/>
    <dgm:cxn modelId="{25AD236C-15D1-4912-9FAD-3065C416844C}" type="presParOf" srcId="{F6897EEB-D1FC-4984-AD06-B2C7B4A4A2EF}" destId="{D53DF258-37D4-4949-A2EF-C6FDC58C2868}" srcOrd="1" destOrd="0" presId="urn:microsoft.com/office/officeart/2005/8/layout/hierarchy4"/>
    <dgm:cxn modelId="{5D272358-07B9-44F1-B714-485F9C3138E5}" type="presParOf" srcId="{1D96FE27-CEBF-44D1-AB02-CF2A1CD51381}" destId="{8CB5B134-868F-48E9-9694-23EB5CD1BF06}" srcOrd="7" destOrd="0" presId="urn:microsoft.com/office/officeart/2005/8/layout/hierarchy4"/>
    <dgm:cxn modelId="{2BEC5E9B-FEA0-475A-80B7-87A2D62EDF42}" type="presParOf" srcId="{1D96FE27-CEBF-44D1-AB02-CF2A1CD51381}" destId="{AFAD2698-262C-4689-BBCB-B05E6512143D}" srcOrd="8" destOrd="0" presId="urn:microsoft.com/office/officeart/2005/8/layout/hierarchy4"/>
    <dgm:cxn modelId="{5915ACF0-BB2F-42BB-8B87-7085CB8F7127}" type="presParOf" srcId="{AFAD2698-262C-4689-BBCB-B05E6512143D}" destId="{C200783A-BA5B-416E-A52B-736B25F4E601}" srcOrd="0" destOrd="0" presId="urn:microsoft.com/office/officeart/2005/8/layout/hierarchy4"/>
    <dgm:cxn modelId="{0E0F3BCF-F589-42CD-85D9-00D2B2E8761E}" type="presParOf" srcId="{AFAD2698-262C-4689-BBCB-B05E6512143D}" destId="{A6774711-ABDD-4250-806D-EAE24419D962}" srcOrd="1" destOrd="0" presId="urn:microsoft.com/office/officeart/2005/8/layout/hierarchy4"/>
    <dgm:cxn modelId="{F22CD24A-3B83-4BF9-B836-901461A6D208}" type="presParOf" srcId="{1D96FE27-CEBF-44D1-AB02-CF2A1CD51381}" destId="{A8013767-292D-4448-9656-60FD9FB80934}" srcOrd="9" destOrd="0" presId="urn:microsoft.com/office/officeart/2005/8/layout/hierarchy4"/>
    <dgm:cxn modelId="{D0F3B694-721C-401A-B9F9-25D50F5EDAAB}" type="presParOf" srcId="{1D96FE27-CEBF-44D1-AB02-CF2A1CD51381}" destId="{B4B5E0A6-9E91-4298-A50B-28F598E3995C}" srcOrd="10" destOrd="0" presId="urn:microsoft.com/office/officeart/2005/8/layout/hierarchy4"/>
    <dgm:cxn modelId="{0479E02E-2528-470E-B447-E7907962FB67}" type="presParOf" srcId="{B4B5E0A6-9E91-4298-A50B-28F598E3995C}" destId="{2478939D-CA07-4BB0-AD18-61AAB306689E}" srcOrd="0" destOrd="0" presId="urn:microsoft.com/office/officeart/2005/8/layout/hierarchy4"/>
    <dgm:cxn modelId="{490D9456-DF6E-4D1E-884A-73B1E0697D9D}" type="presParOf" srcId="{B4B5E0A6-9E91-4298-A50B-28F598E3995C}" destId="{A31FE418-9C91-4DD5-84FC-4C107354B87A}"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8F6C12-77CB-4DB7-885F-5039E89CB419}"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pl-PL"/>
        </a:p>
      </dgm:t>
    </dgm:pt>
    <dgm:pt modelId="{D6B9E5E1-6DB8-4754-B65F-6F1428D78C4E}">
      <dgm:prSet/>
      <dgm:spPr/>
      <dgm:t>
        <a:bodyPr/>
        <a:lstStyle/>
        <a:p>
          <a:r>
            <a:rPr lang="en-US" baseline="0"/>
            <a:t>Verbal communication (including listening)</a:t>
          </a:r>
          <a:endParaRPr lang="pl-PL"/>
        </a:p>
      </dgm:t>
    </dgm:pt>
    <dgm:pt modelId="{BB552991-6E8A-4306-AB4F-CB75F0B0DADA}" type="parTrans" cxnId="{84CA355C-7007-4A82-BC25-B14FA340CC2A}">
      <dgm:prSet/>
      <dgm:spPr/>
      <dgm:t>
        <a:bodyPr/>
        <a:lstStyle/>
        <a:p>
          <a:endParaRPr lang="pl-PL"/>
        </a:p>
      </dgm:t>
    </dgm:pt>
    <dgm:pt modelId="{43CF45AF-20E4-46F2-A9AC-291A3E64FDEE}" type="sibTrans" cxnId="{84CA355C-7007-4A82-BC25-B14FA340CC2A}">
      <dgm:prSet/>
      <dgm:spPr/>
      <dgm:t>
        <a:bodyPr/>
        <a:lstStyle/>
        <a:p>
          <a:endParaRPr lang="pl-PL"/>
        </a:p>
      </dgm:t>
    </dgm:pt>
    <dgm:pt modelId="{FF140F6C-6F59-4B65-B839-AF1D3FE21EC6}">
      <dgm:prSet/>
      <dgm:spPr/>
      <dgm:t>
        <a:bodyPr/>
        <a:lstStyle/>
        <a:p>
          <a:r>
            <a:rPr lang="en-US" baseline="0"/>
            <a:t>Managing time and stress</a:t>
          </a:r>
          <a:endParaRPr lang="pl-PL"/>
        </a:p>
      </dgm:t>
    </dgm:pt>
    <dgm:pt modelId="{F37BC7CB-7692-47B1-B483-A649DFACCBEC}" type="parTrans" cxnId="{A1964CB1-2699-4102-9CA8-5D550FB3B237}">
      <dgm:prSet/>
      <dgm:spPr/>
      <dgm:t>
        <a:bodyPr/>
        <a:lstStyle/>
        <a:p>
          <a:endParaRPr lang="pl-PL"/>
        </a:p>
      </dgm:t>
    </dgm:pt>
    <dgm:pt modelId="{7E759384-FD80-4F9D-9EE3-D1C24A2FBB0C}" type="sibTrans" cxnId="{A1964CB1-2699-4102-9CA8-5D550FB3B237}">
      <dgm:prSet/>
      <dgm:spPr/>
      <dgm:t>
        <a:bodyPr/>
        <a:lstStyle/>
        <a:p>
          <a:endParaRPr lang="pl-PL"/>
        </a:p>
      </dgm:t>
    </dgm:pt>
    <dgm:pt modelId="{DF95C996-7168-4466-AFEE-E560CE01C5B8}">
      <dgm:prSet/>
      <dgm:spPr/>
      <dgm:t>
        <a:bodyPr/>
        <a:lstStyle/>
        <a:p>
          <a:r>
            <a:rPr lang="en-US" baseline="0"/>
            <a:t>Managing individual decisions</a:t>
          </a:r>
          <a:endParaRPr lang="pl-PL"/>
        </a:p>
      </dgm:t>
    </dgm:pt>
    <dgm:pt modelId="{5F6E5500-BA41-4EE1-A885-F89B60308756}" type="parTrans" cxnId="{F7A5704B-4EC6-4719-9B33-A50DC4D17EE7}">
      <dgm:prSet/>
      <dgm:spPr/>
      <dgm:t>
        <a:bodyPr/>
        <a:lstStyle/>
        <a:p>
          <a:endParaRPr lang="pl-PL"/>
        </a:p>
      </dgm:t>
    </dgm:pt>
    <dgm:pt modelId="{74DA26C1-5564-444F-8F70-DBB2A6EFA599}" type="sibTrans" cxnId="{F7A5704B-4EC6-4719-9B33-A50DC4D17EE7}">
      <dgm:prSet/>
      <dgm:spPr/>
      <dgm:t>
        <a:bodyPr/>
        <a:lstStyle/>
        <a:p>
          <a:endParaRPr lang="pl-PL"/>
        </a:p>
      </dgm:t>
    </dgm:pt>
    <dgm:pt modelId="{4346E69E-D5AC-4C66-9864-A0F1B2A4B59A}">
      <dgm:prSet/>
      <dgm:spPr/>
      <dgm:t>
        <a:bodyPr/>
        <a:lstStyle/>
        <a:p>
          <a:r>
            <a:rPr lang="en-US" baseline="0"/>
            <a:t>Recognizing, defining, and solving problems</a:t>
          </a:r>
          <a:endParaRPr lang="pl-PL"/>
        </a:p>
      </dgm:t>
    </dgm:pt>
    <dgm:pt modelId="{38CEAC53-9897-4085-87DA-1F86129ACC60}" type="parTrans" cxnId="{18163841-7C5D-4644-A47F-4DCA5A27EAA2}">
      <dgm:prSet/>
      <dgm:spPr/>
      <dgm:t>
        <a:bodyPr/>
        <a:lstStyle/>
        <a:p>
          <a:endParaRPr lang="pl-PL"/>
        </a:p>
      </dgm:t>
    </dgm:pt>
    <dgm:pt modelId="{455C7CFC-7662-4916-9055-54741868B78B}" type="sibTrans" cxnId="{18163841-7C5D-4644-A47F-4DCA5A27EAA2}">
      <dgm:prSet/>
      <dgm:spPr/>
      <dgm:t>
        <a:bodyPr/>
        <a:lstStyle/>
        <a:p>
          <a:endParaRPr lang="pl-PL"/>
        </a:p>
      </dgm:t>
    </dgm:pt>
    <dgm:pt modelId="{1D5D3709-E6A2-4E57-A3FD-89AEE926F43E}">
      <dgm:prSet/>
      <dgm:spPr/>
      <dgm:t>
        <a:bodyPr/>
        <a:lstStyle/>
        <a:p>
          <a:r>
            <a:rPr lang="en-US" baseline="0" dirty="0"/>
            <a:t>Motivating an</a:t>
          </a:r>
          <a:r>
            <a:rPr lang="pl-PL" baseline="0" dirty="0"/>
            <a:t>d</a:t>
          </a:r>
          <a:r>
            <a:rPr lang="en-US" baseline="0" dirty="0"/>
            <a:t> influencing others</a:t>
          </a:r>
          <a:endParaRPr lang="pl-PL" dirty="0"/>
        </a:p>
      </dgm:t>
    </dgm:pt>
    <dgm:pt modelId="{4F3656FB-2329-494D-817E-199CAF493556}" type="parTrans" cxnId="{CBA7D86D-57FF-4909-A06D-477C3DB24037}">
      <dgm:prSet/>
      <dgm:spPr/>
      <dgm:t>
        <a:bodyPr/>
        <a:lstStyle/>
        <a:p>
          <a:endParaRPr lang="pl-PL"/>
        </a:p>
      </dgm:t>
    </dgm:pt>
    <dgm:pt modelId="{C868ED3F-9290-4394-811D-ABEA63BCC708}" type="sibTrans" cxnId="{CBA7D86D-57FF-4909-A06D-477C3DB24037}">
      <dgm:prSet/>
      <dgm:spPr/>
      <dgm:t>
        <a:bodyPr/>
        <a:lstStyle/>
        <a:p>
          <a:endParaRPr lang="pl-PL"/>
        </a:p>
      </dgm:t>
    </dgm:pt>
    <dgm:pt modelId="{C34266FF-397A-41C5-AB15-CEF11C2A9EB1}">
      <dgm:prSet/>
      <dgm:spPr/>
      <dgm:t>
        <a:bodyPr/>
        <a:lstStyle/>
        <a:p>
          <a:r>
            <a:rPr lang="en-US" baseline="0"/>
            <a:t>Delegating</a:t>
          </a:r>
          <a:endParaRPr lang="pl-PL"/>
        </a:p>
      </dgm:t>
    </dgm:pt>
    <dgm:pt modelId="{A5A21661-DD35-460E-8577-B3285D60D46E}" type="parTrans" cxnId="{5035E567-474C-48C8-9839-4049BEECE599}">
      <dgm:prSet/>
      <dgm:spPr/>
      <dgm:t>
        <a:bodyPr/>
        <a:lstStyle/>
        <a:p>
          <a:endParaRPr lang="pl-PL"/>
        </a:p>
      </dgm:t>
    </dgm:pt>
    <dgm:pt modelId="{2D69A147-BDE8-429D-83EA-A26F3AC95ACB}" type="sibTrans" cxnId="{5035E567-474C-48C8-9839-4049BEECE599}">
      <dgm:prSet/>
      <dgm:spPr/>
      <dgm:t>
        <a:bodyPr/>
        <a:lstStyle/>
        <a:p>
          <a:endParaRPr lang="pl-PL"/>
        </a:p>
      </dgm:t>
    </dgm:pt>
    <dgm:pt modelId="{AAB9B86E-F712-4331-93E3-59DF6B78250D}">
      <dgm:prSet/>
      <dgm:spPr/>
      <dgm:t>
        <a:bodyPr/>
        <a:lstStyle/>
        <a:p>
          <a:r>
            <a:rPr lang="en-US" baseline="0"/>
            <a:t>Setting goals and articulating a vision</a:t>
          </a:r>
          <a:endParaRPr lang="pl-PL"/>
        </a:p>
      </dgm:t>
    </dgm:pt>
    <dgm:pt modelId="{724D29EE-EFF8-4D9F-A7E5-7DF4CC0A4E83}" type="parTrans" cxnId="{39FA8F67-16BF-4408-9B29-6729B46DF65C}">
      <dgm:prSet/>
      <dgm:spPr/>
      <dgm:t>
        <a:bodyPr/>
        <a:lstStyle/>
        <a:p>
          <a:endParaRPr lang="pl-PL"/>
        </a:p>
      </dgm:t>
    </dgm:pt>
    <dgm:pt modelId="{CBCEF0F0-18F0-4E17-AA18-1D655D3F046A}" type="sibTrans" cxnId="{39FA8F67-16BF-4408-9B29-6729B46DF65C}">
      <dgm:prSet/>
      <dgm:spPr/>
      <dgm:t>
        <a:bodyPr/>
        <a:lstStyle/>
        <a:p>
          <a:endParaRPr lang="pl-PL"/>
        </a:p>
      </dgm:t>
    </dgm:pt>
    <dgm:pt modelId="{58DA054C-DCE6-464C-B9EF-1674B203D558}">
      <dgm:prSet/>
      <dgm:spPr/>
      <dgm:t>
        <a:bodyPr/>
        <a:lstStyle/>
        <a:p>
          <a:r>
            <a:rPr lang="en-US" baseline="0"/>
            <a:t>Self-awareness</a:t>
          </a:r>
          <a:endParaRPr lang="pl-PL"/>
        </a:p>
      </dgm:t>
    </dgm:pt>
    <dgm:pt modelId="{0F2021B1-EC40-46DA-8B94-E73C861D3499}" type="parTrans" cxnId="{4B7BB01D-8ED4-44C2-A161-1545A969C2EE}">
      <dgm:prSet/>
      <dgm:spPr/>
      <dgm:t>
        <a:bodyPr/>
        <a:lstStyle/>
        <a:p>
          <a:endParaRPr lang="pl-PL"/>
        </a:p>
      </dgm:t>
    </dgm:pt>
    <dgm:pt modelId="{D7875BD3-EF30-4008-A89C-21A98A404F71}" type="sibTrans" cxnId="{4B7BB01D-8ED4-44C2-A161-1545A969C2EE}">
      <dgm:prSet/>
      <dgm:spPr/>
      <dgm:t>
        <a:bodyPr/>
        <a:lstStyle/>
        <a:p>
          <a:endParaRPr lang="pl-PL"/>
        </a:p>
      </dgm:t>
    </dgm:pt>
    <dgm:pt modelId="{EE47A072-F9D2-46A9-B211-99B88B04A731}">
      <dgm:prSet/>
      <dgm:spPr/>
      <dgm:t>
        <a:bodyPr/>
        <a:lstStyle/>
        <a:p>
          <a:r>
            <a:rPr lang="en-US" baseline="0"/>
            <a:t>Team building</a:t>
          </a:r>
          <a:endParaRPr lang="pl-PL"/>
        </a:p>
      </dgm:t>
    </dgm:pt>
    <dgm:pt modelId="{54E58CE3-82B5-4459-98B0-4D7FE9555476}" type="parTrans" cxnId="{52C56FEE-6729-4CEF-8357-860394BC9AA6}">
      <dgm:prSet/>
      <dgm:spPr/>
      <dgm:t>
        <a:bodyPr/>
        <a:lstStyle/>
        <a:p>
          <a:endParaRPr lang="pl-PL"/>
        </a:p>
      </dgm:t>
    </dgm:pt>
    <dgm:pt modelId="{D484DB60-E81D-495E-8140-97F4F542231A}" type="sibTrans" cxnId="{52C56FEE-6729-4CEF-8357-860394BC9AA6}">
      <dgm:prSet/>
      <dgm:spPr/>
      <dgm:t>
        <a:bodyPr/>
        <a:lstStyle/>
        <a:p>
          <a:endParaRPr lang="pl-PL"/>
        </a:p>
      </dgm:t>
    </dgm:pt>
    <dgm:pt modelId="{DE31B1FF-AA22-43F0-A44D-CDCFFAB889FC}">
      <dgm:prSet/>
      <dgm:spPr/>
      <dgm:t>
        <a:bodyPr/>
        <a:lstStyle/>
        <a:p>
          <a:r>
            <a:rPr lang="en-US" baseline="0"/>
            <a:t>Managing conflict</a:t>
          </a:r>
          <a:endParaRPr lang="pl-PL"/>
        </a:p>
      </dgm:t>
    </dgm:pt>
    <dgm:pt modelId="{10744E82-C893-44E9-B5E1-14905177582B}" type="parTrans" cxnId="{F4327177-069C-408D-9877-FCA822D8FBBA}">
      <dgm:prSet/>
      <dgm:spPr/>
      <dgm:t>
        <a:bodyPr/>
        <a:lstStyle/>
        <a:p>
          <a:endParaRPr lang="pl-PL"/>
        </a:p>
      </dgm:t>
    </dgm:pt>
    <dgm:pt modelId="{ADE0E4EF-D58C-4487-8A82-59A22B766F01}" type="sibTrans" cxnId="{F4327177-069C-408D-9877-FCA822D8FBBA}">
      <dgm:prSet/>
      <dgm:spPr/>
      <dgm:t>
        <a:bodyPr/>
        <a:lstStyle/>
        <a:p>
          <a:endParaRPr lang="pl-PL"/>
        </a:p>
      </dgm:t>
    </dgm:pt>
    <dgm:pt modelId="{337B8D8D-4A67-49C2-B571-295753611598}" type="pres">
      <dgm:prSet presAssocID="{338F6C12-77CB-4DB7-885F-5039E89CB419}" presName="linear" presStyleCnt="0">
        <dgm:presLayoutVars>
          <dgm:animLvl val="lvl"/>
          <dgm:resizeHandles val="exact"/>
        </dgm:presLayoutVars>
      </dgm:prSet>
      <dgm:spPr/>
    </dgm:pt>
    <dgm:pt modelId="{F3D07D2B-A5C7-4D28-9A06-1150858BBA83}" type="pres">
      <dgm:prSet presAssocID="{D6B9E5E1-6DB8-4754-B65F-6F1428D78C4E}" presName="parentText" presStyleLbl="node1" presStyleIdx="0" presStyleCnt="10">
        <dgm:presLayoutVars>
          <dgm:chMax val="0"/>
          <dgm:bulletEnabled val="1"/>
        </dgm:presLayoutVars>
      </dgm:prSet>
      <dgm:spPr/>
    </dgm:pt>
    <dgm:pt modelId="{FB626E27-10A7-4B29-999D-F98C76B0D3D1}" type="pres">
      <dgm:prSet presAssocID="{43CF45AF-20E4-46F2-A9AC-291A3E64FDEE}" presName="spacer" presStyleCnt="0"/>
      <dgm:spPr/>
    </dgm:pt>
    <dgm:pt modelId="{8A7C3DB4-121E-413C-8AF3-D1C011291D21}" type="pres">
      <dgm:prSet presAssocID="{FF140F6C-6F59-4B65-B839-AF1D3FE21EC6}" presName="parentText" presStyleLbl="node1" presStyleIdx="1" presStyleCnt="10">
        <dgm:presLayoutVars>
          <dgm:chMax val="0"/>
          <dgm:bulletEnabled val="1"/>
        </dgm:presLayoutVars>
      </dgm:prSet>
      <dgm:spPr/>
    </dgm:pt>
    <dgm:pt modelId="{A663EE13-FDEF-4DC5-AC2E-394CA2FB032F}" type="pres">
      <dgm:prSet presAssocID="{7E759384-FD80-4F9D-9EE3-D1C24A2FBB0C}" presName="spacer" presStyleCnt="0"/>
      <dgm:spPr/>
    </dgm:pt>
    <dgm:pt modelId="{922CD601-5EFC-4A05-8671-F2EF81F7B805}" type="pres">
      <dgm:prSet presAssocID="{DF95C996-7168-4466-AFEE-E560CE01C5B8}" presName="parentText" presStyleLbl="node1" presStyleIdx="2" presStyleCnt="10">
        <dgm:presLayoutVars>
          <dgm:chMax val="0"/>
          <dgm:bulletEnabled val="1"/>
        </dgm:presLayoutVars>
      </dgm:prSet>
      <dgm:spPr/>
    </dgm:pt>
    <dgm:pt modelId="{06E65CE0-ED14-4FE0-9CEF-A917948FD292}" type="pres">
      <dgm:prSet presAssocID="{74DA26C1-5564-444F-8F70-DBB2A6EFA599}" presName="spacer" presStyleCnt="0"/>
      <dgm:spPr/>
    </dgm:pt>
    <dgm:pt modelId="{842B1DE8-4915-4E06-A08C-569EBAFDC65C}" type="pres">
      <dgm:prSet presAssocID="{4346E69E-D5AC-4C66-9864-A0F1B2A4B59A}" presName="parentText" presStyleLbl="node1" presStyleIdx="3" presStyleCnt="10">
        <dgm:presLayoutVars>
          <dgm:chMax val="0"/>
          <dgm:bulletEnabled val="1"/>
        </dgm:presLayoutVars>
      </dgm:prSet>
      <dgm:spPr/>
    </dgm:pt>
    <dgm:pt modelId="{063A3224-F82A-45B9-94F3-EC3BA710719D}" type="pres">
      <dgm:prSet presAssocID="{455C7CFC-7662-4916-9055-54741868B78B}" presName="spacer" presStyleCnt="0"/>
      <dgm:spPr/>
    </dgm:pt>
    <dgm:pt modelId="{276AF6D1-E469-4FF1-BF60-BDC625A3282A}" type="pres">
      <dgm:prSet presAssocID="{1D5D3709-E6A2-4E57-A3FD-89AEE926F43E}" presName="parentText" presStyleLbl="node1" presStyleIdx="4" presStyleCnt="10">
        <dgm:presLayoutVars>
          <dgm:chMax val="0"/>
          <dgm:bulletEnabled val="1"/>
        </dgm:presLayoutVars>
      </dgm:prSet>
      <dgm:spPr/>
    </dgm:pt>
    <dgm:pt modelId="{9B749BD8-FF03-4510-9615-E988989C01D4}" type="pres">
      <dgm:prSet presAssocID="{C868ED3F-9290-4394-811D-ABEA63BCC708}" presName="spacer" presStyleCnt="0"/>
      <dgm:spPr/>
    </dgm:pt>
    <dgm:pt modelId="{7AD6BDE7-4729-4E10-B73C-957BC2E2B123}" type="pres">
      <dgm:prSet presAssocID="{C34266FF-397A-41C5-AB15-CEF11C2A9EB1}" presName="parentText" presStyleLbl="node1" presStyleIdx="5" presStyleCnt="10">
        <dgm:presLayoutVars>
          <dgm:chMax val="0"/>
          <dgm:bulletEnabled val="1"/>
        </dgm:presLayoutVars>
      </dgm:prSet>
      <dgm:spPr/>
    </dgm:pt>
    <dgm:pt modelId="{8DBA10B9-6FF7-4372-9775-7A1FE7B7B49E}" type="pres">
      <dgm:prSet presAssocID="{2D69A147-BDE8-429D-83EA-A26F3AC95ACB}" presName="spacer" presStyleCnt="0"/>
      <dgm:spPr/>
    </dgm:pt>
    <dgm:pt modelId="{030023EF-F3BB-432C-B871-08A06548D52D}" type="pres">
      <dgm:prSet presAssocID="{AAB9B86E-F712-4331-93E3-59DF6B78250D}" presName="parentText" presStyleLbl="node1" presStyleIdx="6" presStyleCnt="10">
        <dgm:presLayoutVars>
          <dgm:chMax val="0"/>
          <dgm:bulletEnabled val="1"/>
        </dgm:presLayoutVars>
      </dgm:prSet>
      <dgm:spPr/>
    </dgm:pt>
    <dgm:pt modelId="{5C205D9B-40A9-4CA0-96BD-88EA664C67A8}" type="pres">
      <dgm:prSet presAssocID="{CBCEF0F0-18F0-4E17-AA18-1D655D3F046A}" presName="spacer" presStyleCnt="0"/>
      <dgm:spPr/>
    </dgm:pt>
    <dgm:pt modelId="{9325F030-8FA0-40DB-94E5-341C36AF8AF6}" type="pres">
      <dgm:prSet presAssocID="{58DA054C-DCE6-464C-B9EF-1674B203D558}" presName="parentText" presStyleLbl="node1" presStyleIdx="7" presStyleCnt="10">
        <dgm:presLayoutVars>
          <dgm:chMax val="0"/>
          <dgm:bulletEnabled val="1"/>
        </dgm:presLayoutVars>
      </dgm:prSet>
      <dgm:spPr/>
    </dgm:pt>
    <dgm:pt modelId="{76F94CB3-542E-4024-A944-6FEB4A90DFE2}" type="pres">
      <dgm:prSet presAssocID="{D7875BD3-EF30-4008-A89C-21A98A404F71}" presName="spacer" presStyleCnt="0"/>
      <dgm:spPr/>
    </dgm:pt>
    <dgm:pt modelId="{5E10166E-F26B-41DD-871D-05FD7043099D}" type="pres">
      <dgm:prSet presAssocID="{EE47A072-F9D2-46A9-B211-99B88B04A731}" presName="parentText" presStyleLbl="node1" presStyleIdx="8" presStyleCnt="10">
        <dgm:presLayoutVars>
          <dgm:chMax val="0"/>
          <dgm:bulletEnabled val="1"/>
        </dgm:presLayoutVars>
      </dgm:prSet>
      <dgm:spPr/>
    </dgm:pt>
    <dgm:pt modelId="{62882E71-9CEC-47D7-A8FA-B1F3BE261448}" type="pres">
      <dgm:prSet presAssocID="{D484DB60-E81D-495E-8140-97F4F542231A}" presName="spacer" presStyleCnt="0"/>
      <dgm:spPr/>
    </dgm:pt>
    <dgm:pt modelId="{2BDA2B65-A0FB-4DD1-8498-872660A997E0}" type="pres">
      <dgm:prSet presAssocID="{DE31B1FF-AA22-43F0-A44D-CDCFFAB889FC}" presName="parentText" presStyleLbl="node1" presStyleIdx="9" presStyleCnt="10">
        <dgm:presLayoutVars>
          <dgm:chMax val="0"/>
          <dgm:bulletEnabled val="1"/>
        </dgm:presLayoutVars>
      </dgm:prSet>
      <dgm:spPr/>
    </dgm:pt>
  </dgm:ptLst>
  <dgm:cxnLst>
    <dgm:cxn modelId="{20701A13-EED5-413B-B575-0F573A917E13}" type="presOf" srcId="{4346E69E-D5AC-4C66-9864-A0F1B2A4B59A}" destId="{842B1DE8-4915-4E06-A08C-569EBAFDC65C}" srcOrd="0" destOrd="0" presId="urn:microsoft.com/office/officeart/2005/8/layout/vList2"/>
    <dgm:cxn modelId="{F781A61C-BC11-40B9-A85E-1811497B4676}" type="presOf" srcId="{EE47A072-F9D2-46A9-B211-99B88B04A731}" destId="{5E10166E-F26B-41DD-871D-05FD7043099D}" srcOrd="0" destOrd="0" presId="urn:microsoft.com/office/officeart/2005/8/layout/vList2"/>
    <dgm:cxn modelId="{4B7BB01D-8ED4-44C2-A161-1545A969C2EE}" srcId="{338F6C12-77CB-4DB7-885F-5039E89CB419}" destId="{58DA054C-DCE6-464C-B9EF-1674B203D558}" srcOrd="7" destOrd="0" parTransId="{0F2021B1-EC40-46DA-8B94-E73C861D3499}" sibTransId="{D7875BD3-EF30-4008-A89C-21A98A404F71}"/>
    <dgm:cxn modelId="{84CA355C-7007-4A82-BC25-B14FA340CC2A}" srcId="{338F6C12-77CB-4DB7-885F-5039E89CB419}" destId="{D6B9E5E1-6DB8-4754-B65F-6F1428D78C4E}" srcOrd="0" destOrd="0" parTransId="{BB552991-6E8A-4306-AB4F-CB75F0B0DADA}" sibTransId="{43CF45AF-20E4-46F2-A9AC-291A3E64FDEE}"/>
    <dgm:cxn modelId="{18163841-7C5D-4644-A47F-4DCA5A27EAA2}" srcId="{338F6C12-77CB-4DB7-885F-5039E89CB419}" destId="{4346E69E-D5AC-4C66-9864-A0F1B2A4B59A}" srcOrd="3" destOrd="0" parTransId="{38CEAC53-9897-4085-87DA-1F86129ACC60}" sibTransId="{455C7CFC-7662-4916-9055-54741868B78B}"/>
    <dgm:cxn modelId="{95000342-CE54-45FF-A906-E7B206D4E677}" type="presOf" srcId="{DF95C996-7168-4466-AFEE-E560CE01C5B8}" destId="{922CD601-5EFC-4A05-8671-F2EF81F7B805}" srcOrd="0" destOrd="0" presId="urn:microsoft.com/office/officeart/2005/8/layout/vList2"/>
    <dgm:cxn modelId="{055BFC65-266C-45C8-9A63-9F9AEFF3BA19}" type="presOf" srcId="{1D5D3709-E6A2-4E57-A3FD-89AEE926F43E}" destId="{276AF6D1-E469-4FF1-BF60-BDC625A3282A}" srcOrd="0" destOrd="0" presId="urn:microsoft.com/office/officeart/2005/8/layout/vList2"/>
    <dgm:cxn modelId="{39FA8F67-16BF-4408-9B29-6729B46DF65C}" srcId="{338F6C12-77CB-4DB7-885F-5039E89CB419}" destId="{AAB9B86E-F712-4331-93E3-59DF6B78250D}" srcOrd="6" destOrd="0" parTransId="{724D29EE-EFF8-4D9F-A7E5-7DF4CC0A4E83}" sibTransId="{CBCEF0F0-18F0-4E17-AA18-1D655D3F046A}"/>
    <dgm:cxn modelId="{5035E567-474C-48C8-9839-4049BEECE599}" srcId="{338F6C12-77CB-4DB7-885F-5039E89CB419}" destId="{C34266FF-397A-41C5-AB15-CEF11C2A9EB1}" srcOrd="5" destOrd="0" parTransId="{A5A21661-DD35-460E-8577-B3285D60D46E}" sibTransId="{2D69A147-BDE8-429D-83EA-A26F3AC95ACB}"/>
    <dgm:cxn modelId="{F7A5704B-4EC6-4719-9B33-A50DC4D17EE7}" srcId="{338F6C12-77CB-4DB7-885F-5039E89CB419}" destId="{DF95C996-7168-4466-AFEE-E560CE01C5B8}" srcOrd="2" destOrd="0" parTransId="{5F6E5500-BA41-4EE1-A885-F89B60308756}" sibTransId="{74DA26C1-5564-444F-8F70-DBB2A6EFA599}"/>
    <dgm:cxn modelId="{CBA7D86D-57FF-4909-A06D-477C3DB24037}" srcId="{338F6C12-77CB-4DB7-885F-5039E89CB419}" destId="{1D5D3709-E6A2-4E57-A3FD-89AEE926F43E}" srcOrd="4" destOrd="0" parTransId="{4F3656FB-2329-494D-817E-199CAF493556}" sibTransId="{C868ED3F-9290-4394-811D-ABEA63BCC708}"/>
    <dgm:cxn modelId="{F4327177-069C-408D-9877-FCA822D8FBBA}" srcId="{338F6C12-77CB-4DB7-885F-5039E89CB419}" destId="{DE31B1FF-AA22-43F0-A44D-CDCFFAB889FC}" srcOrd="9" destOrd="0" parTransId="{10744E82-C893-44E9-B5E1-14905177582B}" sibTransId="{ADE0E4EF-D58C-4487-8A82-59A22B766F01}"/>
    <dgm:cxn modelId="{D67BCB82-9E49-4691-8FC4-A158472B75B4}" type="presOf" srcId="{DE31B1FF-AA22-43F0-A44D-CDCFFAB889FC}" destId="{2BDA2B65-A0FB-4DD1-8498-872660A997E0}" srcOrd="0" destOrd="0" presId="urn:microsoft.com/office/officeart/2005/8/layout/vList2"/>
    <dgm:cxn modelId="{DB65DC94-CC47-49B6-9BD7-2BA575F83919}" type="presOf" srcId="{FF140F6C-6F59-4B65-B839-AF1D3FE21EC6}" destId="{8A7C3DB4-121E-413C-8AF3-D1C011291D21}" srcOrd="0" destOrd="0" presId="urn:microsoft.com/office/officeart/2005/8/layout/vList2"/>
    <dgm:cxn modelId="{35F720AB-C49D-4117-BB67-2389003119F9}" type="presOf" srcId="{338F6C12-77CB-4DB7-885F-5039E89CB419}" destId="{337B8D8D-4A67-49C2-B571-295753611598}" srcOrd="0" destOrd="0" presId="urn:microsoft.com/office/officeart/2005/8/layout/vList2"/>
    <dgm:cxn modelId="{A1964CB1-2699-4102-9CA8-5D550FB3B237}" srcId="{338F6C12-77CB-4DB7-885F-5039E89CB419}" destId="{FF140F6C-6F59-4B65-B839-AF1D3FE21EC6}" srcOrd="1" destOrd="0" parTransId="{F37BC7CB-7692-47B1-B483-A649DFACCBEC}" sibTransId="{7E759384-FD80-4F9D-9EE3-D1C24A2FBB0C}"/>
    <dgm:cxn modelId="{EC396BBB-0579-4F1F-BCD5-9CD10F95AE72}" type="presOf" srcId="{58DA054C-DCE6-464C-B9EF-1674B203D558}" destId="{9325F030-8FA0-40DB-94E5-341C36AF8AF6}" srcOrd="0" destOrd="0" presId="urn:microsoft.com/office/officeart/2005/8/layout/vList2"/>
    <dgm:cxn modelId="{86C79EBD-23C8-4A50-B881-BDA3366E375F}" type="presOf" srcId="{D6B9E5E1-6DB8-4754-B65F-6F1428D78C4E}" destId="{F3D07D2B-A5C7-4D28-9A06-1150858BBA83}" srcOrd="0" destOrd="0" presId="urn:microsoft.com/office/officeart/2005/8/layout/vList2"/>
    <dgm:cxn modelId="{4E5A4BEE-8AF3-4ACC-9469-271C50A33851}" type="presOf" srcId="{AAB9B86E-F712-4331-93E3-59DF6B78250D}" destId="{030023EF-F3BB-432C-B871-08A06548D52D}" srcOrd="0" destOrd="0" presId="urn:microsoft.com/office/officeart/2005/8/layout/vList2"/>
    <dgm:cxn modelId="{52C56FEE-6729-4CEF-8357-860394BC9AA6}" srcId="{338F6C12-77CB-4DB7-885F-5039E89CB419}" destId="{EE47A072-F9D2-46A9-B211-99B88B04A731}" srcOrd="8" destOrd="0" parTransId="{54E58CE3-82B5-4459-98B0-4D7FE9555476}" sibTransId="{D484DB60-E81D-495E-8140-97F4F542231A}"/>
    <dgm:cxn modelId="{73C02AFA-8015-4EA2-940B-3C82D13259D1}" type="presOf" srcId="{C34266FF-397A-41C5-AB15-CEF11C2A9EB1}" destId="{7AD6BDE7-4729-4E10-B73C-957BC2E2B123}" srcOrd="0" destOrd="0" presId="urn:microsoft.com/office/officeart/2005/8/layout/vList2"/>
    <dgm:cxn modelId="{7B3F9005-C15C-4CFE-B90B-1B90A373605B}" type="presParOf" srcId="{337B8D8D-4A67-49C2-B571-295753611598}" destId="{F3D07D2B-A5C7-4D28-9A06-1150858BBA83}" srcOrd="0" destOrd="0" presId="urn:microsoft.com/office/officeart/2005/8/layout/vList2"/>
    <dgm:cxn modelId="{A3EDCC78-997B-4D71-8641-CA2077C529B0}" type="presParOf" srcId="{337B8D8D-4A67-49C2-B571-295753611598}" destId="{FB626E27-10A7-4B29-999D-F98C76B0D3D1}" srcOrd="1" destOrd="0" presId="urn:microsoft.com/office/officeart/2005/8/layout/vList2"/>
    <dgm:cxn modelId="{AEFDCBD2-75F6-4EFC-AC34-B4F706643D73}" type="presParOf" srcId="{337B8D8D-4A67-49C2-B571-295753611598}" destId="{8A7C3DB4-121E-413C-8AF3-D1C011291D21}" srcOrd="2" destOrd="0" presId="urn:microsoft.com/office/officeart/2005/8/layout/vList2"/>
    <dgm:cxn modelId="{D3118792-EA10-472E-9EF9-2D0D77350EDF}" type="presParOf" srcId="{337B8D8D-4A67-49C2-B571-295753611598}" destId="{A663EE13-FDEF-4DC5-AC2E-394CA2FB032F}" srcOrd="3" destOrd="0" presId="urn:microsoft.com/office/officeart/2005/8/layout/vList2"/>
    <dgm:cxn modelId="{5A1A1322-AD05-4A4B-BD51-A8D4DD08D785}" type="presParOf" srcId="{337B8D8D-4A67-49C2-B571-295753611598}" destId="{922CD601-5EFC-4A05-8671-F2EF81F7B805}" srcOrd="4" destOrd="0" presId="urn:microsoft.com/office/officeart/2005/8/layout/vList2"/>
    <dgm:cxn modelId="{501DDDF5-7B3C-45E0-BE58-A41B815ED367}" type="presParOf" srcId="{337B8D8D-4A67-49C2-B571-295753611598}" destId="{06E65CE0-ED14-4FE0-9CEF-A917948FD292}" srcOrd="5" destOrd="0" presId="urn:microsoft.com/office/officeart/2005/8/layout/vList2"/>
    <dgm:cxn modelId="{597CA29E-0113-4BA7-9EB5-2F551D8305EB}" type="presParOf" srcId="{337B8D8D-4A67-49C2-B571-295753611598}" destId="{842B1DE8-4915-4E06-A08C-569EBAFDC65C}" srcOrd="6" destOrd="0" presId="urn:microsoft.com/office/officeart/2005/8/layout/vList2"/>
    <dgm:cxn modelId="{D288B8A5-393F-4EEF-B0E3-2E08002AAD59}" type="presParOf" srcId="{337B8D8D-4A67-49C2-B571-295753611598}" destId="{063A3224-F82A-45B9-94F3-EC3BA710719D}" srcOrd="7" destOrd="0" presId="urn:microsoft.com/office/officeart/2005/8/layout/vList2"/>
    <dgm:cxn modelId="{F068E86F-FC53-46C4-9902-2FE567680C86}" type="presParOf" srcId="{337B8D8D-4A67-49C2-B571-295753611598}" destId="{276AF6D1-E469-4FF1-BF60-BDC625A3282A}" srcOrd="8" destOrd="0" presId="urn:microsoft.com/office/officeart/2005/8/layout/vList2"/>
    <dgm:cxn modelId="{4C7F35D3-2DCA-47F0-94D6-D5D62ECD2C0C}" type="presParOf" srcId="{337B8D8D-4A67-49C2-B571-295753611598}" destId="{9B749BD8-FF03-4510-9615-E988989C01D4}" srcOrd="9" destOrd="0" presId="urn:microsoft.com/office/officeart/2005/8/layout/vList2"/>
    <dgm:cxn modelId="{C6AB216E-B698-45CA-B057-0FC525C2EEA3}" type="presParOf" srcId="{337B8D8D-4A67-49C2-B571-295753611598}" destId="{7AD6BDE7-4729-4E10-B73C-957BC2E2B123}" srcOrd="10" destOrd="0" presId="urn:microsoft.com/office/officeart/2005/8/layout/vList2"/>
    <dgm:cxn modelId="{CC6B6703-ABD9-4E9C-9AFB-F9D0CF1BEE82}" type="presParOf" srcId="{337B8D8D-4A67-49C2-B571-295753611598}" destId="{8DBA10B9-6FF7-4372-9775-7A1FE7B7B49E}" srcOrd="11" destOrd="0" presId="urn:microsoft.com/office/officeart/2005/8/layout/vList2"/>
    <dgm:cxn modelId="{10A18FD5-B043-47EF-9B7D-226C0D92065B}" type="presParOf" srcId="{337B8D8D-4A67-49C2-B571-295753611598}" destId="{030023EF-F3BB-432C-B871-08A06548D52D}" srcOrd="12" destOrd="0" presId="urn:microsoft.com/office/officeart/2005/8/layout/vList2"/>
    <dgm:cxn modelId="{BDBAABD4-33A7-4C8A-BBB6-A91CF1BF5E0B}" type="presParOf" srcId="{337B8D8D-4A67-49C2-B571-295753611598}" destId="{5C205D9B-40A9-4CA0-96BD-88EA664C67A8}" srcOrd="13" destOrd="0" presId="urn:microsoft.com/office/officeart/2005/8/layout/vList2"/>
    <dgm:cxn modelId="{48EF82BB-D35E-4F97-BA8B-0D7412B3D06F}" type="presParOf" srcId="{337B8D8D-4A67-49C2-B571-295753611598}" destId="{9325F030-8FA0-40DB-94E5-341C36AF8AF6}" srcOrd="14" destOrd="0" presId="urn:microsoft.com/office/officeart/2005/8/layout/vList2"/>
    <dgm:cxn modelId="{B534BD38-917B-45F9-A50E-59C5D57FF3B8}" type="presParOf" srcId="{337B8D8D-4A67-49C2-B571-295753611598}" destId="{76F94CB3-542E-4024-A944-6FEB4A90DFE2}" srcOrd="15" destOrd="0" presId="urn:microsoft.com/office/officeart/2005/8/layout/vList2"/>
    <dgm:cxn modelId="{DD0450B1-BEFA-44FE-B9D0-8D4FB23B155F}" type="presParOf" srcId="{337B8D8D-4A67-49C2-B571-295753611598}" destId="{5E10166E-F26B-41DD-871D-05FD7043099D}" srcOrd="16" destOrd="0" presId="urn:microsoft.com/office/officeart/2005/8/layout/vList2"/>
    <dgm:cxn modelId="{68C5EA44-7CFD-41E6-A08C-BA6BB91E8EBE}" type="presParOf" srcId="{337B8D8D-4A67-49C2-B571-295753611598}" destId="{62882E71-9CEC-47D7-A8FA-B1F3BE261448}" srcOrd="17" destOrd="0" presId="urn:microsoft.com/office/officeart/2005/8/layout/vList2"/>
    <dgm:cxn modelId="{1D8DE8A5-E30F-464C-9800-B45A550C71DF}" type="presParOf" srcId="{337B8D8D-4A67-49C2-B571-295753611598}" destId="{2BDA2B65-A0FB-4DD1-8498-872660A997E0}" srcOrd="1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C0F351-831A-480A-97DF-4CA1DC99447F}" type="doc">
      <dgm:prSet loTypeId="urn:microsoft.com/office/officeart/2005/8/layout/hierarchy3" loCatId="list" qsTypeId="urn:microsoft.com/office/officeart/2005/8/quickstyle/simple1" qsCatId="simple" csTypeId="urn:microsoft.com/office/officeart/2005/8/colors/accent3_2" csCatId="accent3" phldr="1"/>
      <dgm:spPr/>
      <dgm:t>
        <a:bodyPr/>
        <a:lstStyle/>
        <a:p>
          <a:endParaRPr lang="pl-PL"/>
        </a:p>
      </dgm:t>
    </dgm:pt>
    <dgm:pt modelId="{C7E47DDB-9A32-43CF-8CC9-41E14930EDF5}">
      <dgm:prSet phldrT="[Tekst]"/>
      <dgm:spPr>
        <a:solidFill>
          <a:srgbClr val="663300"/>
        </a:solidFill>
      </dgm:spPr>
      <dgm:t>
        <a:bodyPr/>
        <a:lstStyle/>
        <a:p>
          <a:r>
            <a:rPr lang="pl-PL" dirty="0" err="1"/>
            <a:t>Interpersonal</a:t>
          </a:r>
          <a:endParaRPr lang="pl-PL" dirty="0"/>
        </a:p>
      </dgm:t>
    </dgm:pt>
    <dgm:pt modelId="{BADC37B6-0F74-45D8-BD3F-DC9A53E1A7F8}" type="parTrans" cxnId="{0977920C-84F5-4A4B-8112-90C9A9E9EB75}">
      <dgm:prSet/>
      <dgm:spPr/>
      <dgm:t>
        <a:bodyPr/>
        <a:lstStyle/>
        <a:p>
          <a:endParaRPr lang="pl-PL"/>
        </a:p>
      </dgm:t>
    </dgm:pt>
    <dgm:pt modelId="{3D04BE19-6CE4-4531-9E14-9C22EF1B8B23}" type="sibTrans" cxnId="{0977920C-84F5-4A4B-8112-90C9A9E9EB75}">
      <dgm:prSet/>
      <dgm:spPr/>
      <dgm:t>
        <a:bodyPr/>
        <a:lstStyle/>
        <a:p>
          <a:endParaRPr lang="pl-PL"/>
        </a:p>
      </dgm:t>
    </dgm:pt>
    <dgm:pt modelId="{751CA1A1-64BA-431F-B5F6-151A43D1C67C}">
      <dgm:prSet phldrT="[Tekst]"/>
      <dgm:spPr/>
      <dgm:t>
        <a:bodyPr/>
        <a:lstStyle/>
        <a:p>
          <a:r>
            <a:rPr lang="pl-PL" dirty="0" err="1"/>
            <a:t>Figurehead</a:t>
          </a:r>
          <a:endParaRPr lang="pl-PL" dirty="0"/>
        </a:p>
      </dgm:t>
    </dgm:pt>
    <dgm:pt modelId="{6371F616-E420-4E43-87A3-CD3C208FA282}" type="parTrans" cxnId="{27311B6A-1832-427A-B32F-436B0C621255}">
      <dgm:prSet/>
      <dgm:spPr/>
      <dgm:t>
        <a:bodyPr/>
        <a:lstStyle/>
        <a:p>
          <a:endParaRPr lang="pl-PL"/>
        </a:p>
      </dgm:t>
    </dgm:pt>
    <dgm:pt modelId="{BEADF128-FA0E-473F-A2A2-C1DCBA46A44B}" type="sibTrans" cxnId="{27311B6A-1832-427A-B32F-436B0C621255}">
      <dgm:prSet/>
      <dgm:spPr/>
      <dgm:t>
        <a:bodyPr/>
        <a:lstStyle/>
        <a:p>
          <a:endParaRPr lang="pl-PL"/>
        </a:p>
      </dgm:t>
    </dgm:pt>
    <dgm:pt modelId="{D16C2576-0BB6-4715-AC51-31944C7D589E}">
      <dgm:prSet phldrT="[Tekst]"/>
      <dgm:spPr/>
      <dgm:t>
        <a:bodyPr/>
        <a:lstStyle/>
        <a:p>
          <a:r>
            <a:rPr lang="pl-PL" dirty="0"/>
            <a:t>Leader</a:t>
          </a:r>
        </a:p>
      </dgm:t>
    </dgm:pt>
    <dgm:pt modelId="{5A7C2447-F4D9-41D4-A72A-EFA2351C7B25}" type="parTrans" cxnId="{ADC960C3-9509-4B9B-9EF1-23D88A5F7EF8}">
      <dgm:prSet/>
      <dgm:spPr/>
      <dgm:t>
        <a:bodyPr/>
        <a:lstStyle/>
        <a:p>
          <a:endParaRPr lang="pl-PL"/>
        </a:p>
      </dgm:t>
    </dgm:pt>
    <dgm:pt modelId="{C46BE14F-8F0A-4856-8111-DD99EA6B8771}" type="sibTrans" cxnId="{ADC960C3-9509-4B9B-9EF1-23D88A5F7EF8}">
      <dgm:prSet/>
      <dgm:spPr/>
      <dgm:t>
        <a:bodyPr/>
        <a:lstStyle/>
        <a:p>
          <a:endParaRPr lang="pl-PL"/>
        </a:p>
      </dgm:t>
    </dgm:pt>
    <dgm:pt modelId="{13283450-9CA6-452E-B2F9-DF23B2E37271}">
      <dgm:prSet phldrT="[Tekst]"/>
      <dgm:spPr/>
      <dgm:t>
        <a:bodyPr/>
        <a:lstStyle/>
        <a:p>
          <a:r>
            <a:rPr lang="pl-PL" dirty="0" err="1"/>
            <a:t>Liaison</a:t>
          </a:r>
          <a:endParaRPr lang="pl-PL" dirty="0"/>
        </a:p>
      </dgm:t>
    </dgm:pt>
    <dgm:pt modelId="{51F69401-4102-4A0E-AD67-3B66398E6448}" type="parTrans" cxnId="{53A3B366-3DC4-43EE-A324-D47FD35B2B87}">
      <dgm:prSet/>
      <dgm:spPr/>
      <dgm:t>
        <a:bodyPr/>
        <a:lstStyle/>
        <a:p>
          <a:endParaRPr lang="pl-PL"/>
        </a:p>
      </dgm:t>
    </dgm:pt>
    <dgm:pt modelId="{DD49FDAF-EE0F-4C94-8239-C5A0B224D9CB}" type="sibTrans" cxnId="{53A3B366-3DC4-43EE-A324-D47FD35B2B87}">
      <dgm:prSet/>
      <dgm:spPr/>
      <dgm:t>
        <a:bodyPr/>
        <a:lstStyle/>
        <a:p>
          <a:endParaRPr lang="pl-PL"/>
        </a:p>
      </dgm:t>
    </dgm:pt>
    <dgm:pt modelId="{5AEC4804-0682-4937-B9BE-AAFA99A15AFE}">
      <dgm:prSet phldrT="[Tekst]"/>
      <dgm:spPr/>
      <dgm:t>
        <a:bodyPr/>
        <a:lstStyle/>
        <a:p>
          <a:r>
            <a:rPr lang="pl-PL" dirty="0"/>
            <a:t>Monitor</a:t>
          </a:r>
        </a:p>
      </dgm:t>
    </dgm:pt>
    <dgm:pt modelId="{40C7993D-ED7A-4AB1-A071-A514096F6396}" type="parTrans" cxnId="{D3A5BBC7-FB74-429F-B722-D0F911122CA5}">
      <dgm:prSet/>
      <dgm:spPr/>
      <dgm:t>
        <a:bodyPr/>
        <a:lstStyle/>
        <a:p>
          <a:endParaRPr lang="pl-PL"/>
        </a:p>
      </dgm:t>
    </dgm:pt>
    <dgm:pt modelId="{7A3D6EE2-9C90-43FD-BB6A-98099A324935}" type="sibTrans" cxnId="{D3A5BBC7-FB74-429F-B722-D0F911122CA5}">
      <dgm:prSet/>
      <dgm:spPr/>
      <dgm:t>
        <a:bodyPr/>
        <a:lstStyle/>
        <a:p>
          <a:endParaRPr lang="pl-PL"/>
        </a:p>
      </dgm:t>
    </dgm:pt>
    <dgm:pt modelId="{986215C2-9CE2-46EB-B63A-2AAC78399521}">
      <dgm:prSet phldrT="[Tekst]"/>
      <dgm:spPr>
        <a:solidFill>
          <a:srgbClr val="002060"/>
        </a:solidFill>
      </dgm:spPr>
      <dgm:t>
        <a:bodyPr/>
        <a:lstStyle/>
        <a:p>
          <a:r>
            <a:rPr lang="pl-PL" dirty="0" err="1"/>
            <a:t>Informational</a:t>
          </a:r>
          <a:endParaRPr lang="pl-PL" dirty="0"/>
        </a:p>
      </dgm:t>
    </dgm:pt>
    <dgm:pt modelId="{8DD24C35-480A-4769-A85D-B3169BD5D86B}" type="parTrans" cxnId="{9C8BFF32-AF2A-4E4F-96AD-91412AF33553}">
      <dgm:prSet/>
      <dgm:spPr/>
      <dgm:t>
        <a:bodyPr/>
        <a:lstStyle/>
        <a:p>
          <a:endParaRPr lang="pl-PL"/>
        </a:p>
      </dgm:t>
    </dgm:pt>
    <dgm:pt modelId="{5C75DFCA-E8A4-4E5E-B789-6893CA9C4ADC}" type="sibTrans" cxnId="{9C8BFF32-AF2A-4E4F-96AD-91412AF33553}">
      <dgm:prSet/>
      <dgm:spPr/>
      <dgm:t>
        <a:bodyPr/>
        <a:lstStyle/>
        <a:p>
          <a:endParaRPr lang="pl-PL"/>
        </a:p>
      </dgm:t>
    </dgm:pt>
    <dgm:pt modelId="{3ACA9084-2EE5-4971-AE1F-AA9CEC078CF3}">
      <dgm:prSet phldrT="[Tekst]"/>
      <dgm:spPr/>
      <dgm:t>
        <a:bodyPr/>
        <a:lstStyle/>
        <a:p>
          <a:r>
            <a:rPr lang="pl-PL" dirty="0" err="1"/>
            <a:t>Disseminator</a:t>
          </a:r>
          <a:endParaRPr lang="pl-PL" dirty="0"/>
        </a:p>
      </dgm:t>
    </dgm:pt>
    <dgm:pt modelId="{E9CF3880-945C-49D5-83B2-06393A27155C}" type="parTrans" cxnId="{F9840BC0-3325-4AE4-946B-D058CEF78477}">
      <dgm:prSet/>
      <dgm:spPr/>
      <dgm:t>
        <a:bodyPr/>
        <a:lstStyle/>
        <a:p>
          <a:endParaRPr lang="pl-PL"/>
        </a:p>
      </dgm:t>
    </dgm:pt>
    <dgm:pt modelId="{58BF85AA-0DBF-4951-B129-BEE1DDEF35F9}" type="sibTrans" cxnId="{F9840BC0-3325-4AE4-946B-D058CEF78477}">
      <dgm:prSet/>
      <dgm:spPr/>
      <dgm:t>
        <a:bodyPr/>
        <a:lstStyle/>
        <a:p>
          <a:endParaRPr lang="pl-PL"/>
        </a:p>
      </dgm:t>
    </dgm:pt>
    <dgm:pt modelId="{D5C24C8A-ED66-4F91-BAA4-3D6C4B7341BE}">
      <dgm:prSet phldrT="[Tekst]"/>
      <dgm:spPr/>
      <dgm:t>
        <a:bodyPr/>
        <a:lstStyle/>
        <a:p>
          <a:r>
            <a:rPr lang="pl-PL" dirty="0" err="1"/>
            <a:t>Spokesperson</a:t>
          </a:r>
          <a:endParaRPr lang="pl-PL" dirty="0"/>
        </a:p>
      </dgm:t>
    </dgm:pt>
    <dgm:pt modelId="{33E27BB9-0CB6-4268-A4FB-19500CE64A8C}" type="parTrans" cxnId="{639C62B3-52D6-4249-82EE-9F1BD634877A}">
      <dgm:prSet/>
      <dgm:spPr/>
      <dgm:t>
        <a:bodyPr/>
        <a:lstStyle/>
        <a:p>
          <a:endParaRPr lang="pl-PL"/>
        </a:p>
      </dgm:t>
    </dgm:pt>
    <dgm:pt modelId="{ECD41502-E87E-4C3C-8F14-E8281C5B5890}" type="sibTrans" cxnId="{639C62B3-52D6-4249-82EE-9F1BD634877A}">
      <dgm:prSet/>
      <dgm:spPr/>
      <dgm:t>
        <a:bodyPr/>
        <a:lstStyle/>
        <a:p>
          <a:endParaRPr lang="pl-PL"/>
        </a:p>
      </dgm:t>
    </dgm:pt>
    <dgm:pt modelId="{F571DBA1-1915-4B8E-866B-343ED249D45E}">
      <dgm:prSet phldrT="[Tekst]"/>
      <dgm:spPr>
        <a:solidFill>
          <a:schemeClr val="accent5">
            <a:lumMod val="75000"/>
          </a:schemeClr>
        </a:solidFill>
      </dgm:spPr>
      <dgm:t>
        <a:bodyPr/>
        <a:lstStyle/>
        <a:p>
          <a:r>
            <a:rPr lang="pl-PL" dirty="0" err="1"/>
            <a:t>Decisional</a:t>
          </a:r>
          <a:endParaRPr lang="pl-PL" dirty="0"/>
        </a:p>
      </dgm:t>
    </dgm:pt>
    <dgm:pt modelId="{09704DD9-3E51-44CF-AB21-8C30F70BA12B}" type="parTrans" cxnId="{43DF4D18-2CD5-4FDE-8C73-02BE1401C539}">
      <dgm:prSet/>
      <dgm:spPr/>
      <dgm:t>
        <a:bodyPr/>
        <a:lstStyle/>
        <a:p>
          <a:endParaRPr lang="pl-PL"/>
        </a:p>
      </dgm:t>
    </dgm:pt>
    <dgm:pt modelId="{47DF55F5-3D5E-4CB6-B675-5F6400A8BA7F}" type="sibTrans" cxnId="{43DF4D18-2CD5-4FDE-8C73-02BE1401C539}">
      <dgm:prSet/>
      <dgm:spPr/>
      <dgm:t>
        <a:bodyPr/>
        <a:lstStyle/>
        <a:p>
          <a:endParaRPr lang="pl-PL"/>
        </a:p>
      </dgm:t>
    </dgm:pt>
    <dgm:pt modelId="{92B06A90-EAB6-4FAC-A2E4-0F6B8EFEA89A}">
      <dgm:prSet phldrT="[Tekst]"/>
      <dgm:spPr/>
      <dgm:t>
        <a:bodyPr/>
        <a:lstStyle/>
        <a:p>
          <a:r>
            <a:rPr lang="pl-PL" dirty="0"/>
            <a:t>Entrepreneur</a:t>
          </a:r>
        </a:p>
      </dgm:t>
    </dgm:pt>
    <dgm:pt modelId="{46857A85-DCE1-4C14-AF45-8E3D53E56073}" type="parTrans" cxnId="{1E24DD4A-B704-464B-AF20-4483EBF3EFA9}">
      <dgm:prSet/>
      <dgm:spPr/>
      <dgm:t>
        <a:bodyPr/>
        <a:lstStyle/>
        <a:p>
          <a:endParaRPr lang="pl-PL"/>
        </a:p>
      </dgm:t>
    </dgm:pt>
    <dgm:pt modelId="{780184E2-2BCA-42E4-84AC-BEDDE4675174}" type="sibTrans" cxnId="{1E24DD4A-B704-464B-AF20-4483EBF3EFA9}">
      <dgm:prSet/>
      <dgm:spPr/>
      <dgm:t>
        <a:bodyPr/>
        <a:lstStyle/>
        <a:p>
          <a:endParaRPr lang="pl-PL"/>
        </a:p>
      </dgm:t>
    </dgm:pt>
    <dgm:pt modelId="{2993F944-F8F2-4200-AE27-6E1CCFB453E4}">
      <dgm:prSet phldrT="[Tekst]"/>
      <dgm:spPr/>
      <dgm:t>
        <a:bodyPr/>
        <a:lstStyle/>
        <a:p>
          <a:r>
            <a:rPr lang="pl-PL" dirty="0" err="1"/>
            <a:t>Disturbance</a:t>
          </a:r>
          <a:r>
            <a:rPr lang="pl-PL" dirty="0"/>
            <a:t> handler</a:t>
          </a:r>
        </a:p>
      </dgm:t>
    </dgm:pt>
    <dgm:pt modelId="{43714A6E-3236-4AB5-81B6-83AB2255C363}" type="parTrans" cxnId="{88D87E61-931C-4E11-86B3-8E6C50301B02}">
      <dgm:prSet/>
      <dgm:spPr/>
      <dgm:t>
        <a:bodyPr/>
        <a:lstStyle/>
        <a:p>
          <a:endParaRPr lang="pl-PL"/>
        </a:p>
      </dgm:t>
    </dgm:pt>
    <dgm:pt modelId="{DAB46AD2-E106-41A0-A7BE-51AA55365AEB}" type="sibTrans" cxnId="{88D87E61-931C-4E11-86B3-8E6C50301B02}">
      <dgm:prSet/>
      <dgm:spPr/>
      <dgm:t>
        <a:bodyPr/>
        <a:lstStyle/>
        <a:p>
          <a:endParaRPr lang="pl-PL"/>
        </a:p>
      </dgm:t>
    </dgm:pt>
    <dgm:pt modelId="{E0ECD0E8-7544-49AF-A8EF-D3BB979E2C53}">
      <dgm:prSet phldrT="[Tekst]"/>
      <dgm:spPr/>
      <dgm:t>
        <a:bodyPr/>
        <a:lstStyle/>
        <a:p>
          <a:r>
            <a:rPr lang="pl-PL" dirty="0"/>
            <a:t>Resource </a:t>
          </a:r>
          <a:r>
            <a:rPr lang="pl-PL" dirty="0" err="1"/>
            <a:t>allocator</a:t>
          </a:r>
          <a:endParaRPr lang="pl-PL" dirty="0"/>
        </a:p>
      </dgm:t>
    </dgm:pt>
    <dgm:pt modelId="{0C76B0CA-2B6B-45A3-BD51-27D4B04D0778}" type="parTrans" cxnId="{51F26125-A4C1-480D-9684-C4ACA5BB3F18}">
      <dgm:prSet/>
      <dgm:spPr/>
      <dgm:t>
        <a:bodyPr/>
        <a:lstStyle/>
        <a:p>
          <a:endParaRPr lang="pl-PL"/>
        </a:p>
      </dgm:t>
    </dgm:pt>
    <dgm:pt modelId="{DB47CD8F-8F7B-49B5-9439-D7753E8F0C83}" type="sibTrans" cxnId="{51F26125-A4C1-480D-9684-C4ACA5BB3F18}">
      <dgm:prSet/>
      <dgm:spPr/>
      <dgm:t>
        <a:bodyPr/>
        <a:lstStyle/>
        <a:p>
          <a:endParaRPr lang="pl-PL"/>
        </a:p>
      </dgm:t>
    </dgm:pt>
    <dgm:pt modelId="{18AD2F8C-8058-48ED-A5ED-18E59D23BD6C}">
      <dgm:prSet phldrT="[Tekst]"/>
      <dgm:spPr/>
      <dgm:t>
        <a:bodyPr/>
        <a:lstStyle/>
        <a:p>
          <a:r>
            <a:rPr lang="pl-PL" dirty="0" err="1"/>
            <a:t>Negotiator</a:t>
          </a:r>
          <a:endParaRPr lang="pl-PL" dirty="0"/>
        </a:p>
      </dgm:t>
    </dgm:pt>
    <dgm:pt modelId="{3851B1D7-71B3-49DE-8C97-CE128EA8CFED}" type="parTrans" cxnId="{9CDA8B1D-21A1-479A-BBF7-BB33E12185DB}">
      <dgm:prSet/>
      <dgm:spPr/>
      <dgm:t>
        <a:bodyPr/>
        <a:lstStyle/>
        <a:p>
          <a:endParaRPr lang="pl-PL"/>
        </a:p>
      </dgm:t>
    </dgm:pt>
    <dgm:pt modelId="{813C8A9A-FFB5-4446-BDFF-ED7698C4CEA3}" type="sibTrans" cxnId="{9CDA8B1D-21A1-479A-BBF7-BB33E12185DB}">
      <dgm:prSet/>
      <dgm:spPr/>
      <dgm:t>
        <a:bodyPr/>
        <a:lstStyle/>
        <a:p>
          <a:endParaRPr lang="pl-PL"/>
        </a:p>
      </dgm:t>
    </dgm:pt>
    <dgm:pt modelId="{1291ADE6-21D4-4307-9A1C-E83233AA56AE}" type="pres">
      <dgm:prSet presAssocID="{52C0F351-831A-480A-97DF-4CA1DC99447F}" presName="diagram" presStyleCnt="0">
        <dgm:presLayoutVars>
          <dgm:chPref val="1"/>
          <dgm:dir/>
          <dgm:animOne val="branch"/>
          <dgm:animLvl val="lvl"/>
          <dgm:resizeHandles/>
        </dgm:presLayoutVars>
      </dgm:prSet>
      <dgm:spPr/>
    </dgm:pt>
    <dgm:pt modelId="{DF480FF0-9D11-4F58-9184-D098140D5446}" type="pres">
      <dgm:prSet presAssocID="{C7E47DDB-9A32-43CF-8CC9-41E14930EDF5}" presName="root" presStyleCnt="0"/>
      <dgm:spPr/>
    </dgm:pt>
    <dgm:pt modelId="{0E89E2CC-DB01-4E64-BA46-1298B9F57C81}" type="pres">
      <dgm:prSet presAssocID="{C7E47DDB-9A32-43CF-8CC9-41E14930EDF5}" presName="rootComposite" presStyleCnt="0"/>
      <dgm:spPr/>
    </dgm:pt>
    <dgm:pt modelId="{AB6909D3-D6E7-4000-8930-2C2FA2CBE3A0}" type="pres">
      <dgm:prSet presAssocID="{C7E47DDB-9A32-43CF-8CC9-41E14930EDF5}" presName="rootText" presStyleLbl="node1" presStyleIdx="0" presStyleCnt="3"/>
      <dgm:spPr/>
    </dgm:pt>
    <dgm:pt modelId="{7C6E5415-B980-4E36-A5B4-32F590C94AAD}" type="pres">
      <dgm:prSet presAssocID="{C7E47DDB-9A32-43CF-8CC9-41E14930EDF5}" presName="rootConnector" presStyleLbl="node1" presStyleIdx="0" presStyleCnt="3"/>
      <dgm:spPr/>
    </dgm:pt>
    <dgm:pt modelId="{BB266941-1940-4968-ADDF-AE0A60915CD1}" type="pres">
      <dgm:prSet presAssocID="{C7E47DDB-9A32-43CF-8CC9-41E14930EDF5}" presName="childShape" presStyleCnt="0"/>
      <dgm:spPr/>
    </dgm:pt>
    <dgm:pt modelId="{F06FA795-8EA0-4F56-8EA1-922E3ABD2E69}" type="pres">
      <dgm:prSet presAssocID="{6371F616-E420-4E43-87A3-CD3C208FA282}" presName="Name13" presStyleLbl="parChTrans1D2" presStyleIdx="0" presStyleCnt="10"/>
      <dgm:spPr/>
    </dgm:pt>
    <dgm:pt modelId="{057D0F76-16CB-47FE-A577-E99FFA1EBBF0}" type="pres">
      <dgm:prSet presAssocID="{751CA1A1-64BA-431F-B5F6-151A43D1C67C}" presName="childText" presStyleLbl="bgAcc1" presStyleIdx="0" presStyleCnt="10">
        <dgm:presLayoutVars>
          <dgm:bulletEnabled val="1"/>
        </dgm:presLayoutVars>
      </dgm:prSet>
      <dgm:spPr/>
    </dgm:pt>
    <dgm:pt modelId="{023961C1-8B2A-47E5-815D-B4D5DCF2062F}" type="pres">
      <dgm:prSet presAssocID="{5A7C2447-F4D9-41D4-A72A-EFA2351C7B25}" presName="Name13" presStyleLbl="parChTrans1D2" presStyleIdx="1" presStyleCnt="10"/>
      <dgm:spPr/>
    </dgm:pt>
    <dgm:pt modelId="{8FC66E50-2D89-4B33-A45F-1639F0CFC59C}" type="pres">
      <dgm:prSet presAssocID="{D16C2576-0BB6-4715-AC51-31944C7D589E}" presName="childText" presStyleLbl="bgAcc1" presStyleIdx="1" presStyleCnt="10">
        <dgm:presLayoutVars>
          <dgm:bulletEnabled val="1"/>
        </dgm:presLayoutVars>
      </dgm:prSet>
      <dgm:spPr/>
    </dgm:pt>
    <dgm:pt modelId="{99E090B5-F935-44AE-AD9D-F9A1E58411AC}" type="pres">
      <dgm:prSet presAssocID="{51F69401-4102-4A0E-AD67-3B66398E6448}" presName="Name13" presStyleLbl="parChTrans1D2" presStyleIdx="2" presStyleCnt="10"/>
      <dgm:spPr/>
    </dgm:pt>
    <dgm:pt modelId="{30982A74-E86A-4161-92DD-0AC1AFCC24AF}" type="pres">
      <dgm:prSet presAssocID="{13283450-9CA6-452E-B2F9-DF23B2E37271}" presName="childText" presStyleLbl="bgAcc1" presStyleIdx="2" presStyleCnt="10">
        <dgm:presLayoutVars>
          <dgm:bulletEnabled val="1"/>
        </dgm:presLayoutVars>
      </dgm:prSet>
      <dgm:spPr/>
    </dgm:pt>
    <dgm:pt modelId="{D53F4D0D-2B71-4CAA-BE70-62C1D6C88F79}" type="pres">
      <dgm:prSet presAssocID="{986215C2-9CE2-46EB-B63A-2AAC78399521}" presName="root" presStyleCnt="0"/>
      <dgm:spPr/>
    </dgm:pt>
    <dgm:pt modelId="{AF3A0E71-7090-42AC-92AD-616AA493569D}" type="pres">
      <dgm:prSet presAssocID="{986215C2-9CE2-46EB-B63A-2AAC78399521}" presName="rootComposite" presStyleCnt="0"/>
      <dgm:spPr/>
    </dgm:pt>
    <dgm:pt modelId="{6EF88275-8952-4A89-ACC4-BA7152953789}" type="pres">
      <dgm:prSet presAssocID="{986215C2-9CE2-46EB-B63A-2AAC78399521}" presName="rootText" presStyleLbl="node1" presStyleIdx="1" presStyleCnt="3"/>
      <dgm:spPr/>
    </dgm:pt>
    <dgm:pt modelId="{30D2A4E9-E054-46AA-8C5B-C6888BC2816A}" type="pres">
      <dgm:prSet presAssocID="{986215C2-9CE2-46EB-B63A-2AAC78399521}" presName="rootConnector" presStyleLbl="node1" presStyleIdx="1" presStyleCnt="3"/>
      <dgm:spPr/>
    </dgm:pt>
    <dgm:pt modelId="{D455F02A-10AC-4F0A-BEA5-E59119BBCC27}" type="pres">
      <dgm:prSet presAssocID="{986215C2-9CE2-46EB-B63A-2AAC78399521}" presName="childShape" presStyleCnt="0"/>
      <dgm:spPr/>
    </dgm:pt>
    <dgm:pt modelId="{346311CC-A245-4858-92EE-4E1FE521D83C}" type="pres">
      <dgm:prSet presAssocID="{40C7993D-ED7A-4AB1-A071-A514096F6396}" presName="Name13" presStyleLbl="parChTrans1D2" presStyleIdx="3" presStyleCnt="10"/>
      <dgm:spPr/>
    </dgm:pt>
    <dgm:pt modelId="{4FEBCBE7-EBEA-4657-BD42-E4AEF45E5E6C}" type="pres">
      <dgm:prSet presAssocID="{5AEC4804-0682-4937-B9BE-AAFA99A15AFE}" presName="childText" presStyleLbl="bgAcc1" presStyleIdx="3" presStyleCnt="10">
        <dgm:presLayoutVars>
          <dgm:bulletEnabled val="1"/>
        </dgm:presLayoutVars>
      </dgm:prSet>
      <dgm:spPr/>
    </dgm:pt>
    <dgm:pt modelId="{8CC8E064-4F1D-4DE1-B497-62F01009ACAC}" type="pres">
      <dgm:prSet presAssocID="{E9CF3880-945C-49D5-83B2-06393A27155C}" presName="Name13" presStyleLbl="parChTrans1D2" presStyleIdx="4" presStyleCnt="10"/>
      <dgm:spPr/>
    </dgm:pt>
    <dgm:pt modelId="{98036093-8323-44B9-9566-C986F3C856D6}" type="pres">
      <dgm:prSet presAssocID="{3ACA9084-2EE5-4971-AE1F-AA9CEC078CF3}" presName="childText" presStyleLbl="bgAcc1" presStyleIdx="4" presStyleCnt="10">
        <dgm:presLayoutVars>
          <dgm:bulletEnabled val="1"/>
        </dgm:presLayoutVars>
      </dgm:prSet>
      <dgm:spPr/>
    </dgm:pt>
    <dgm:pt modelId="{DA8D4ABC-EFE4-4623-B36C-AC76B421E26D}" type="pres">
      <dgm:prSet presAssocID="{33E27BB9-0CB6-4268-A4FB-19500CE64A8C}" presName="Name13" presStyleLbl="parChTrans1D2" presStyleIdx="5" presStyleCnt="10"/>
      <dgm:spPr/>
    </dgm:pt>
    <dgm:pt modelId="{33EC8847-F8F0-40D8-9BE0-076F3204600D}" type="pres">
      <dgm:prSet presAssocID="{D5C24C8A-ED66-4F91-BAA4-3D6C4B7341BE}" presName="childText" presStyleLbl="bgAcc1" presStyleIdx="5" presStyleCnt="10">
        <dgm:presLayoutVars>
          <dgm:bulletEnabled val="1"/>
        </dgm:presLayoutVars>
      </dgm:prSet>
      <dgm:spPr/>
    </dgm:pt>
    <dgm:pt modelId="{05FFC4E5-6347-41C2-B86D-C2D1FAAC7D23}" type="pres">
      <dgm:prSet presAssocID="{F571DBA1-1915-4B8E-866B-343ED249D45E}" presName="root" presStyleCnt="0"/>
      <dgm:spPr/>
    </dgm:pt>
    <dgm:pt modelId="{4C1C5A96-39EB-445E-87C7-75ADB9C6AFD2}" type="pres">
      <dgm:prSet presAssocID="{F571DBA1-1915-4B8E-866B-343ED249D45E}" presName="rootComposite" presStyleCnt="0"/>
      <dgm:spPr/>
    </dgm:pt>
    <dgm:pt modelId="{F0AB634F-4D4D-490C-87BE-44F5BDCB9180}" type="pres">
      <dgm:prSet presAssocID="{F571DBA1-1915-4B8E-866B-343ED249D45E}" presName="rootText" presStyleLbl="node1" presStyleIdx="2" presStyleCnt="3"/>
      <dgm:spPr/>
    </dgm:pt>
    <dgm:pt modelId="{5023789C-387F-43E7-9B44-498697D5B202}" type="pres">
      <dgm:prSet presAssocID="{F571DBA1-1915-4B8E-866B-343ED249D45E}" presName="rootConnector" presStyleLbl="node1" presStyleIdx="2" presStyleCnt="3"/>
      <dgm:spPr/>
    </dgm:pt>
    <dgm:pt modelId="{A54C2C12-A160-4754-B0FA-D79E548FB8AF}" type="pres">
      <dgm:prSet presAssocID="{F571DBA1-1915-4B8E-866B-343ED249D45E}" presName="childShape" presStyleCnt="0"/>
      <dgm:spPr/>
    </dgm:pt>
    <dgm:pt modelId="{75B76C22-EED8-47BC-A6D5-2385DA4E92B5}" type="pres">
      <dgm:prSet presAssocID="{46857A85-DCE1-4C14-AF45-8E3D53E56073}" presName="Name13" presStyleLbl="parChTrans1D2" presStyleIdx="6" presStyleCnt="10"/>
      <dgm:spPr/>
    </dgm:pt>
    <dgm:pt modelId="{959B45F7-FBE0-4CB1-9E6D-A68AEB40029A}" type="pres">
      <dgm:prSet presAssocID="{92B06A90-EAB6-4FAC-A2E4-0F6B8EFEA89A}" presName="childText" presStyleLbl="bgAcc1" presStyleIdx="6" presStyleCnt="10">
        <dgm:presLayoutVars>
          <dgm:bulletEnabled val="1"/>
        </dgm:presLayoutVars>
      </dgm:prSet>
      <dgm:spPr/>
    </dgm:pt>
    <dgm:pt modelId="{A20D996A-296B-4674-94D4-057688E38160}" type="pres">
      <dgm:prSet presAssocID="{43714A6E-3236-4AB5-81B6-83AB2255C363}" presName="Name13" presStyleLbl="parChTrans1D2" presStyleIdx="7" presStyleCnt="10"/>
      <dgm:spPr/>
    </dgm:pt>
    <dgm:pt modelId="{AC8D6C91-9D59-4084-A80C-484A7068757A}" type="pres">
      <dgm:prSet presAssocID="{2993F944-F8F2-4200-AE27-6E1CCFB453E4}" presName="childText" presStyleLbl="bgAcc1" presStyleIdx="7" presStyleCnt="10">
        <dgm:presLayoutVars>
          <dgm:bulletEnabled val="1"/>
        </dgm:presLayoutVars>
      </dgm:prSet>
      <dgm:spPr/>
    </dgm:pt>
    <dgm:pt modelId="{E0517452-8E23-4BAA-A1C5-DD52C8087C52}" type="pres">
      <dgm:prSet presAssocID="{0C76B0CA-2B6B-45A3-BD51-27D4B04D0778}" presName="Name13" presStyleLbl="parChTrans1D2" presStyleIdx="8" presStyleCnt="10"/>
      <dgm:spPr/>
    </dgm:pt>
    <dgm:pt modelId="{0101C2D8-E205-425C-BFF0-E44F467280BF}" type="pres">
      <dgm:prSet presAssocID="{E0ECD0E8-7544-49AF-A8EF-D3BB979E2C53}" presName="childText" presStyleLbl="bgAcc1" presStyleIdx="8" presStyleCnt="10">
        <dgm:presLayoutVars>
          <dgm:bulletEnabled val="1"/>
        </dgm:presLayoutVars>
      </dgm:prSet>
      <dgm:spPr/>
    </dgm:pt>
    <dgm:pt modelId="{E394D019-0BEF-4976-A91C-AED4686D99CF}" type="pres">
      <dgm:prSet presAssocID="{3851B1D7-71B3-49DE-8C97-CE128EA8CFED}" presName="Name13" presStyleLbl="parChTrans1D2" presStyleIdx="9" presStyleCnt="10"/>
      <dgm:spPr/>
    </dgm:pt>
    <dgm:pt modelId="{46730E13-CE01-497A-A5A8-CEDAF0BF4F94}" type="pres">
      <dgm:prSet presAssocID="{18AD2F8C-8058-48ED-A5ED-18E59D23BD6C}" presName="childText" presStyleLbl="bgAcc1" presStyleIdx="9" presStyleCnt="10">
        <dgm:presLayoutVars>
          <dgm:bulletEnabled val="1"/>
        </dgm:presLayoutVars>
      </dgm:prSet>
      <dgm:spPr/>
    </dgm:pt>
  </dgm:ptLst>
  <dgm:cxnLst>
    <dgm:cxn modelId="{FFF97706-2915-4118-AF04-D702DF79BA48}" type="presOf" srcId="{986215C2-9CE2-46EB-B63A-2AAC78399521}" destId="{30D2A4E9-E054-46AA-8C5B-C6888BC2816A}" srcOrd="1" destOrd="0" presId="urn:microsoft.com/office/officeart/2005/8/layout/hierarchy3"/>
    <dgm:cxn modelId="{963D6B08-5E4D-4610-B2A1-EBA9D6FCB84A}" type="presOf" srcId="{986215C2-9CE2-46EB-B63A-2AAC78399521}" destId="{6EF88275-8952-4A89-ACC4-BA7152953789}" srcOrd="0" destOrd="0" presId="urn:microsoft.com/office/officeart/2005/8/layout/hierarchy3"/>
    <dgm:cxn modelId="{0977920C-84F5-4A4B-8112-90C9A9E9EB75}" srcId="{52C0F351-831A-480A-97DF-4CA1DC99447F}" destId="{C7E47DDB-9A32-43CF-8CC9-41E14930EDF5}" srcOrd="0" destOrd="0" parTransId="{BADC37B6-0F74-45D8-BD3F-DC9A53E1A7F8}" sibTransId="{3D04BE19-6CE4-4531-9E14-9C22EF1B8B23}"/>
    <dgm:cxn modelId="{E8E10B11-B796-4C91-B71F-731C68E557D2}" type="presOf" srcId="{3ACA9084-2EE5-4971-AE1F-AA9CEC078CF3}" destId="{98036093-8323-44B9-9566-C986F3C856D6}" srcOrd="0" destOrd="0" presId="urn:microsoft.com/office/officeart/2005/8/layout/hierarchy3"/>
    <dgm:cxn modelId="{8873CD16-F022-4D2E-87BC-4FF4E80C1A7E}" type="presOf" srcId="{0C76B0CA-2B6B-45A3-BD51-27D4B04D0778}" destId="{E0517452-8E23-4BAA-A1C5-DD52C8087C52}" srcOrd="0" destOrd="0" presId="urn:microsoft.com/office/officeart/2005/8/layout/hierarchy3"/>
    <dgm:cxn modelId="{43DF4D18-2CD5-4FDE-8C73-02BE1401C539}" srcId="{52C0F351-831A-480A-97DF-4CA1DC99447F}" destId="{F571DBA1-1915-4B8E-866B-343ED249D45E}" srcOrd="2" destOrd="0" parTransId="{09704DD9-3E51-44CF-AB21-8C30F70BA12B}" sibTransId="{47DF55F5-3D5E-4CB6-B675-5F6400A8BA7F}"/>
    <dgm:cxn modelId="{F151CB1C-C9FD-477B-B563-059F248D7B32}" type="presOf" srcId="{52C0F351-831A-480A-97DF-4CA1DC99447F}" destId="{1291ADE6-21D4-4307-9A1C-E83233AA56AE}" srcOrd="0" destOrd="0" presId="urn:microsoft.com/office/officeart/2005/8/layout/hierarchy3"/>
    <dgm:cxn modelId="{9CDA8B1D-21A1-479A-BBF7-BB33E12185DB}" srcId="{F571DBA1-1915-4B8E-866B-343ED249D45E}" destId="{18AD2F8C-8058-48ED-A5ED-18E59D23BD6C}" srcOrd="3" destOrd="0" parTransId="{3851B1D7-71B3-49DE-8C97-CE128EA8CFED}" sibTransId="{813C8A9A-FFB5-4446-BDFF-ED7698C4CEA3}"/>
    <dgm:cxn modelId="{33E3A21D-2F31-4B04-B8AF-DBC556DBF5B3}" type="presOf" srcId="{92B06A90-EAB6-4FAC-A2E4-0F6B8EFEA89A}" destId="{959B45F7-FBE0-4CB1-9E6D-A68AEB40029A}" srcOrd="0" destOrd="0" presId="urn:microsoft.com/office/officeart/2005/8/layout/hierarchy3"/>
    <dgm:cxn modelId="{51F26125-A4C1-480D-9684-C4ACA5BB3F18}" srcId="{F571DBA1-1915-4B8E-866B-343ED249D45E}" destId="{E0ECD0E8-7544-49AF-A8EF-D3BB979E2C53}" srcOrd="2" destOrd="0" parTransId="{0C76B0CA-2B6B-45A3-BD51-27D4B04D0778}" sibTransId="{DB47CD8F-8F7B-49B5-9439-D7753E8F0C83}"/>
    <dgm:cxn modelId="{3982342F-ECB7-4992-A6EE-89EEEB916C44}" type="presOf" srcId="{E0ECD0E8-7544-49AF-A8EF-D3BB979E2C53}" destId="{0101C2D8-E205-425C-BFF0-E44F467280BF}" srcOrd="0" destOrd="0" presId="urn:microsoft.com/office/officeart/2005/8/layout/hierarchy3"/>
    <dgm:cxn modelId="{9C8BFF32-AF2A-4E4F-96AD-91412AF33553}" srcId="{52C0F351-831A-480A-97DF-4CA1DC99447F}" destId="{986215C2-9CE2-46EB-B63A-2AAC78399521}" srcOrd="1" destOrd="0" parTransId="{8DD24C35-480A-4769-A85D-B3169BD5D86B}" sibTransId="{5C75DFCA-E8A4-4E5E-B789-6893CA9C4ADC}"/>
    <dgm:cxn modelId="{363F193D-A139-481A-817B-9704F49BD9C9}" type="presOf" srcId="{2993F944-F8F2-4200-AE27-6E1CCFB453E4}" destId="{AC8D6C91-9D59-4084-A80C-484A7068757A}" srcOrd="0" destOrd="0" presId="urn:microsoft.com/office/officeart/2005/8/layout/hierarchy3"/>
    <dgm:cxn modelId="{83466E3F-1F4D-4218-9D95-11534825D1CF}" type="presOf" srcId="{43714A6E-3236-4AB5-81B6-83AB2255C363}" destId="{A20D996A-296B-4674-94D4-057688E38160}" srcOrd="0" destOrd="0" presId="urn:microsoft.com/office/officeart/2005/8/layout/hierarchy3"/>
    <dgm:cxn modelId="{88D87E61-931C-4E11-86B3-8E6C50301B02}" srcId="{F571DBA1-1915-4B8E-866B-343ED249D45E}" destId="{2993F944-F8F2-4200-AE27-6E1CCFB453E4}" srcOrd="1" destOrd="0" parTransId="{43714A6E-3236-4AB5-81B6-83AB2255C363}" sibTransId="{DAB46AD2-E106-41A0-A7BE-51AA55365AEB}"/>
    <dgm:cxn modelId="{9FF7ED64-7833-4E78-AC80-29138DC7A9C7}" type="presOf" srcId="{13283450-9CA6-452E-B2F9-DF23B2E37271}" destId="{30982A74-E86A-4161-92DD-0AC1AFCC24AF}" srcOrd="0" destOrd="0" presId="urn:microsoft.com/office/officeart/2005/8/layout/hierarchy3"/>
    <dgm:cxn modelId="{53A3B366-3DC4-43EE-A324-D47FD35B2B87}" srcId="{C7E47DDB-9A32-43CF-8CC9-41E14930EDF5}" destId="{13283450-9CA6-452E-B2F9-DF23B2E37271}" srcOrd="2" destOrd="0" parTransId="{51F69401-4102-4A0E-AD67-3B66398E6448}" sibTransId="{DD49FDAF-EE0F-4C94-8239-C5A0B224D9CB}"/>
    <dgm:cxn modelId="{27311B6A-1832-427A-B32F-436B0C621255}" srcId="{C7E47DDB-9A32-43CF-8CC9-41E14930EDF5}" destId="{751CA1A1-64BA-431F-B5F6-151A43D1C67C}" srcOrd="0" destOrd="0" parTransId="{6371F616-E420-4E43-87A3-CD3C208FA282}" sibTransId="{BEADF128-FA0E-473F-A2A2-C1DCBA46A44B}"/>
    <dgm:cxn modelId="{1E24DD4A-B704-464B-AF20-4483EBF3EFA9}" srcId="{F571DBA1-1915-4B8E-866B-343ED249D45E}" destId="{92B06A90-EAB6-4FAC-A2E4-0F6B8EFEA89A}" srcOrd="0" destOrd="0" parTransId="{46857A85-DCE1-4C14-AF45-8E3D53E56073}" sibTransId="{780184E2-2BCA-42E4-84AC-BEDDE4675174}"/>
    <dgm:cxn modelId="{8CEC896D-CC51-4DCB-89E5-792DA09B303D}" type="presOf" srcId="{751CA1A1-64BA-431F-B5F6-151A43D1C67C}" destId="{057D0F76-16CB-47FE-A577-E99FFA1EBBF0}" srcOrd="0" destOrd="0" presId="urn:microsoft.com/office/officeart/2005/8/layout/hierarchy3"/>
    <dgm:cxn modelId="{BD8C5773-A267-4288-80EF-1BB1618341E2}" type="presOf" srcId="{18AD2F8C-8058-48ED-A5ED-18E59D23BD6C}" destId="{46730E13-CE01-497A-A5A8-CEDAF0BF4F94}" srcOrd="0" destOrd="0" presId="urn:microsoft.com/office/officeart/2005/8/layout/hierarchy3"/>
    <dgm:cxn modelId="{ECD60D54-91EA-4143-9105-D5E44138F12C}" type="presOf" srcId="{5A7C2447-F4D9-41D4-A72A-EFA2351C7B25}" destId="{023961C1-8B2A-47E5-815D-B4D5DCF2062F}" srcOrd="0" destOrd="0" presId="urn:microsoft.com/office/officeart/2005/8/layout/hierarchy3"/>
    <dgm:cxn modelId="{68E2E696-D079-4B6F-8FC8-9F46C49D449D}" type="presOf" srcId="{5AEC4804-0682-4937-B9BE-AAFA99A15AFE}" destId="{4FEBCBE7-EBEA-4657-BD42-E4AEF45E5E6C}" srcOrd="0" destOrd="0" presId="urn:microsoft.com/office/officeart/2005/8/layout/hierarchy3"/>
    <dgm:cxn modelId="{49A7EE9D-F950-4EDA-930F-0CAF62A22EC8}" type="presOf" srcId="{C7E47DDB-9A32-43CF-8CC9-41E14930EDF5}" destId="{7C6E5415-B980-4E36-A5B4-32F590C94AAD}" srcOrd="1" destOrd="0" presId="urn:microsoft.com/office/officeart/2005/8/layout/hierarchy3"/>
    <dgm:cxn modelId="{D518769E-5041-48D6-A3BE-C03B3D2BE506}" type="presOf" srcId="{E9CF3880-945C-49D5-83B2-06393A27155C}" destId="{8CC8E064-4F1D-4DE1-B497-62F01009ACAC}" srcOrd="0" destOrd="0" presId="urn:microsoft.com/office/officeart/2005/8/layout/hierarchy3"/>
    <dgm:cxn modelId="{22B678A4-6B94-4473-A3F7-810EBC70B2B5}" type="presOf" srcId="{F571DBA1-1915-4B8E-866B-343ED249D45E}" destId="{5023789C-387F-43E7-9B44-498697D5B202}" srcOrd="1" destOrd="0" presId="urn:microsoft.com/office/officeart/2005/8/layout/hierarchy3"/>
    <dgm:cxn modelId="{5A0AD5A4-9AC6-4421-9397-9F1D8B639123}" type="presOf" srcId="{F571DBA1-1915-4B8E-866B-343ED249D45E}" destId="{F0AB634F-4D4D-490C-87BE-44F5BDCB9180}" srcOrd="0" destOrd="0" presId="urn:microsoft.com/office/officeart/2005/8/layout/hierarchy3"/>
    <dgm:cxn modelId="{04324BA8-FDA2-4ED8-9EE6-C8D52E767545}" type="presOf" srcId="{33E27BB9-0CB6-4268-A4FB-19500CE64A8C}" destId="{DA8D4ABC-EFE4-4623-B36C-AC76B421E26D}" srcOrd="0" destOrd="0" presId="urn:microsoft.com/office/officeart/2005/8/layout/hierarchy3"/>
    <dgm:cxn modelId="{41878BAA-C530-4133-B44E-D1CE649C8D29}" type="presOf" srcId="{3851B1D7-71B3-49DE-8C97-CE128EA8CFED}" destId="{E394D019-0BEF-4976-A91C-AED4686D99CF}" srcOrd="0" destOrd="0" presId="urn:microsoft.com/office/officeart/2005/8/layout/hierarchy3"/>
    <dgm:cxn modelId="{639C62B3-52D6-4249-82EE-9F1BD634877A}" srcId="{986215C2-9CE2-46EB-B63A-2AAC78399521}" destId="{D5C24C8A-ED66-4F91-BAA4-3D6C4B7341BE}" srcOrd="2" destOrd="0" parTransId="{33E27BB9-0CB6-4268-A4FB-19500CE64A8C}" sibTransId="{ECD41502-E87E-4C3C-8F14-E8281C5B5890}"/>
    <dgm:cxn modelId="{B4E67AB5-3CE6-46C9-B070-FD1F4EC67F57}" type="presOf" srcId="{40C7993D-ED7A-4AB1-A071-A514096F6396}" destId="{346311CC-A245-4858-92EE-4E1FE521D83C}" srcOrd="0" destOrd="0" presId="urn:microsoft.com/office/officeart/2005/8/layout/hierarchy3"/>
    <dgm:cxn modelId="{0487C1B7-0458-4127-9D2E-AE97720ACCCB}" type="presOf" srcId="{46857A85-DCE1-4C14-AF45-8E3D53E56073}" destId="{75B76C22-EED8-47BC-A6D5-2385DA4E92B5}" srcOrd="0" destOrd="0" presId="urn:microsoft.com/office/officeart/2005/8/layout/hierarchy3"/>
    <dgm:cxn modelId="{7FEBF2BE-851A-4D32-8965-E3D5E6BB6AAB}" type="presOf" srcId="{6371F616-E420-4E43-87A3-CD3C208FA282}" destId="{F06FA795-8EA0-4F56-8EA1-922E3ABD2E69}" srcOrd="0" destOrd="0" presId="urn:microsoft.com/office/officeart/2005/8/layout/hierarchy3"/>
    <dgm:cxn modelId="{F9840BC0-3325-4AE4-946B-D058CEF78477}" srcId="{986215C2-9CE2-46EB-B63A-2AAC78399521}" destId="{3ACA9084-2EE5-4971-AE1F-AA9CEC078CF3}" srcOrd="1" destOrd="0" parTransId="{E9CF3880-945C-49D5-83B2-06393A27155C}" sibTransId="{58BF85AA-0DBF-4951-B129-BEE1DDEF35F9}"/>
    <dgm:cxn modelId="{ADC960C3-9509-4B9B-9EF1-23D88A5F7EF8}" srcId="{C7E47DDB-9A32-43CF-8CC9-41E14930EDF5}" destId="{D16C2576-0BB6-4715-AC51-31944C7D589E}" srcOrd="1" destOrd="0" parTransId="{5A7C2447-F4D9-41D4-A72A-EFA2351C7B25}" sibTransId="{C46BE14F-8F0A-4856-8111-DD99EA6B8771}"/>
    <dgm:cxn modelId="{D3A5BBC7-FB74-429F-B722-D0F911122CA5}" srcId="{986215C2-9CE2-46EB-B63A-2AAC78399521}" destId="{5AEC4804-0682-4937-B9BE-AAFA99A15AFE}" srcOrd="0" destOrd="0" parTransId="{40C7993D-ED7A-4AB1-A071-A514096F6396}" sibTransId="{7A3D6EE2-9C90-43FD-BB6A-98099A324935}"/>
    <dgm:cxn modelId="{16B551D9-3B82-47D7-A232-360FA9D3F339}" type="presOf" srcId="{C7E47DDB-9A32-43CF-8CC9-41E14930EDF5}" destId="{AB6909D3-D6E7-4000-8930-2C2FA2CBE3A0}" srcOrd="0" destOrd="0" presId="urn:microsoft.com/office/officeart/2005/8/layout/hierarchy3"/>
    <dgm:cxn modelId="{B94566E4-90EA-4ACD-99FA-3C80F1B9D507}" type="presOf" srcId="{51F69401-4102-4A0E-AD67-3B66398E6448}" destId="{99E090B5-F935-44AE-AD9D-F9A1E58411AC}" srcOrd="0" destOrd="0" presId="urn:microsoft.com/office/officeart/2005/8/layout/hierarchy3"/>
    <dgm:cxn modelId="{CDBD6CEA-B135-4D4B-9907-A673E979D2E0}" type="presOf" srcId="{D5C24C8A-ED66-4F91-BAA4-3D6C4B7341BE}" destId="{33EC8847-F8F0-40D8-9BE0-076F3204600D}" srcOrd="0" destOrd="0" presId="urn:microsoft.com/office/officeart/2005/8/layout/hierarchy3"/>
    <dgm:cxn modelId="{8C5E45F2-07BC-4FC4-9AFC-C82D1D295BA0}" type="presOf" srcId="{D16C2576-0BB6-4715-AC51-31944C7D589E}" destId="{8FC66E50-2D89-4B33-A45F-1639F0CFC59C}" srcOrd="0" destOrd="0" presId="urn:microsoft.com/office/officeart/2005/8/layout/hierarchy3"/>
    <dgm:cxn modelId="{CA953A6F-0822-4427-8C15-20E993DDAFF1}" type="presParOf" srcId="{1291ADE6-21D4-4307-9A1C-E83233AA56AE}" destId="{DF480FF0-9D11-4F58-9184-D098140D5446}" srcOrd="0" destOrd="0" presId="urn:microsoft.com/office/officeart/2005/8/layout/hierarchy3"/>
    <dgm:cxn modelId="{DD2351C1-DBEC-498A-9D2B-389213B417F3}" type="presParOf" srcId="{DF480FF0-9D11-4F58-9184-D098140D5446}" destId="{0E89E2CC-DB01-4E64-BA46-1298B9F57C81}" srcOrd="0" destOrd="0" presId="urn:microsoft.com/office/officeart/2005/8/layout/hierarchy3"/>
    <dgm:cxn modelId="{409FC015-FBE7-4AD7-9E3C-BF39AF338399}" type="presParOf" srcId="{0E89E2CC-DB01-4E64-BA46-1298B9F57C81}" destId="{AB6909D3-D6E7-4000-8930-2C2FA2CBE3A0}" srcOrd="0" destOrd="0" presId="urn:microsoft.com/office/officeart/2005/8/layout/hierarchy3"/>
    <dgm:cxn modelId="{E02C9189-6D5B-416D-9B5A-2FE3A02CD76F}" type="presParOf" srcId="{0E89E2CC-DB01-4E64-BA46-1298B9F57C81}" destId="{7C6E5415-B980-4E36-A5B4-32F590C94AAD}" srcOrd="1" destOrd="0" presId="urn:microsoft.com/office/officeart/2005/8/layout/hierarchy3"/>
    <dgm:cxn modelId="{05135915-F72D-43BB-AB6F-AE52ECBA3318}" type="presParOf" srcId="{DF480FF0-9D11-4F58-9184-D098140D5446}" destId="{BB266941-1940-4968-ADDF-AE0A60915CD1}" srcOrd="1" destOrd="0" presId="urn:microsoft.com/office/officeart/2005/8/layout/hierarchy3"/>
    <dgm:cxn modelId="{4FF11DE6-F039-4D37-A4E8-3D1457C57D78}" type="presParOf" srcId="{BB266941-1940-4968-ADDF-AE0A60915CD1}" destId="{F06FA795-8EA0-4F56-8EA1-922E3ABD2E69}" srcOrd="0" destOrd="0" presId="urn:microsoft.com/office/officeart/2005/8/layout/hierarchy3"/>
    <dgm:cxn modelId="{A1F352FD-C1B7-4AFF-9931-0366B3D0C327}" type="presParOf" srcId="{BB266941-1940-4968-ADDF-AE0A60915CD1}" destId="{057D0F76-16CB-47FE-A577-E99FFA1EBBF0}" srcOrd="1" destOrd="0" presId="urn:microsoft.com/office/officeart/2005/8/layout/hierarchy3"/>
    <dgm:cxn modelId="{3371618C-3F61-4CAD-85EA-01B4FB079D26}" type="presParOf" srcId="{BB266941-1940-4968-ADDF-AE0A60915CD1}" destId="{023961C1-8B2A-47E5-815D-B4D5DCF2062F}" srcOrd="2" destOrd="0" presId="urn:microsoft.com/office/officeart/2005/8/layout/hierarchy3"/>
    <dgm:cxn modelId="{77EB8C6B-3B18-459D-96CA-4BB7536776AC}" type="presParOf" srcId="{BB266941-1940-4968-ADDF-AE0A60915CD1}" destId="{8FC66E50-2D89-4B33-A45F-1639F0CFC59C}" srcOrd="3" destOrd="0" presId="urn:microsoft.com/office/officeart/2005/8/layout/hierarchy3"/>
    <dgm:cxn modelId="{BBBF9CED-D3AA-4D8E-916F-D58E5E1FCC2D}" type="presParOf" srcId="{BB266941-1940-4968-ADDF-AE0A60915CD1}" destId="{99E090B5-F935-44AE-AD9D-F9A1E58411AC}" srcOrd="4" destOrd="0" presId="urn:microsoft.com/office/officeart/2005/8/layout/hierarchy3"/>
    <dgm:cxn modelId="{0092A4D7-D1D2-4680-B595-A2DFAB70F06C}" type="presParOf" srcId="{BB266941-1940-4968-ADDF-AE0A60915CD1}" destId="{30982A74-E86A-4161-92DD-0AC1AFCC24AF}" srcOrd="5" destOrd="0" presId="urn:microsoft.com/office/officeart/2005/8/layout/hierarchy3"/>
    <dgm:cxn modelId="{B31E2E2F-DC24-4EFD-97E6-1271A7B62098}" type="presParOf" srcId="{1291ADE6-21D4-4307-9A1C-E83233AA56AE}" destId="{D53F4D0D-2B71-4CAA-BE70-62C1D6C88F79}" srcOrd="1" destOrd="0" presId="urn:microsoft.com/office/officeart/2005/8/layout/hierarchy3"/>
    <dgm:cxn modelId="{22ADFA9C-F608-418E-8794-0C842DD281E6}" type="presParOf" srcId="{D53F4D0D-2B71-4CAA-BE70-62C1D6C88F79}" destId="{AF3A0E71-7090-42AC-92AD-616AA493569D}" srcOrd="0" destOrd="0" presId="urn:microsoft.com/office/officeart/2005/8/layout/hierarchy3"/>
    <dgm:cxn modelId="{C590A3E5-A46A-4418-8FBD-BD8E0A7D4E2C}" type="presParOf" srcId="{AF3A0E71-7090-42AC-92AD-616AA493569D}" destId="{6EF88275-8952-4A89-ACC4-BA7152953789}" srcOrd="0" destOrd="0" presId="urn:microsoft.com/office/officeart/2005/8/layout/hierarchy3"/>
    <dgm:cxn modelId="{04F00CBA-4BD5-401E-BAAB-FAEE00F76AF9}" type="presParOf" srcId="{AF3A0E71-7090-42AC-92AD-616AA493569D}" destId="{30D2A4E9-E054-46AA-8C5B-C6888BC2816A}" srcOrd="1" destOrd="0" presId="urn:microsoft.com/office/officeart/2005/8/layout/hierarchy3"/>
    <dgm:cxn modelId="{1D2AB7D6-0E77-496F-86DD-88523F5FBA8B}" type="presParOf" srcId="{D53F4D0D-2B71-4CAA-BE70-62C1D6C88F79}" destId="{D455F02A-10AC-4F0A-BEA5-E59119BBCC27}" srcOrd="1" destOrd="0" presId="urn:microsoft.com/office/officeart/2005/8/layout/hierarchy3"/>
    <dgm:cxn modelId="{089AE8FB-F732-426B-B01A-4C7518C8A64A}" type="presParOf" srcId="{D455F02A-10AC-4F0A-BEA5-E59119BBCC27}" destId="{346311CC-A245-4858-92EE-4E1FE521D83C}" srcOrd="0" destOrd="0" presId="urn:microsoft.com/office/officeart/2005/8/layout/hierarchy3"/>
    <dgm:cxn modelId="{280F7B46-136C-4DB2-A051-53E15292A6E4}" type="presParOf" srcId="{D455F02A-10AC-4F0A-BEA5-E59119BBCC27}" destId="{4FEBCBE7-EBEA-4657-BD42-E4AEF45E5E6C}" srcOrd="1" destOrd="0" presId="urn:microsoft.com/office/officeart/2005/8/layout/hierarchy3"/>
    <dgm:cxn modelId="{ECAAE8A7-A685-4A7A-81DE-723942E817D3}" type="presParOf" srcId="{D455F02A-10AC-4F0A-BEA5-E59119BBCC27}" destId="{8CC8E064-4F1D-4DE1-B497-62F01009ACAC}" srcOrd="2" destOrd="0" presId="urn:microsoft.com/office/officeart/2005/8/layout/hierarchy3"/>
    <dgm:cxn modelId="{915CBDC8-6620-4054-B9A2-4D32E69A66B0}" type="presParOf" srcId="{D455F02A-10AC-4F0A-BEA5-E59119BBCC27}" destId="{98036093-8323-44B9-9566-C986F3C856D6}" srcOrd="3" destOrd="0" presId="urn:microsoft.com/office/officeart/2005/8/layout/hierarchy3"/>
    <dgm:cxn modelId="{32A305BB-4484-4D87-A60D-72D5DB6E1D95}" type="presParOf" srcId="{D455F02A-10AC-4F0A-BEA5-E59119BBCC27}" destId="{DA8D4ABC-EFE4-4623-B36C-AC76B421E26D}" srcOrd="4" destOrd="0" presId="urn:microsoft.com/office/officeart/2005/8/layout/hierarchy3"/>
    <dgm:cxn modelId="{279C9899-55E0-4477-9F91-7A7A57AD987D}" type="presParOf" srcId="{D455F02A-10AC-4F0A-BEA5-E59119BBCC27}" destId="{33EC8847-F8F0-40D8-9BE0-076F3204600D}" srcOrd="5" destOrd="0" presId="urn:microsoft.com/office/officeart/2005/8/layout/hierarchy3"/>
    <dgm:cxn modelId="{38931951-4B47-4F3C-94EA-A4018532F059}" type="presParOf" srcId="{1291ADE6-21D4-4307-9A1C-E83233AA56AE}" destId="{05FFC4E5-6347-41C2-B86D-C2D1FAAC7D23}" srcOrd="2" destOrd="0" presId="urn:microsoft.com/office/officeart/2005/8/layout/hierarchy3"/>
    <dgm:cxn modelId="{009838A7-D393-4FCD-9AA8-615F4C044DB4}" type="presParOf" srcId="{05FFC4E5-6347-41C2-B86D-C2D1FAAC7D23}" destId="{4C1C5A96-39EB-445E-87C7-75ADB9C6AFD2}" srcOrd="0" destOrd="0" presId="urn:microsoft.com/office/officeart/2005/8/layout/hierarchy3"/>
    <dgm:cxn modelId="{7F8398AF-64D7-4BA3-9815-DBE50D28AFBC}" type="presParOf" srcId="{4C1C5A96-39EB-445E-87C7-75ADB9C6AFD2}" destId="{F0AB634F-4D4D-490C-87BE-44F5BDCB9180}" srcOrd="0" destOrd="0" presId="urn:microsoft.com/office/officeart/2005/8/layout/hierarchy3"/>
    <dgm:cxn modelId="{E52A94B1-143F-495C-BF75-C89A469BB230}" type="presParOf" srcId="{4C1C5A96-39EB-445E-87C7-75ADB9C6AFD2}" destId="{5023789C-387F-43E7-9B44-498697D5B202}" srcOrd="1" destOrd="0" presId="urn:microsoft.com/office/officeart/2005/8/layout/hierarchy3"/>
    <dgm:cxn modelId="{CADA85AA-467F-4E3A-AB4B-945FFFE01FB0}" type="presParOf" srcId="{05FFC4E5-6347-41C2-B86D-C2D1FAAC7D23}" destId="{A54C2C12-A160-4754-B0FA-D79E548FB8AF}" srcOrd="1" destOrd="0" presId="urn:microsoft.com/office/officeart/2005/8/layout/hierarchy3"/>
    <dgm:cxn modelId="{500DE0F5-3827-4942-94FA-A3255B6BCB12}" type="presParOf" srcId="{A54C2C12-A160-4754-B0FA-D79E548FB8AF}" destId="{75B76C22-EED8-47BC-A6D5-2385DA4E92B5}" srcOrd="0" destOrd="0" presId="urn:microsoft.com/office/officeart/2005/8/layout/hierarchy3"/>
    <dgm:cxn modelId="{4C54C943-F81A-41D4-98C8-43CE9D1917CB}" type="presParOf" srcId="{A54C2C12-A160-4754-B0FA-D79E548FB8AF}" destId="{959B45F7-FBE0-4CB1-9E6D-A68AEB40029A}" srcOrd="1" destOrd="0" presId="urn:microsoft.com/office/officeart/2005/8/layout/hierarchy3"/>
    <dgm:cxn modelId="{90C9EEB4-98EA-4BE8-A50B-4BA0F4B99A0F}" type="presParOf" srcId="{A54C2C12-A160-4754-B0FA-D79E548FB8AF}" destId="{A20D996A-296B-4674-94D4-057688E38160}" srcOrd="2" destOrd="0" presId="urn:microsoft.com/office/officeart/2005/8/layout/hierarchy3"/>
    <dgm:cxn modelId="{A9384C13-006C-44BD-B1C2-0DB09DA289C8}" type="presParOf" srcId="{A54C2C12-A160-4754-B0FA-D79E548FB8AF}" destId="{AC8D6C91-9D59-4084-A80C-484A7068757A}" srcOrd="3" destOrd="0" presId="urn:microsoft.com/office/officeart/2005/8/layout/hierarchy3"/>
    <dgm:cxn modelId="{AC2F4506-DC48-402D-AA51-B7DD2B7388D1}" type="presParOf" srcId="{A54C2C12-A160-4754-B0FA-D79E548FB8AF}" destId="{E0517452-8E23-4BAA-A1C5-DD52C8087C52}" srcOrd="4" destOrd="0" presId="urn:microsoft.com/office/officeart/2005/8/layout/hierarchy3"/>
    <dgm:cxn modelId="{DB36E100-77BC-436C-AA86-3E66C8EA916D}" type="presParOf" srcId="{A54C2C12-A160-4754-B0FA-D79E548FB8AF}" destId="{0101C2D8-E205-425C-BFF0-E44F467280BF}" srcOrd="5" destOrd="0" presId="urn:microsoft.com/office/officeart/2005/8/layout/hierarchy3"/>
    <dgm:cxn modelId="{DE2A45C7-19B6-4653-9146-2C458427645E}" type="presParOf" srcId="{A54C2C12-A160-4754-B0FA-D79E548FB8AF}" destId="{E394D019-0BEF-4976-A91C-AED4686D99CF}" srcOrd="6" destOrd="0" presId="urn:microsoft.com/office/officeart/2005/8/layout/hierarchy3"/>
    <dgm:cxn modelId="{967A20EA-C7DB-4FA4-A32F-DB23DCD84764}" type="presParOf" srcId="{A54C2C12-A160-4754-B0FA-D79E548FB8AF}" destId="{46730E13-CE01-497A-A5A8-CEDAF0BF4F94}" srcOrd="7"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A6327-A888-4378-B932-7FF834EAE30D}">
      <dsp:nvSpPr>
        <dsp:cNvPr id="0" name=""/>
        <dsp:cNvSpPr/>
      </dsp:nvSpPr>
      <dsp:spPr>
        <a:xfrm>
          <a:off x="1937" y="0"/>
          <a:ext cx="1519317" cy="952489"/>
        </a:xfrm>
        <a:prstGeom prst="roundRect">
          <a:avLst>
            <a:gd name="adj" fmla="val 10000"/>
          </a:avLst>
        </a:prstGeom>
        <a:solidFill>
          <a:schemeClr val="bg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663300"/>
            </a:buClr>
            <a:buFont typeface="+mj-lt"/>
            <a:buNone/>
          </a:pPr>
          <a:r>
            <a:rPr lang="en-US" sz="1600" kern="1200" dirty="0">
              <a:solidFill>
                <a:srgbClr val="663300"/>
              </a:solidFill>
              <a:latin typeface="Tenorite" panose="00000500000000000000" pitchFamily="2" charset="0"/>
            </a:rPr>
            <a:t>Team or area leader</a:t>
          </a:r>
          <a:endParaRPr lang="pl-PL" sz="1600" kern="1200" dirty="0">
            <a:solidFill>
              <a:srgbClr val="663300"/>
            </a:solidFill>
          </a:endParaRPr>
        </a:p>
      </dsp:txBody>
      <dsp:txXfrm>
        <a:off x="29834" y="27897"/>
        <a:ext cx="1463523" cy="896695"/>
      </dsp:txXfrm>
    </dsp:sp>
    <dsp:sp modelId="{5949390B-F908-4A62-9C13-BCCCFE93E3F4}">
      <dsp:nvSpPr>
        <dsp:cNvPr id="0" name=""/>
        <dsp:cNvSpPr/>
      </dsp:nvSpPr>
      <dsp:spPr>
        <a:xfrm>
          <a:off x="1681950" y="0"/>
          <a:ext cx="1432369" cy="952489"/>
        </a:xfrm>
        <a:prstGeom prst="roundRect">
          <a:avLst>
            <a:gd name="adj" fmla="val 10000"/>
          </a:avLst>
        </a:prstGeom>
        <a:solidFill>
          <a:schemeClr val="bg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663300"/>
            </a:buClr>
            <a:buFont typeface="+mj-lt"/>
            <a:buNone/>
          </a:pPr>
          <a:r>
            <a:rPr lang="en-US" sz="1600" kern="1200" dirty="0">
              <a:solidFill>
                <a:srgbClr val="663300"/>
              </a:solidFill>
              <a:latin typeface="Tenorite" panose="00000500000000000000" pitchFamily="2" charset="0"/>
            </a:rPr>
            <a:t>Front-line supervisor</a:t>
          </a:r>
          <a:endParaRPr lang="pl-PL" sz="1600" kern="1200" dirty="0">
            <a:solidFill>
              <a:srgbClr val="663300"/>
            </a:solidFill>
          </a:endParaRPr>
        </a:p>
      </dsp:txBody>
      <dsp:txXfrm>
        <a:off x="1709847" y="27897"/>
        <a:ext cx="1376575" cy="896695"/>
      </dsp:txXfrm>
    </dsp:sp>
    <dsp:sp modelId="{FEC79DE7-AC28-4196-A2A4-BAF36095099C}">
      <dsp:nvSpPr>
        <dsp:cNvPr id="0" name=""/>
        <dsp:cNvSpPr/>
      </dsp:nvSpPr>
      <dsp:spPr>
        <a:xfrm>
          <a:off x="3275015" y="0"/>
          <a:ext cx="1358708" cy="952489"/>
        </a:xfrm>
        <a:prstGeom prst="roundRect">
          <a:avLst>
            <a:gd name="adj" fmla="val 10000"/>
          </a:avLst>
        </a:prstGeom>
        <a:solidFill>
          <a:schemeClr val="bg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663300"/>
            </a:buClr>
            <a:buFont typeface="+mj-lt"/>
            <a:buNone/>
          </a:pPr>
          <a:r>
            <a:rPr lang="en-US" sz="1600" kern="1200" dirty="0">
              <a:solidFill>
                <a:srgbClr val="663300"/>
              </a:solidFill>
              <a:latin typeface="Tenorite" panose="00000500000000000000" pitchFamily="2" charset="0"/>
            </a:rPr>
            <a:t>Mid-level manager</a:t>
          </a:r>
          <a:endParaRPr lang="pl-PL" sz="1600" kern="1200" dirty="0">
            <a:solidFill>
              <a:srgbClr val="663300"/>
            </a:solidFill>
          </a:endParaRPr>
        </a:p>
      </dsp:txBody>
      <dsp:txXfrm>
        <a:off x="3302912" y="27897"/>
        <a:ext cx="1302914" cy="896695"/>
      </dsp:txXfrm>
    </dsp:sp>
    <dsp:sp modelId="{EA55215B-342E-42A0-9814-942648DA9AF7}">
      <dsp:nvSpPr>
        <dsp:cNvPr id="0" name=""/>
        <dsp:cNvSpPr/>
      </dsp:nvSpPr>
      <dsp:spPr>
        <a:xfrm>
          <a:off x="4794419" y="0"/>
          <a:ext cx="1244758" cy="952489"/>
        </a:xfrm>
        <a:prstGeom prst="roundRect">
          <a:avLst>
            <a:gd name="adj" fmla="val 10000"/>
          </a:avLst>
        </a:prstGeom>
        <a:solidFill>
          <a:schemeClr val="bg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663300"/>
            </a:buClr>
            <a:buFont typeface="+mj-lt"/>
            <a:buNone/>
          </a:pPr>
          <a:r>
            <a:rPr lang="en-US" sz="1600" kern="1200" dirty="0">
              <a:solidFill>
                <a:srgbClr val="663300"/>
              </a:solidFill>
              <a:latin typeface="Tenorite" panose="00000500000000000000" pitchFamily="2" charset="0"/>
            </a:rPr>
            <a:t>Departm</a:t>
          </a:r>
          <a:r>
            <a:rPr lang="pl-PL" sz="1600" kern="1200" dirty="0">
              <a:solidFill>
                <a:srgbClr val="663300"/>
              </a:solidFill>
              <a:latin typeface="Tenorite" panose="00000500000000000000" pitchFamily="2" charset="0"/>
            </a:rPr>
            <a:t>e</a:t>
          </a:r>
          <a:r>
            <a:rPr lang="en-US" sz="1600" kern="1200" dirty="0">
              <a:solidFill>
                <a:srgbClr val="663300"/>
              </a:solidFill>
              <a:latin typeface="Tenorite" panose="00000500000000000000" pitchFamily="2" charset="0"/>
            </a:rPr>
            <a:t>nt head</a:t>
          </a:r>
          <a:endParaRPr lang="pl-PL" sz="1600" kern="1200" dirty="0">
            <a:solidFill>
              <a:srgbClr val="663300"/>
            </a:solidFill>
            <a:latin typeface="Tenorite" panose="00000500000000000000" pitchFamily="2" charset="0"/>
          </a:endParaRPr>
        </a:p>
      </dsp:txBody>
      <dsp:txXfrm>
        <a:off x="4822316" y="27897"/>
        <a:ext cx="1188964" cy="896695"/>
      </dsp:txXfrm>
    </dsp:sp>
    <dsp:sp modelId="{C200783A-BA5B-416E-A52B-736B25F4E601}">
      <dsp:nvSpPr>
        <dsp:cNvPr id="0" name=""/>
        <dsp:cNvSpPr/>
      </dsp:nvSpPr>
      <dsp:spPr>
        <a:xfrm>
          <a:off x="6199872" y="0"/>
          <a:ext cx="1244882" cy="952489"/>
        </a:xfrm>
        <a:prstGeom prst="roundRect">
          <a:avLst>
            <a:gd name="adj" fmla="val 10000"/>
          </a:avLst>
        </a:prstGeom>
        <a:solidFill>
          <a:schemeClr val="bg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663300"/>
            </a:buClr>
            <a:buFont typeface="+mj-lt"/>
            <a:buNone/>
          </a:pPr>
          <a:r>
            <a:rPr lang="en-US" sz="1600" kern="1200" dirty="0">
              <a:solidFill>
                <a:srgbClr val="663300"/>
              </a:solidFill>
              <a:latin typeface="Tenorite" panose="00000500000000000000" pitchFamily="2" charset="0"/>
            </a:rPr>
            <a:t>Vice-President</a:t>
          </a:r>
          <a:endParaRPr lang="pl-PL" sz="1600" kern="1200" dirty="0">
            <a:solidFill>
              <a:srgbClr val="663300"/>
            </a:solidFill>
            <a:latin typeface="Tenorite" panose="00000500000000000000" pitchFamily="2" charset="0"/>
          </a:endParaRPr>
        </a:p>
      </dsp:txBody>
      <dsp:txXfrm>
        <a:off x="6227769" y="27897"/>
        <a:ext cx="1189088" cy="896695"/>
      </dsp:txXfrm>
    </dsp:sp>
    <dsp:sp modelId="{2478939D-CA07-4BB0-AD18-61AAB306689E}">
      <dsp:nvSpPr>
        <dsp:cNvPr id="0" name=""/>
        <dsp:cNvSpPr/>
      </dsp:nvSpPr>
      <dsp:spPr>
        <a:xfrm>
          <a:off x="7605450" y="0"/>
          <a:ext cx="1296945" cy="952489"/>
        </a:xfrm>
        <a:prstGeom prst="roundRect">
          <a:avLst>
            <a:gd name="adj" fmla="val 10000"/>
          </a:avLst>
        </a:prstGeom>
        <a:solidFill>
          <a:schemeClr val="bg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663300"/>
            </a:buClr>
            <a:buFont typeface="+mj-lt"/>
            <a:buNone/>
          </a:pPr>
          <a:r>
            <a:rPr lang="en-US" sz="1600" kern="1200" dirty="0">
              <a:solidFill>
                <a:srgbClr val="663300"/>
              </a:solidFill>
              <a:latin typeface="Tenorite" panose="00000500000000000000" pitchFamily="2" charset="0"/>
            </a:rPr>
            <a:t>Officer, Chief Officer</a:t>
          </a:r>
          <a:endParaRPr lang="pl-PL" sz="1600" kern="1200" dirty="0">
            <a:solidFill>
              <a:srgbClr val="663300"/>
            </a:solidFill>
            <a:latin typeface="Tenorite" panose="00000500000000000000" pitchFamily="2" charset="0"/>
          </a:endParaRPr>
        </a:p>
      </dsp:txBody>
      <dsp:txXfrm>
        <a:off x="7633347" y="27897"/>
        <a:ext cx="1241151" cy="896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07D2B-A5C7-4D28-9A06-1150858BBA83}">
      <dsp:nvSpPr>
        <dsp:cNvPr id="0" name=""/>
        <dsp:cNvSpPr/>
      </dsp:nvSpPr>
      <dsp:spPr>
        <a:xfrm>
          <a:off x="0" y="12138"/>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Verbal communication (including listening)</a:t>
          </a:r>
          <a:endParaRPr lang="pl-PL" sz="1500" kern="1200"/>
        </a:p>
      </dsp:txBody>
      <dsp:txXfrm>
        <a:off x="17563" y="29701"/>
        <a:ext cx="5570915" cy="324648"/>
      </dsp:txXfrm>
    </dsp:sp>
    <dsp:sp modelId="{8A7C3DB4-121E-413C-8AF3-D1C011291D21}">
      <dsp:nvSpPr>
        <dsp:cNvPr id="0" name=""/>
        <dsp:cNvSpPr/>
      </dsp:nvSpPr>
      <dsp:spPr>
        <a:xfrm>
          <a:off x="0" y="415113"/>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Managing time and stress</a:t>
          </a:r>
          <a:endParaRPr lang="pl-PL" sz="1500" kern="1200"/>
        </a:p>
      </dsp:txBody>
      <dsp:txXfrm>
        <a:off x="17563" y="432676"/>
        <a:ext cx="5570915" cy="324648"/>
      </dsp:txXfrm>
    </dsp:sp>
    <dsp:sp modelId="{922CD601-5EFC-4A05-8671-F2EF81F7B805}">
      <dsp:nvSpPr>
        <dsp:cNvPr id="0" name=""/>
        <dsp:cNvSpPr/>
      </dsp:nvSpPr>
      <dsp:spPr>
        <a:xfrm>
          <a:off x="0" y="818088"/>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Managing individual decisions</a:t>
          </a:r>
          <a:endParaRPr lang="pl-PL" sz="1500" kern="1200"/>
        </a:p>
      </dsp:txBody>
      <dsp:txXfrm>
        <a:off x="17563" y="835651"/>
        <a:ext cx="5570915" cy="324648"/>
      </dsp:txXfrm>
    </dsp:sp>
    <dsp:sp modelId="{842B1DE8-4915-4E06-A08C-569EBAFDC65C}">
      <dsp:nvSpPr>
        <dsp:cNvPr id="0" name=""/>
        <dsp:cNvSpPr/>
      </dsp:nvSpPr>
      <dsp:spPr>
        <a:xfrm>
          <a:off x="0" y="1221063"/>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Recognizing, defining, and solving problems</a:t>
          </a:r>
          <a:endParaRPr lang="pl-PL" sz="1500" kern="1200"/>
        </a:p>
      </dsp:txBody>
      <dsp:txXfrm>
        <a:off x="17563" y="1238626"/>
        <a:ext cx="5570915" cy="324648"/>
      </dsp:txXfrm>
    </dsp:sp>
    <dsp:sp modelId="{276AF6D1-E469-4FF1-BF60-BDC625A3282A}">
      <dsp:nvSpPr>
        <dsp:cNvPr id="0" name=""/>
        <dsp:cNvSpPr/>
      </dsp:nvSpPr>
      <dsp:spPr>
        <a:xfrm>
          <a:off x="0" y="1624038"/>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dirty="0"/>
            <a:t>Motivating an</a:t>
          </a:r>
          <a:r>
            <a:rPr lang="pl-PL" sz="1500" kern="1200" baseline="0" dirty="0"/>
            <a:t>d</a:t>
          </a:r>
          <a:r>
            <a:rPr lang="en-US" sz="1500" kern="1200" baseline="0" dirty="0"/>
            <a:t> influencing others</a:t>
          </a:r>
          <a:endParaRPr lang="pl-PL" sz="1500" kern="1200" dirty="0"/>
        </a:p>
      </dsp:txBody>
      <dsp:txXfrm>
        <a:off x="17563" y="1641601"/>
        <a:ext cx="5570915" cy="324648"/>
      </dsp:txXfrm>
    </dsp:sp>
    <dsp:sp modelId="{7AD6BDE7-4729-4E10-B73C-957BC2E2B123}">
      <dsp:nvSpPr>
        <dsp:cNvPr id="0" name=""/>
        <dsp:cNvSpPr/>
      </dsp:nvSpPr>
      <dsp:spPr>
        <a:xfrm>
          <a:off x="0" y="2027013"/>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Delegating</a:t>
          </a:r>
          <a:endParaRPr lang="pl-PL" sz="1500" kern="1200"/>
        </a:p>
      </dsp:txBody>
      <dsp:txXfrm>
        <a:off x="17563" y="2044576"/>
        <a:ext cx="5570915" cy="324648"/>
      </dsp:txXfrm>
    </dsp:sp>
    <dsp:sp modelId="{030023EF-F3BB-432C-B871-08A06548D52D}">
      <dsp:nvSpPr>
        <dsp:cNvPr id="0" name=""/>
        <dsp:cNvSpPr/>
      </dsp:nvSpPr>
      <dsp:spPr>
        <a:xfrm>
          <a:off x="0" y="2429988"/>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Setting goals and articulating a vision</a:t>
          </a:r>
          <a:endParaRPr lang="pl-PL" sz="1500" kern="1200"/>
        </a:p>
      </dsp:txBody>
      <dsp:txXfrm>
        <a:off x="17563" y="2447551"/>
        <a:ext cx="5570915" cy="324648"/>
      </dsp:txXfrm>
    </dsp:sp>
    <dsp:sp modelId="{9325F030-8FA0-40DB-94E5-341C36AF8AF6}">
      <dsp:nvSpPr>
        <dsp:cNvPr id="0" name=""/>
        <dsp:cNvSpPr/>
      </dsp:nvSpPr>
      <dsp:spPr>
        <a:xfrm>
          <a:off x="0" y="2832963"/>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Self-awareness</a:t>
          </a:r>
          <a:endParaRPr lang="pl-PL" sz="1500" kern="1200"/>
        </a:p>
      </dsp:txBody>
      <dsp:txXfrm>
        <a:off x="17563" y="2850526"/>
        <a:ext cx="5570915" cy="324648"/>
      </dsp:txXfrm>
    </dsp:sp>
    <dsp:sp modelId="{5E10166E-F26B-41DD-871D-05FD7043099D}">
      <dsp:nvSpPr>
        <dsp:cNvPr id="0" name=""/>
        <dsp:cNvSpPr/>
      </dsp:nvSpPr>
      <dsp:spPr>
        <a:xfrm>
          <a:off x="0" y="3235938"/>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Team building</a:t>
          </a:r>
          <a:endParaRPr lang="pl-PL" sz="1500" kern="1200"/>
        </a:p>
      </dsp:txBody>
      <dsp:txXfrm>
        <a:off x="17563" y="3253501"/>
        <a:ext cx="5570915" cy="324648"/>
      </dsp:txXfrm>
    </dsp:sp>
    <dsp:sp modelId="{2BDA2B65-A0FB-4DD1-8498-872660A997E0}">
      <dsp:nvSpPr>
        <dsp:cNvPr id="0" name=""/>
        <dsp:cNvSpPr/>
      </dsp:nvSpPr>
      <dsp:spPr>
        <a:xfrm>
          <a:off x="0" y="3638913"/>
          <a:ext cx="5606041" cy="359774"/>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baseline="0"/>
            <a:t>Managing conflict</a:t>
          </a:r>
          <a:endParaRPr lang="pl-PL" sz="1500" kern="1200"/>
        </a:p>
      </dsp:txBody>
      <dsp:txXfrm>
        <a:off x="17563" y="3656476"/>
        <a:ext cx="5570915" cy="3246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909D3-D6E7-4000-8930-2C2FA2CBE3A0}">
      <dsp:nvSpPr>
        <dsp:cNvPr id="0" name=""/>
        <dsp:cNvSpPr/>
      </dsp:nvSpPr>
      <dsp:spPr>
        <a:xfrm>
          <a:off x="1289390" y="601"/>
          <a:ext cx="1396004" cy="698002"/>
        </a:xfrm>
        <a:prstGeom prst="roundRect">
          <a:avLst>
            <a:gd name="adj" fmla="val 10000"/>
          </a:avLst>
        </a:prstGeom>
        <a:solidFill>
          <a:srgbClr val="663300"/>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l-PL" sz="1700" kern="1200" dirty="0" err="1"/>
            <a:t>Interpersonal</a:t>
          </a:r>
          <a:endParaRPr lang="pl-PL" sz="1700" kern="1200" dirty="0"/>
        </a:p>
      </dsp:txBody>
      <dsp:txXfrm>
        <a:off x="1309834" y="21045"/>
        <a:ext cx="1355116" cy="657114"/>
      </dsp:txXfrm>
    </dsp:sp>
    <dsp:sp modelId="{F06FA795-8EA0-4F56-8EA1-922E3ABD2E69}">
      <dsp:nvSpPr>
        <dsp:cNvPr id="0" name=""/>
        <dsp:cNvSpPr/>
      </dsp:nvSpPr>
      <dsp:spPr>
        <a:xfrm>
          <a:off x="1428991" y="698603"/>
          <a:ext cx="139600" cy="523501"/>
        </a:xfrm>
        <a:custGeom>
          <a:avLst/>
          <a:gdLst/>
          <a:ahLst/>
          <a:cxnLst/>
          <a:rect l="0" t="0" r="0" b="0"/>
          <a:pathLst>
            <a:path>
              <a:moveTo>
                <a:pt x="0" y="0"/>
              </a:moveTo>
              <a:lnTo>
                <a:pt x="0" y="523501"/>
              </a:lnTo>
              <a:lnTo>
                <a:pt x="139600" y="523501"/>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7D0F76-16CB-47FE-A577-E99FFA1EBBF0}">
      <dsp:nvSpPr>
        <dsp:cNvPr id="0" name=""/>
        <dsp:cNvSpPr/>
      </dsp:nvSpPr>
      <dsp:spPr>
        <a:xfrm>
          <a:off x="1568591" y="873104"/>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err="1"/>
            <a:t>Figurehead</a:t>
          </a:r>
          <a:endParaRPr lang="pl-PL" sz="1300" kern="1200" dirty="0"/>
        </a:p>
      </dsp:txBody>
      <dsp:txXfrm>
        <a:off x="1589035" y="893548"/>
        <a:ext cx="1075915" cy="657114"/>
      </dsp:txXfrm>
    </dsp:sp>
    <dsp:sp modelId="{023961C1-8B2A-47E5-815D-B4D5DCF2062F}">
      <dsp:nvSpPr>
        <dsp:cNvPr id="0" name=""/>
        <dsp:cNvSpPr/>
      </dsp:nvSpPr>
      <dsp:spPr>
        <a:xfrm>
          <a:off x="1428991" y="698603"/>
          <a:ext cx="139600" cy="1396004"/>
        </a:xfrm>
        <a:custGeom>
          <a:avLst/>
          <a:gdLst/>
          <a:ahLst/>
          <a:cxnLst/>
          <a:rect l="0" t="0" r="0" b="0"/>
          <a:pathLst>
            <a:path>
              <a:moveTo>
                <a:pt x="0" y="0"/>
              </a:moveTo>
              <a:lnTo>
                <a:pt x="0" y="1396004"/>
              </a:lnTo>
              <a:lnTo>
                <a:pt x="139600" y="1396004"/>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C66E50-2D89-4B33-A45F-1639F0CFC59C}">
      <dsp:nvSpPr>
        <dsp:cNvPr id="0" name=""/>
        <dsp:cNvSpPr/>
      </dsp:nvSpPr>
      <dsp:spPr>
        <a:xfrm>
          <a:off x="1568591" y="1745607"/>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a:t>Leader</a:t>
          </a:r>
        </a:p>
      </dsp:txBody>
      <dsp:txXfrm>
        <a:off x="1589035" y="1766051"/>
        <a:ext cx="1075915" cy="657114"/>
      </dsp:txXfrm>
    </dsp:sp>
    <dsp:sp modelId="{99E090B5-F935-44AE-AD9D-F9A1E58411AC}">
      <dsp:nvSpPr>
        <dsp:cNvPr id="0" name=""/>
        <dsp:cNvSpPr/>
      </dsp:nvSpPr>
      <dsp:spPr>
        <a:xfrm>
          <a:off x="1428991" y="698603"/>
          <a:ext cx="139600" cy="2268507"/>
        </a:xfrm>
        <a:custGeom>
          <a:avLst/>
          <a:gdLst/>
          <a:ahLst/>
          <a:cxnLst/>
          <a:rect l="0" t="0" r="0" b="0"/>
          <a:pathLst>
            <a:path>
              <a:moveTo>
                <a:pt x="0" y="0"/>
              </a:moveTo>
              <a:lnTo>
                <a:pt x="0" y="2268507"/>
              </a:lnTo>
              <a:lnTo>
                <a:pt x="139600" y="2268507"/>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982A74-E86A-4161-92DD-0AC1AFCC24AF}">
      <dsp:nvSpPr>
        <dsp:cNvPr id="0" name=""/>
        <dsp:cNvSpPr/>
      </dsp:nvSpPr>
      <dsp:spPr>
        <a:xfrm>
          <a:off x="1568591" y="2618110"/>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err="1"/>
            <a:t>Liaison</a:t>
          </a:r>
          <a:endParaRPr lang="pl-PL" sz="1300" kern="1200" dirty="0"/>
        </a:p>
      </dsp:txBody>
      <dsp:txXfrm>
        <a:off x="1589035" y="2638554"/>
        <a:ext cx="1075915" cy="657114"/>
      </dsp:txXfrm>
    </dsp:sp>
    <dsp:sp modelId="{6EF88275-8952-4A89-ACC4-BA7152953789}">
      <dsp:nvSpPr>
        <dsp:cNvPr id="0" name=""/>
        <dsp:cNvSpPr/>
      </dsp:nvSpPr>
      <dsp:spPr>
        <a:xfrm>
          <a:off x="3034396" y="601"/>
          <a:ext cx="1396004" cy="698002"/>
        </a:xfrm>
        <a:prstGeom prst="roundRect">
          <a:avLst>
            <a:gd name="adj" fmla="val 10000"/>
          </a:avLst>
        </a:prstGeom>
        <a:solidFill>
          <a:srgbClr val="002060"/>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l-PL" sz="1700" kern="1200" dirty="0" err="1"/>
            <a:t>Informational</a:t>
          </a:r>
          <a:endParaRPr lang="pl-PL" sz="1700" kern="1200" dirty="0"/>
        </a:p>
      </dsp:txBody>
      <dsp:txXfrm>
        <a:off x="3054840" y="21045"/>
        <a:ext cx="1355116" cy="657114"/>
      </dsp:txXfrm>
    </dsp:sp>
    <dsp:sp modelId="{346311CC-A245-4858-92EE-4E1FE521D83C}">
      <dsp:nvSpPr>
        <dsp:cNvPr id="0" name=""/>
        <dsp:cNvSpPr/>
      </dsp:nvSpPr>
      <dsp:spPr>
        <a:xfrm>
          <a:off x="3173997" y="698603"/>
          <a:ext cx="139600" cy="523501"/>
        </a:xfrm>
        <a:custGeom>
          <a:avLst/>
          <a:gdLst/>
          <a:ahLst/>
          <a:cxnLst/>
          <a:rect l="0" t="0" r="0" b="0"/>
          <a:pathLst>
            <a:path>
              <a:moveTo>
                <a:pt x="0" y="0"/>
              </a:moveTo>
              <a:lnTo>
                <a:pt x="0" y="523501"/>
              </a:lnTo>
              <a:lnTo>
                <a:pt x="139600" y="523501"/>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EBCBE7-EBEA-4657-BD42-E4AEF45E5E6C}">
      <dsp:nvSpPr>
        <dsp:cNvPr id="0" name=""/>
        <dsp:cNvSpPr/>
      </dsp:nvSpPr>
      <dsp:spPr>
        <a:xfrm>
          <a:off x="3313597" y="873104"/>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a:t>Monitor</a:t>
          </a:r>
        </a:p>
      </dsp:txBody>
      <dsp:txXfrm>
        <a:off x="3334041" y="893548"/>
        <a:ext cx="1075915" cy="657114"/>
      </dsp:txXfrm>
    </dsp:sp>
    <dsp:sp modelId="{8CC8E064-4F1D-4DE1-B497-62F01009ACAC}">
      <dsp:nvSpPr>
        <dsp:cNvPr id="0" name=""/>
        <dsp:cNvSpPr/>
      </dsp:nvSpPr>
      <dsp:spPr>
        <a:xfrm>
          <a:off x="3173997" y="698603"/>
          <a:ext cx="139600" cy="1396004"/>
        </a:xfrm>
        <a:custGeom>
          <a:avLst/>
          <a:gdLst/>
          <a:ahLst/>
          <a:cxnLst/>
          <a:rect l="0" t="0" r="0" b="0"/>
          <a:pathLst>
            <a:path>
              <a:moveTo>
                <a:pt x="0" y="0"/>
              </a:moveTo>
              <a:lnTo>
                <a:pt x="0" y="1396004"/>
              </a:lnTo>
              <a:lnTo>
                <a:pt x="139600" y="1396004"/>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036093-8323-44B9-9566-C986F3C856D6}">
      <dsp:nvSpPr>
        <dsp:cNvPr id="0" name=""/>
        <dsp:cNvSpPr/>
      </dsp:nvSpPr>
      <dsp:spPr>
        <a:xfrm>
          <a:off x="3313597" y="1745607"/>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err="1"/>
            <a:t>Disseminator</a:t>
          </a:r>
          <a:endParaRPr lang="pl-PL" sz="1300" kern="1200" dirty="0"/>
        </a:p>
      </dsp:txBody>
      <dsp:txXfrm>
        <a:off x="3334041" y="1766051"/>
        <a:ext cx="1075915" cy="657114"/>
      </dsp:txXfrm>
    </dsp:sp>
    <dsp:sp modelId="{DA8D4ABC-EFE4-4623-B36C-AC76B421E26D}">
      <dsp:nvSpPr>
        <dsp:cNvPr id="0" name=""/>
        <dsp:cNvSpPr/>
      </dsp:nvSpPr>
      <dsp:spPr>
        <a:xfrm>
          <a:off x="3173997" y="698603"/>
          <a:ext cx="139600" cy="2268507"/>
        </a:xfrm>
        <a:custGeom>
          <a:avLst/>
          <a:gdLst/>
          <a:ahLst/>
          <a:cxnLst/>
          <a:rect l="0" t="0" r="0" b="0"/>
          <a:pathLst>
            <a:path>
              <a:moveTo>
                <a:pt x="0" y="0"/>
              </a:moveTo>
              <a:lnTo>
                <a:pt x="0" y="2268507"/>
              </a:lnTo>
              <a:lnTo>
                <a:pt x="139600" y="2268507"/>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EC8847-F8F0-40D8-9BE0-076F3204600D}">
      <dsp:nvSpPr>
        <dsp:cNvPr id="0" name=""/>
        <dsp:cNvSpPr/>
      </dsp:nvSpPr>
      <dsp:spPr>
        <a:xfrm>
          <a:off x="3313597" y="2618110"/>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err="1"/>
            <a:t>Spokesperson</a:t>
          </a:r>
          <a:endParaRPr lang="pl-PL" sz="1300" kern="1200" dirty="0"/>
        </a:p>
      </dsp:txBody>
      <dsp:txXfrm>
        <a:off x="3334041" y="2638554"/>
        <a:ext cx="1075915" cy="657114"/>
      </dsp:txXfrm>
    </dsp:sp>
    <dsp:sp modelId="{F0AB634F-4D4D-490C-87BE-44F5BDCB9180}">
      <dsp:nvSpPr>
        <dsp:cNvPr id="0" name=""/>
        <dsp:cNvSpPr/>
      </dsp:nvSpPr>
      <dsp:spPr>
        <a:xfrm>
          <a:off x="4779402" y="601"/>
          <a:ext cx="1396004" cy="698002"/>
        </a:xfrm>
        <a:prstGeom prst="roundRect">
          <a:avLst>
            <a:gd name="adj" fmla="val 10000"/>
          </a:avLst>
        </a:prstGeom>
        <a:solidFill>
          <a:schemeClr val="accent5">
            <a:lumMod val="7500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pl-PL" sz="1700" kern="1200" dirty="0" err="1"/>
            <a:t>Decisional</a:t>
          </a:r>
          <a:endParaRPr lang="pl-PL" sz="1700" kern="1200" dirty="0"/>
        </a:p>
      </dsp:txBody>
      <dsp:txXfrm>
        <a:off x="4799846" y="21045"/>
        <a:ext cx="1355116" cy="657114"/>
      </dsp:txXfrm>
    </dsp:sp>
    <dsp:sp modelId="{75B76C22-EED8-47BC-A6D5-2385DA4E92B5}">
      <dsp:nvSpPr>
        <dsp:cNvPr id="0" name=""/>
        <dsp:cNvSpPr/>
      </dsp:nvSpPr>
      <dsp:spPr>
        <a:xfrm>
          <a:off x="4919002" y="698603"/>
          <a:ext cx="139600" cy="523501"/>
        </a:xfrm>
        <a:custGeom>
          <a:avLst/>
          <a:gdLst/>
          <a:ahLst/>
          <a:cxnLst/>
          <a:rect l="0" t="0" r="0" b="0"/>
          <a:pathLst>
            <a:path>
              <a:moveTo>
                <a:pt x="0" y="0"/>
              </a:moveTo>
              <a:lnTo>
                <a:pt x="0" y="523501"/>
              </a:lnTo>
              <a:lnTo>
                <a:pt x="139600" y="523501"/>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9B45F7-FBE0-4CB1-9E6D-A68AEB40029A}">
      <dsp:nvSpPr>
        <dsp:cNvPr id="0" name=""/>
        <dsp:cNvSpPr/>
      </dsp:nvSpPr>
      <dsp:spPr>
        <a:xfrm>
          <a:off x="5058603" y="873104"/>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a:t>Entrepreneur</a:t>
          </a:r>
        </a:p>
      </dsp:txBody>
      <dsp:txXfrm>
        <a:off x="5079047" y="893548"/>
        <a:ext cx="1075915" cy="657114"/>
      </dsp:txXfrm>
    </dsp:sp>
    <dsp:sp modelId="{A20D996A-296B-4674-94D4-057688E38160}">
      <dsp:nvSpPr>
        <dsp:cNvPr id="0" name=""/>
        <dsp:cNvSpPr/>
      </dsp:nvSpPr>
      <dsp:spPr>
        <a:xfrm>
          <a:off x="4919002" y="698603"/>
          <a:ext cx="139600" cy="1396004"/>
        </a:xfrm>
        <a:custGeom>
          <a:avLst/>
          <a:gdLst/>
          <a:ahLst/>
          <a:cxnLst/>
          <a:rect l="0" t="0" r="0" b="0"/>
          <a:pathLst>
            <a:path>
              <a:moveTo>
                <a:pt x="0" y="0"/>
              </a:moveTo>
              <a:lnTo>
                <a:pt x="0" y="1396004"/>
              </a:lnTo>
              <a:lnTo>
                <a:pt x="139600" y="1396004"/>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8D6C91-9D59-4084-A80C-484A7068757A}">
      <dsp:nvSpPr>
        <dsp:cNvPr id="0" name=""/>
        <dsp:cNvSpPr/>
      </dsp:nvSpPr>
      <dsp:spPr>
        <a:xfrm>
          <a:off x="5058603" y="1745607"/>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err="1"/>
            <a:t>Disturbance</a:t>
          </a:r>
          <a:r>
            <a:rPr lang="pl-PL" sz="1300" kern="1200" dirty="0"/>
            <a:t> handler</a:t>
          </a:r>
        </a:p>
      </dsp:txBody>
      <dsp:txXfrm>
        <a:off x="5079047" y="1766051"/>
        <a:ext cx="1075915" cy="657114"/>
      </dsp:txXfrm>
    </dsp:sp>
    <dsp:sp modelId="{E0517452-8E23-4BAA-A1C5-DD52C8087C52}">
      <dsp:nvSpPr>
        <dsp:cNvPr id="0" name=""/>
        <dsp:cNvSpPr/>
      </dsp:nvSpPr>
      <dsp:spPr>
        <a:xfrm>
          <a:off x="4919002" y="698603"/>
          <a:ext cx="139600" cy="2268507"/>
        </a:xfrm>
        <a:custGeom>
          <a:avLst/>
          <a:gdLst/>
          <a:ahLst/>
          <a:cxnLst/>
          <a:rect l="0" t="0" r="0" b="0"/>
          <a:pathLst>
            <a:path>
              <a:moveTo>
                <a:pt x="0" y="0"/>
              </a:moveTo>
              <a:lnTo>
                <a:pt x="0" y="2268507"/>
              </a:lnTo>
              <a:lnTo>
                <a:pt x="139600" y="2268507"/>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01C2D8-E205-425C-BFF0-E44F467280BF}">
      <dsp:nvSpPr>
        <dsp:cNvPr id="0" name=""/>
        <dsp:cNvSpPr/>
      </dsp:nvSpPr>
      <dsp:spPr>
        <a:xfrm>
          <a:off x="5058603" y="2618110"/>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a:t>Resource </a:t>
          </a:r>
          <a:r>
            <a:rPr lang="pl-PL" sz="1300" kern="1200" dirty="0" err="1"/>
            <a:t>allocator</a:t>
          </a:r>
          <a:endParaRPr lang="pl-PL" sz="1300" kern="1200" dirty="0"/>
        </a:p>
      </dsp:txBody>
      <dsp:txXfrm>
        <a:off x="5079047" y="2638554"/>
        <a:ext cx="1075915" cy="657114"/>
      </dsp:txXfrm>
    </dsp:sp>
    <dsp:sp modelId="{E394D019-0BEF-4976-A91C-AED4686D99CF}">
      <dsp:nvSpPr>
        <dsp:cNvPr id="0" name=""/>
        <dsp:cNvSpPr/>
      </dsp:nvSpPr>
      <dsp:spPr>
        <a:xfrm>
          <a:off x="4919002" y="698603"/>
          <a:ext cx="139600" cy="3141010"/>
        </a:xfrm>
        <a:custGeom>
          <a:avLst/>
          <a:gdLst/>
          <a:ahLst/>
          <a:cxnLst/>
          <a:rect l="0" t="0" r="0" b="0"/>
          <a:pathLst>
            <a:path>
              <a:moveTo>
                <a:pt x="0" y="0"/>
              </a:moveTo>
              <a:lnTo>
                <a:pt x="0" y="3141010"/>
              </a:lnTo>
              <a:lnTo>
                <a:pt x="139600" y="3141010"/>
              </a:lnTo>
            </a:path>
          </a:pathLst>
        </a:custGeom>
        <a:noFill/>
        <a:ln w="10795"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730E13-CE01-497A-A5A8-CEDAF0BF4F94}">
      <dsp:nvSpPr>
        <dsp:cNvPr id="0" name=""/>
        <dsp:cNvSpPr/>
      </dsp:nvSpPr>
      <dsp:spPr>
        <a:xfrm>
          <a:off x="5058603" y="3490613"/>
          <a:ext cx="1116803" cy="698002"/>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pl-PL" sz="1300" kern="1200" dirty="0" err="1"/>
            <a:t>Negotiator</a:t>
          </a:r>
          <a:endParaRPr lang="pl-PL" sz="1300" kern="1200" dirty="0"/>
        </a:p>
      </dsp:txBody>
      <dsp:txXfrm>
        <a:off x="5079047" y="3511057"/>
        <a:ext cx="1075915" cy="65711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22.09.2025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22.09.2025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1133030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327157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2858197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1663461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3627883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4072853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2636286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874476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2478743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4236081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304406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3716187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1482418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37902434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2921326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3757516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3327053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4183335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667830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2569797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22</a:t>
            </a:fld>
            <a:endParaRPr lang="pl-PL"/>
          </a:p>
        </p:txBody>
      </p:sp>
    </p:spTree>
    <p:extLst>
      <p:ext uri="{BB962C8B-B14F-4D97-AF65-F5344CB8AC3E}">
        <p14:creationId xmlns:p14="http://schemas.microsoft.com/office/powerpoint/2010/main" val="3154664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23</a:t>
            </a:fld>
            <a:endParaRPr lang="pl-PL"/>
          </a:p>
        </p:txBody>
      </p:sp>
    </p:spTree>
    <p:extLst>
      <p:ext uri="{BB962C8B-B14F-4D97-AF65-F5344CB8AC3E}">
        <p14:creationId xmlns:p14="http://schemas.microsoft.com/office/powerpoint/2010/main" val="4049256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24</a:t>
            </a:fld>
            <a:endParaRPr lang="pl-PL"/>
          </a:p>
        </p:txBody>
      </p:sp>
    </p:spTree>
    <p:extLst>
      <p:ext uri="{BB962C8B-B14F-4D97-AF65-F5344CB8AC3E}">
        <p14:creationId xmlns:p14="http://schemas.microsoft.com/office/powerpoint/2010/main" val="22424156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25</a:t>
            </a:fld>
            <a:endParaRPr lang="pl-PL"/>
          </a:p>
        </p:txBody>
      </p:sp>
    </p:spTree>
    <p:extLst>
      <p:ext uri="{BB962C8B-B14F-4D97-AF65-F5344CB8AC3E}">
        <p14:creationId xmlns:p14="http://schemas.microsoft.com/office/powerpoint/2010/main" val="36280383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26</a:t>
            </a:fld>
            <a:endParaRPr lang="pl-PL"/>
          </a:p>
        </p:txBody>
      </p:sp>
    </p:spTree>
    <p:extLst>
      <p:ext uri="{BB962C8B-B14F-4D97-AF65-F5344CB8AC3E}">
        <p14:creationId xmlns:p14="http://schemas.microsoft.com/office/powerpoint/2010/main" val="426879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27</a:t>
            </a:fld>
            <a:endParaRPr lang="pl-PL"/>
          </a:p>
        </p:txBody>
      </p:sp>
    </p:spTree>
    <p:extLst>
      <p:ext uri="{BB962C8B-B14F-4D97-AF65-F5344CB8AC3E}">
        <p14:creationId xmlns:p14="http://schemas.microsoft.com/office/powerpoint/2010/main" val="31679555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28</a:t>
            </a:fld>
            <a:endParaRPr lang="pl-PL"/>
          </a:p>
        </p:txBody>
      </p:sp>
    </p:spTree>
    <p:extLst>
      <p:ext uri="{BB962C8B-B14F-4D97-AF65-F5344CB8AC3E}">
        <p14:creationId xmlns:p14="http://schemas.microsoft.com/office/powerpoint/2010/main" val="14460012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29</a:t>
            </a:fld>
            <a:endParaRPr lang="pl-PL"/>
          </a:p>
        </p:txBody>
      </p:sp>
    </p:spTree>
    <p:extLst>
      <p:ext uri="{BB962C8B-B14F-4D97-AF65-F5344CB8AC3E}">
        <p14:creationId xmlns:p14="http://schemas.microsoft.com/office/powerpoint/2010/main" val="24379616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30</a:t>
            </a:fld>
            <a:endParaRPr lang="pl-PL"/>
          </a:p>
        </p:txBody>
      </p:sp>
    </p:spTree>
    <p:extLst>
      <p:ext uri="{BB962C8B-B14F-4D97-AF65-F5344CB8AC3E}">
        <p14:creationId xmlns:p14="http://schemas.microsoft.com/office/powerpoint/2010/main" val="16387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31</a:t>
            </a:fld>
            <a:endParaRPr lang="pl-PL"/>
          </a:p>
        </p:txBody>
      </p:sp>
    </p:spTree>
    <p:extLst>
      <p:ext uri="{BB962C8B-B14F-4D97-AF65-F5344CB8AC3E}">
        <p14:creationId xmlns:p14="http://schemas.microsoft.com/office/powerpoint/2010/main" val="2249894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32</a:t>
            </a:fld>
            <a:endParaRPr lang="pl-PL"/>
          </a:p>
        </p:txBody>
      </p:sp>
    </p:spTree>
    <p:extLst>
      <p:ext uri="{BB962C8B-B14F-4D97-AF65-F5344CB8AC3E}">
        <p14:creationId xmlns:p14="http://schemas.microsoft.com/office/powerpoint/2010/main" val="22846246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33</a:t>
            </a:fld>
            <a:endParaRPr lang="pl-PL"/>
          </a:p>
        </p:txBody>
      </p:sp>
    </p:spTree>
    <p:extLst>
      <p:ext uri="{BB962C8B-B14F-4D97-AF65-F5344CB8AC3E}">
        <p14:creationId xmlns:p14="http://schemas.microsoft.com/office/powerpoint/2010/main" val="8888740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34</a:t>
            </a:fld>
            <a:endParaRPr lang="pl-PL"/>
          </a:p>
        </p:txBody>
      </p:sp>
    </p:spTree>
    <p:extLst>
      <p:ext uri="{BB962C8B-B14F-4D97-AF65-F5344CB8AC3E}">
        <p14:creationId xmlns:p14="http://schemas.microsoft.com/office/powerpoint/2010/main" val="802331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35</a:t>
            </a:fld>
            <a:endParaRPr lang="pl-PL"/>
          </a:p>
        </p:txBody>
      </p:sp>
    </p:spTree>
    <p:extLst>
      <p:ext uri="{BB962C8B-B14F-4D97-AF65-F5344CB8AC3E}">
        <p14:creationId xmlns:p14="http://schemas.microsoft.com/office/powerpoint/2010/main" val="40056017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36</a:t>
            </a:fld>
            <a:endParaRPr lang="pl-PL"/>
          </a:p>
        </p:txBody>
      </p:sp>
    </p:spTree>
    <p:extLst>
      <p:ext uri="{BB962C8B-B14F-4D97-AF65-F5344CB8AC3E}">
        <p14:creationId xmlns:p14="http://schemas.microsoft.com/office/powerpoint/2010/main" val="5017460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37</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uliagla@pjwstk.edu.pl"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a:bodyPr>
          <a:lstStyle/>
          <a:p>
            <a:pPr rtl="0"/>
            <a:r>
              <a:rPr lang="pl-PL" sz="2800" dirty="0">
                <a:solidFill>
                  <a:srgbClr val="663300"/>
                </a:solidFill>
                <a:latin typeface="Tenorite" panose="00000500000000000000" pitchFamily="2" charset="0"/>
                <a:cs typeface="Calibri"/>
              </a:rPr>
              <a:t>Class no. 1</a:t>
            </a:r>
          </a:p>
          <a:p>
            <a:pPr rtl="0"/>
            <a:r>
              <a:rPr lang="pl-PL" sz="2800" dirty="0">
                <a:solidFill>
                  <a:srgbClr val="663300"/>
                </a:solidFill>
                <a:latin typeface="Tenorite" panose="00000500000000000000" pitchFamily="2" charset="0"/>
              </a:rPr>
              <a:t>The </a:t>
            </a:r>
            <a:r>
              <a:rPr lang="pl-PL" sz="2800" dirty="0" err="1">
                <a:solidFill>
                  <a:srgbClr val="663300"/>
                </a:solidFill>
                <a:latin typeface="Tenorite" panose="00000500000000000000" pitchFamily="2" charset="0"/>
              </a:rPr>
              <a:t>Manager’s</a:t>
            </a:r>
            <a:r>
              <a:rPr lang="pl-PL" sz="2800" dirty="0">
                <a:solidFill>
                  <a:srgbClr val="663300"/>
                </a:solidFill>
                <a:latin typeface="Tenorite" panose="00000500000000000000" pitchFamily="2" charset="0"/>
              </a:rPr>
              <a:t> Job</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777241" y="536573"/>
            <a:ext cx="4554909" cy="1453003"/>
          </a:xfrm>
        </p:spPr>
        <p:txBody>
          <a:bodyPr wrap="square" rtlCol="0" anchor="b">
            <a:noAutofit/>
          </a:bodyPr>
          <a:lstStyle/>
          <a:p>
            <a:pPr rtl="0"/>
            <a:r>
              <a:rPr lang="pl-PL" sz="5000" dirty="0" err="1">
                <a:latin typeface="Tenorite" panose="00000500000000000000" pitchFamily="2" charset="0"/>
              </a:rPr>
              <a:t>Contact</a:t>
            </a:r>
            <a:r>
              <a:rPr lang="pl-PL" sz="5000" dirty="0">
                <a:latin typeface="Tenorite" panose="00000500000000000000" pitchFamily="2" charset="0"/>
              </a:rPr>
              <a:t> </a:t>
            </a:r>
            <a:r>
              <a:rPr lang="pl-PL" sz="5000" dirty="0" err="1">
                <a:latin typeface="Tenorite" panose="00000500000000000000" pitchFamily="2" charset="0"/>
              </a:rPr>
              <a:t>details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754312" y="2941553"/>
            <a:ext cx="7298034" cy="1926872"/>
          </a:xfrm>
        </p:spPr>
        <p:txBody>
          <a:bodyPr rtlCol="0">
            <a:noAutofit/>
          </a:bodyPr>
          <a:lstStyle/>
          <a:p>
            <a:pPr marL="342900" indent="-342900" algn="l" rtl="0">
              <a:lnSpc>
                <a:spcPct val="120000"/>
              </a:lnSpc>
              <a:buClr>
                <a:srgbClr val="663300"/>
              </a:buClr>
              <a:buFont typeface="Arial" panose="020B0604020202020204" pitchFamily="34" charset="0"/>
              <a:buChar char="•"/>
            </a:pPr>
            <a:r>
              <a:rPr lang="pl-PL" sz="2600" dirty="0">
                <a:solidFill>
                  <a:srgbClr val="663300"/>
                </a:solidFill>
                <a:latin typeface="Tenorite" panose="00000500000000000000" pitchFamily="2" charset="0"/>
              </a:rPr>
              <a:t>Mgr inż. Julia Głaszczka</a:t>
            </a:r>
          </a:p>
          <a:p>
            <a:pPr marL="342900" indent="-342900" algn="l" rtl="0">
              <a:lnSpc>
                <a:spcPct val="120000"/>
              </a:lnSpc>
              <a:buClr>
                <a:srgbClr val="663300"/>
              </a:buClr>
              <a:buFont typeface="Arial" panose="020B0604020202020204" pitchFamily="34" charset="0"/>
              <a:buChar char="•"/>
            </a:pPr>
            <a:r>
              <a:rPr lang="pl-PL" sz="2600" dirty="0">
                <a:solidFill>
                  <a:srgbClr val="663300"/>
                </a:solidFill>
                <a:latin typeface="Tenorite" panose="00000500000000000000" pitchFamily="2" charset="0"/>
              </a:rPr>
              <a:t>E-mail: </a:t>
            </a:r>
            <a:r>
              <a:rPr lang="pl-PL" sz="2600" dirty="0">
                <a:solidFill>
                  <a:srgbClr val="663300"/>
                </a:solidFill>
                <a:latin typeface="Tenorite" panose="00000500000000000000" pitchFamily="2" charset="0"/>
                <a:hlinkClick r:id="rId3">
                  <a:extLst>
                    <a:ext uri="{A12FA001-AC4F-418D-AE19-62706E023703}">
                      <ahyp:hlinkClr xmlns:ahyp="http://schemas.microsoft.com/office/drawing/2018/hyperlinkcolor" val="tx"/>
                    </a:ext>
                  </a:extLst>
                </a:hlinkClick>
              </a:rPr>
              <a:t>juliagla@pjwstk.edu.pl</a:t>
            </a:r>
            <a:endParaRPr lang="pl-PL" sz="2600" dirty="0">
              <a:solidFill>
                <a:srgbClr val="663300"/>
              </a:solidFill>
              <a:latin typeface="Tenorite" panose="00000500000000000000" pitchFamily="2" charset="0"/>
            </a:endParaRPr>
          </a:p>
          <a:p>
            <a:pPr marL="342900" indent="-342900" algn="l" rtl="0">
              <a:lnSpc>
                <a:spcPct val="120000"/>
              </a:lnSpc>
              <a:buClr>
                <a:srgbClr val="663300"/>
              </a:buClr>
              <a:buFont typeface="Arial" panose="020B0604020202020204" pitchFamily="34" charset="0"/>
              <a:buChar char="•"/>
            </a:pPr>
            <a:r>
              <a:rPr lang="pl-PL" sz="2600" dirty="0">
                <a:solidFill>
                  <a:srgbClr val="663300"/>
                </a:solidFill>
                <a:latin typeface="Tenorite" panose="00000500000000000000" pitchFamily="2" charset="0"/>
              </a:rPr>
              <a:t>Materials: MS </a:t>
            </a:r>
            <a:r>
              <a:rPr lang="pl-PL" sz="2600" dirty="0" err="1">
                <a:solidFill>
                  <a:srgbClr val="663300"/>
                </a:solidFill>
                <a:latin typeface="Tenorite" panose="00000500000000000000" pitchFamily="2" charset="0"/>
              </a:rPr>
              <a:t>Teams</a:t>
            </a:r>
            <a:endParaRPr lang="pl-PL" sz="26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639799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Passing</a:t>
            </a:r>
            <a:r>
              <a:rPr lang="pl-PL" sz="5000" dirty="0">
                <a:latin typeface="Tenorite" panose="00000500000000000000" pitchFamily="2" charset="0"/>
              </a:rPr>
              <a:t> form</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714636" y="2470650"/>
            <a:ext cx="6161517" cy="3466629"/>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Discussion</a:t>
            </a:r>
            <a:r>
              <a:rPr lang="pl-PL" sz="2100" dirty="0">
                <a:solidFill>
                  <a:srgbClr val="663300"/>
                </a:solidFill>
                <a:latin typeface="Tenorite" panose="00000500000000000000" pitchFamily="2" charset="0"/>
              </a:rPr>
              <a:t>/Activity</a:t>
            </a:r>
            <a:r>
              <a:rPr lang="en-US" sz="2100" dirty="0">
                <a:solidFill>
                  <a:srgbClr val="663300"/>
                </a:solidFill>
                <a:latin typeface="Tenorite" panose="00000500000000000000" pitchFamily="2" charset="0"/>
              </a:rPr>
              <a:t> during</a:t>
            </a:r>
            <a:r>
              <a:rPr lang="pl-PL" sz="2100" dirty="0">
                <a:solidFill>
                  <a:srgbClr val="663300"/>
                </a:solidFill>
                <a:latin typeface="Tenorite" panose="00000500000000000000" pitchFamily="2" charset="0"/>
              </a:rPr>
              <a:t> </a:t>
            </a:r>
            <a:r>
              <a:rPr lang="pl-PL" sz="2100" dirty="0" err="1">
                <a:solidFill>
                  <a:srgbClr val="663300"/>
                </a:solidFill>
                <a:latin typeface="Tenorite" panose="00000500000000000000" pitchFamily="2" charset="0"/>
              </a:rPr>
              <a:t>classes</a:t>
            </a:r>
            <a:r>
              <a:rPr lang="en-US" sz="2100" dirty="0">
                <a:solidFill>
                  <a:srgbClr val="663300"/>
                </a:solidFill>
                <a:latin typeface="Tenorite" panose="00000500000000000000" pitchFamily="2" charset="0"/>
              </a:rPr>
              <a:t> (20%)</a:t>
            </a:r>
            <a:endParaRPr lang="pl-PL"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Tests (80%)</a:t>
            </a:r>
            <a:r>
              <a:rPr lang="pl-PL" sz="2100" dirty="0">
                <a:solidFill>
                  <a:srgbClr val="663300"/>
                </a:solidFill>
                <a:latin typeface="Tenorite" panose="00000500000000000000" pitchFamily="2" charset="0"/>
              </a:rPr>
              <a:t>:</a:t>
            </a:r>
          </a:p>
          <a:p>
            <a:pPr marL="817200" lvl="1" indent="-457200" algn="just">
              <a:lnSpc>
                <a:spcPct val="100000"/>
              </a:lnSpc>
              <a:buClr>
                <a:srgbClr val="663300"/>
              </a:buClr>
              <a:buFont typeface="Wingdings" panose="05000000000000000000" pitchFamily="2" charset="2"/>
              <a:buChar char="ü"/>
            </a:pPr>
            <a:r>
              <a:rPr lang="pl-PL" dirty="0">
                <a:solidFill>
                  <a:srgbClr val="663300"/>
                </a:solidFill>
                <a:latin typeface="Tenorite" panose="00000500000000000000" pitchFamily="2" charset="0"/>
              </a:rPr>
              <a:t>No. 1 – 50pts (on the 8th </a:t>
            </a:r>
            <a:r>
              <a:rPr lang="pl-PL" dirty="0" err="1">
                <a:solidFill>
                  <a:srgbClr val="663300"/>
                </a:solidFill>
                <a:latin typeface="Tenorite" panose="00000500000000000000" pitchFamily="2" charset="0"/>
              </a:rPr>
              <a:t>class</a:t>
            </a:r>
            <a:r>
              <a:rPr lang="pl-PL" dirty="0">
                <a:solidFill>
                  <a:srgbClr val="663300"/>
                </a:solidFill>
                <a:latin typeface="Tenorite" panose="00000500000000000000" pitchFamily="2" charset="0"/>
              </a:rPr>
              <a:t>)</a:t>
            </a:r>
          </a:p>
          <a:p>
            <a:pPr marL="817200" lvl="1" indent="-457200" algn="just">
              <a:lnSpc>
                <a:spcPct val="100000"/>
              </a:lnSpc>
              <a:buClr>
                <a:srgbClr val="663300"/>
              </a:buClr>
              <a:buFont typeface="Wingdings" panose="05000000000000000000" pitchFamily="2" charset="2"/>
              <a:buChar char="ü"/>
            </a:pPr>
            <a:r>
              <a:rPr lang="pl-PL" dirty="0">
                <a:solidFill>
                  <a:srgbClr val="663300"/>
                </a:solidFill>
                <a:latin typeface="Tenorite" panose="00000500000000000000" pitchFamily="2" charset="0"/>
              </a:rPr>
              <a:t>No. 2 – 30pts (on the 14th </a:t>
            </a:r>
            <a:r>
              <a:rPr lang="pl-PL" dirty="0" err="1">
                <a:solidFill>
                  <a:srgbClr val="663300"/>
                </a:solidFill>
                <a:latin typeface="Tenorite" panose="00000500000000000000" pitchFamily="2" charset="0"/>
              </a:rPr>
              <a:t>class</a:t>
            </a:r>
            <a:r>
              <a:rPr lang="pl-PL"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Students are expected to attend all meetings (only </a:t>
            </a:r>
            <a:r>
              <a:rPr lang="en-US" sz="2100" b="1" dirty="0">
                <a:solidFill>
                  <a:srgbClr val="663300"/>
                </a:solidFill>
                <a:latin typeface="Tenorite" panose="00000500000000000000" pitchFamily="2" charset="0"/>
              </a:rPr>
              <a:t>2 absences</a:t>
            </a:r>
            <a:r>
              <a:rPr lang="pl-PL" sz="2100" dirty="0">
                <a:solidFill>
                  <a:srgbClr val="663300"/>
                </a:solidFill>
                <a:latin typeface="Tenorite" panose="00000500000000000000" pitchFamily="2" charset="0"/>
              </a:rPr>
              <a:t> </a:t>
            </a:r>
            <a:r>
              <a:rPr lang="pl-PL" sz="2100" dirty="0" err="1">
                <a:solidFill>
                  <a:srgbClr val="663300"/>
                </a:solidFill>
                <a:latin typeface="Tenorite" panose="00000500000000000000" pitchFamily="2" charset="0"/>
              </a:rPr>
              <a:t>are</a:t>
            </a:r>
            <a:r>
              <a:rPr lang="pl-PL" sz="2100" dirty="0">
                <a:solidFill>
                  <a:srgbClr val="663300"/>
                </a:solidFill>
                <a:latin typeface="Tenorite" panose="00000500000000000000" pitchFamily="2" charset="0"/>
              </a:rPr>
              <a:t> </a:t>
            </a:r>
            <a:r>
              <a:rPr lang="pl-PL" sz="2100" dirty="0" err="1">
                <a:solidFill>
                  <a:srgbClr val="663300"/>
                </a:solidFill>
                <a:latin typeface="Tenorite" panose="00000500000000000000" pitchFamily="2" charset="0"/>
              </a:rPr>
              <a:t>acceptable</a:t>
            </a:r>
            <a:r>
              <a:rPr lang="en-US" sz="2100" dirty="0">
                <a:solidFill>
                  <a:srgbClr val="663300"/>
                </a:solidFill>
                <a:latin typeface="Tenorite" panose="00000500000000000000" pitchFamily="2" charset="0"/>
              </a:rPr>
              <a:t>)</a:t>
            </a:r>
            <a:r>
              <a:rPr lang="pl-PL" sz="2100" dirty="0">
                <a:solidFill>
                  <a:srgbClr val="663300"/>
                </a:solidFill>
                <a:latin typeface="Tenorite" panose="00000500000000000000" pitchFamily="2" charset="0"/>
              </a:rPr>
              <a:t>. S</a:t>
            </a:r>
            <a:r>
              <a:rPr lang="en-US" sz="2100" dirty="0" err="1">
                <a:solidFill>
                  <a:srgbClr val="663300"/>
                </a:solidFill>
                <a:latin typeface="Tenorite" panose="00000500000000000000" pitchFamily="2" charset="0"/>
              </a:rPr>
              <a:t>tudent</a:t>
            </a:r>
            <a:r>
              <a:rPr lang="en-US" sz="2100" dirty="0">
                <a:solidFill>
                  <a:srgbClr val="663300"/>
                </a:solidFill>
                <a:latin typeface="Tenorite" panose="00000500000000000000" pitchFamily="2" charset="0"/>
              </a:rPr>
              <a:t> with excessive absences may receive a grade of F (2) at the end of the semester</a:t>
            </a:r>
            <a:endParaRPr lang="pl-PL"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2100" dirty="0" err="1">
                <a:solidFill>
                  <a:srgbClr val="663300"/>
                </a:solidFill>
                <a:latin typeface="Tenorite" panose="00000500000000000000" pitchFamily="2" charset="0"/>
              </a:rPr>
              <a:t>Tests</a:t>
            </a:r>
            <a:r>
              <a:rPr lang="pl-PL" sz="2100" dirty="0">
                <a:solidFill>
                  <a:srgbClr val="663300"/>
                </a:solidFill>
                <a:latin typeface="Tenorite" panose="00000500000000000000" pitchFamily="2" charset="0"/>
              </a:rPr>
              <a:t> </a:t>
            </a:r>
            <a:r>
              <a:rPr lang="pl-PL" sz="2100" dirty="0" err="1">
                <a:solidFill>
                  <a:srgbClr val="663300"/>
                </a:solidFill>
                <a:latin typeface="Tenorite" panose="00000500000000000000" pitchFamily="2" charset="0"/>
              </a:rPr>
              <a:t>retake</a:t>
            </a:r>
            <a:r>
              <a:rPr lang="pl-PL" sz="2100" dirty="0">
                <a:solidFill>
                  <a:srgbClr val="663300"/>
                </a:solidFill>
                <a:latin typeface="Tenorite" panose="00000500000000000000" pitchFamily="2" charset="0"/>
              </a:rPr>
              <a:t> </a:t>
            </a:r>
            <a:r>
              <a:rPr lang="pl-PL" sz="2100" dirty="0" err="1">
                <a:solidFill>
                  <a:srgbClr val="663300"/>
                </a:solidFill>
                <a:latin typeface="Tenorite" panose="00000500000000000000" pitchFamily="2" charset="0"/>
              </a:rPr>
              <a:t>is</a:t>
            </a:r>
            <a:r>
              <a:rPr lang="pl-PL" sz="2100" dirty="0">
                <a:solidFill>
                  <a:srgbClr val="663300"/>
                </a:solidFill>
                <a:latin typeface="Tenorite" panose="00000500000000000000" pitchFamily="2" charset="0"/>
              </a:rPr>
              <a:t> on the 15th </a:t>
            </a:r>
            <a:r>
              <a:rPr lang="pl-PL" sz="2100" dirty="0" err="1">
                <a:solidFill>
                  <a:srgbClr val="663300"/>
                </a:solidFill>
                <a:latin typeface="Tenorite" panose="00000500000000000000" pitchFamily="2" charset="0"/>
              </a:rPr>
              <a:t>class</a:t>
            </a:r>
            <a:endParaRPr lang="en-US" sz="2100"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endParaRPr lang="en-US" sz="2400"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endParaRPr lang="pl-PL" sz="24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graphicFrame>
        <p:nvGraphicFramePr>
          <p:cNvPr id="7" name="Tabela 6">
            <a:extLst>
              <a:ext uri="{FF2B5EF4-FFF2-40B4-BE49-F238E27FC236}">
                <a16:creationId xmlns:a16="http://schemas.microsoft.com/office/drawing/2014/main" id="{418D125B-F333-1C72-07C6-0BC5752FDF20}"/>
              </a:ext>
            </a:extLst>
          </p:cNvPr>
          <p:cNvGraphicFramePr>
            <a:graphicFrameLocks noGrp="1"/>
          </p:cNvGraphicFramePr>
          <p:nvPr>
            <p:extLst>
              <p:ext uri="{D42A27DB-BD31-4B8C-83A1-F6EECF244321}">
                <p14:modId xmlns:p14="http://schemas.microsoft.com/office/powerpoint/2010/main" val="2068253995"/>
              </p:ext>
            </p:extLst>
          </p:nvPr>
        </p:nvGraphicFramePr>
        <p:xfrm>
          <a:off x="8135400" y="2829353"/>
          <a:ext cx="2812595" cy="2688469"/>
        </p:xfrm>
        <a:graphic>
          <a:graphicData uri="http://schemas.openxmlformats.org/drawingml/2006/table">
            <a:tbl>
              <a:tblPr/>
              <a:tblGrid>
                <a:gridCol w="1394954">
                  <a:extLst>
                    <a:ext uri="{9D8B030D-6E8A-4147-A177-3AD203B41FA5}">
                      <a16:colId xmlns:a16="http://schemas.microsoft.com/office/drawing/2014/main" val="3939988031"/>
                    </a:ext>
                  </a:extLst>
                </a:gridCol>
                <a:gridCol w="1417641">
                  <a:extLst>
                    <a:ext uri="{9D8B030D-6E8A-4147-A177-3AD203B41FA5}">
                      <a16:colId xmlns:a16="http://schemas.microsoft.com/office/drawing/2014/main" val="138384211"/>
                    </a:ext>
                  </a:extLst>
                </a:gridCol>
              </a:tblGrid>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1" i="0" u="none" strike="noStrike" cap="none" normalizeH="0" baseline="0" dirty="0" err="1">
                          <a:ln>
                            <a:noFill/>
                          </a:ln>
                          <a:solidFill>
                            <a:srgbClr val="FFFFFF"/>
                          </a:solidFill>
                          <a:effectLst/>
                          <a:latin typeface="Tenorite" panose="00000500000000000000" pitchFamily="2" charset="0"/>
                          <a:cs typeface="Arial" charset="0"/>
                        </a:rPr>
                        <a:t>Result</a:t>
                      </a:r>
                      <a:endParaRPr kumimoji="0" lang="pl-PL" altLang="pl-PL" sz="1600" b="1" i="0" u="none" strike="noStrike" cap="none" normalizeH="0" baseline="0" dirty="0">
                        <a:ln>
                          <a:noFill/>
                        </a:ln>
                        <a:solidFill>
                          <a:srgbClr val="FFFFFF"/>
                        </a:solidFill>
                        <a:effectLst/>
                        <a:latin typeface="Tenorite" panose="00000500000000000000" pitchFamily="2" charset="0"/>
                        <a:cs typeface="Arial" charset="0"/>
                      </a:endParaRPr>
                    </a:p>
                  </a:txBody>
                  <a:tcPr marL="91432" marR="91432"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1" i="0" u="none" strike="noStrike" cap="none" normalizeH="0" baseline="0" dirty="0">
                          <a:ln>
                            <a:noFill/>
                          </a:ln>
                          <a:solidFill>
                            <a:srgbClr val="FFFFFF"/>
                          </a:solidFill>
                          <a:effectLst/>
                          <a:latin typeface="Tenorite" panose="00000500000000000000" pitchFamily="2" charset="0"/>
                          <a:cs typeface="Arial" charset="0"/>
                        </a:rPr>
                        <a:t>Grade</a:t>
                      </a:r>
                    </a:p>
                  </a:txBody>
                  <a:tcPr marL="91432" marR="91432"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421058153"/>
                  </a:ext>
                </a:extLst>
              </a:tr>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91-100</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5,0 (A)</a:t>
                      </a:r>
                    </a:p>
                  </a:txBody>
                  <a:tcPr marL="91432" marR="91432"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82606774"/>
                  </a:ext>
                </a:extLst>
              </a:tr>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81-90</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4,5 (B)</a:t>
                      </a:r>
                    </a:p>
                  </a:txBody>
                  <a:tcPr marL="91432" marR="91432"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39307351"/>
                  </a:ext>
                </a:extLst>
              </a:tr>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71-80</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4,0 (C)</a:t>
                      </a:r>
                    </a:p>
                  </a:txBody>
                  <a:tcPr marL="91432" marR="91432"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86699181"/>
                  </a:ext>
                </a:extLst>
              </a:tr>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61-70</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
                          <a:srgbClr val="FF0000"/>
                        </a:buClr>
                        <a:buSzTx/>
                        <a:buFont typeface="Wingdings" panose="05000000000000000000" pitchFamily="2" charset="2"/>
                        <a:buNone/>
                        <a:tabLst>
                          <a:tab pos="92075" algn="l"/>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3,5 (D)</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545003419"/>
                  </a:ext>
                </a:extLst>
              </a:tr>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51-60</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3,0 (E)</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53462570"/>
                  </a:ext>
                </a:extLst>
              </a:tr>
              <a:tr h="384067">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sym typeface="Symbol" panose="05050102010706020507" pitchFamily="18" charset="2"/>
                        </a:rPr>
                        <a:t> </a:t>
                      </a: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50pts</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cs typeface="Arial" charset="0"/>
                        </a:defRPr>
                      </a:lvl1pPr>
                      <a:lvl2pPr marL="742950" indent="-285750">
                        <a:spcBef>
                          <a:spcPct val="20000"/>
                        </a:spcBef>
                        <a:buClr>
                          <a:schemeClr val="hlink"/>
                        </a:buClr>
                        <a:buSzPct val="55000"/>
                        <a:buFont typeface="Wingdings" pitchFamily="2" charset="2"/>
                        <a:defRPr sz="2400">
                          <a:solidFill>
                            <a:schemeClr val="tx1"/>
                          </a:solidFill>
                          <a:latin typeface="Tahoma" pitchFamily="34" charset="0"/>
                          <a:cs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Tahoma" pitchFamily="34" charset="0"/>
                          <a:cs typeface="Arial" charset="0"/>
                        </a:defRPr>
                      </a:lvl3pPr>
                      <a:lvl4pPr marL="1600200" indent="-228600">
                        <a:spcBef>
                          <a:spcPct val="20000"/>
                        </a:spcBef>
                        <a:buClr>
                          <a:schemeClr val="accent2"/>
                        </a:buClr>
                        <a:buSzPct val="55000"/>
                        <a:buFont typeface="Wingdings" pitchFamily="2" charset="2"/>
                        <a:defRPr>
                          <a:solidFill>
                            <a:schemeClr val="tx1"/>
                          </a:solidFill>
                          <a:latin typeface="Tahoma" pitchFamily="34" charset="0"/>
                          <a:cs typeface="Arial" charset="0"/>
                        </a:defRPr>
                      </a:lvl4pPr>
                      <a:lvl5pPr marL="2057400" indent="-228600">
                        <a:spcBef>
                          <a:spcPct val="20000"/>
                        </a:spcBef>
                        <a:buClr>
                          <a:schemeClr val="accent1"/>
                        </a:buClr>
                        <a:buSzPct val="50000"/>
                        <a:buFont typeface="Wingdings" pitchFamily="2" charset="2"/>
                        <a:defRPr>
                          <a:solidFill>
                            <a:schemeClr val="tx1"/>
                          </a:solidFill>
                          <a:latin typeface="Tahoma" pitchFamily="34" charset="0"/>
                          <a:cs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ahoma"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
                          <a:srgbClr val="FF0000"/>
                        </a:buClr>
                        <a:buSzTx/>
                        <a:buFont typeface="Wingdings" panose="05000000000000000000" pitchFamily="2" charset="2"/>
                        <a:buNone/>
                        <a:tabLst>
                          <a:tab pos="92075" algn="l"/>
                        </a:tabLst>
                      </a:pPr>
                      <a:r>
                        <a:rPr kumimoji="0" lang="pl-PL" altLang="pl-PL" sz="1600" b="0" i="0" u="none" strike="noStrike" cap="none" normalizeH="0" baseline="0" dirty="0">
                          <a:ln>
                            <a:noFill/>
                          </a:ln>
                          <a:solidFill>
                            <a:srgbClr val="000000"/>
                          </a:solidFill>
                          <a:effectLst/>
                          <a:latin typeface="Tenorite" panose="00000500000000000000" pitchFamily="2" charset="0"/>
                          <a:cs typeface="Arial" charset="0"/>
                        </a:rPr>
                        <a:t>2,0 (F)</a:t>
                      </a:r>
                    </a:p>
                  </a:txBody>
                  <a:tcPr marL="91432" marR="91432"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02554555"/>
                  </a:ext>
                </a:extLst>
              </a:tr>
            </a:tbl>
          </a:graphicData>
        </a:graphic>
      </p:graphicFrame>
    </p:spTree>
    <p:extLst>
      <p:ext uri="{BB962C8B-B14F-4D97-AF65-F5344CB8AC3E}">
        <p14:creationId xmlns:p14="http://schemas.microsoft.com/office/powerpoint/2010/main" val="405706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Autofit/>
          </a:bodyPr>
          <a:lstStyle/>
          <a:p>
            <a:pPr rtl="0"/>
            <a:r>
              <a:rPr lang="pl-PL" sz="5000" dirty="0" err="1">
                <a:latin typeface="Tenorite" panose="00000500000000000000" pitchFamily="2" charset="0"/>
              </a:rPr>
              <a:t>Course’s</a:t>
            </a:r>
            <a:r>
              <a:rPr lang="pl-PL" sz="5000" dirty="0">
                <a:latin typeface="Tenorite" panose="00000500000000000000" pitchFamily="2" charset="0"/>
              </a:rPr>
              <a:t> </a:t>
            </a:r>
            <a:r>
              <a:rPr lang="pl-PL" sz="5000" dirty="0" err="1">
                <a:latin typeface="Tenorite" panose="00000500000000000000" pitchFamily="2" charset="0"/>
              </a:rPr>
              <a:t>main</a:t>
            </a:r>
            <a:r>
              <a:rPr lang="pl-PL" sz="5000" dirty="0">
                <a:latin typeface="Tenorite" panose="00000500000000000000" pitchFamily="2" charset="0"/>
              </a:rPr>
              <a:t> </a:t>
            </a:r>
            <a:r>
              <a:rPr lang="pl-PL" sz="5000" dirty="0" err="1">
                <a:latin typeface="Tenorite" panose="00000500000000000000" pitchFamily="2" charset="0"/>
              </a:rPr>
              <a:t>topics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198976" y="2592340"/>
            <a:ext cx="6084605" cy="3904713"/>
          </a:xfrm>
        </p:spPr>
        <p:txBody>
          <a:bodyPr rtlCol="0">
            <a:noAutofit/>
          </a:bodyPr>
          <a:lstStyle/>
          <a:p>
            <a:pPr marL="457200" indent="-457200" algn="l" rtl="0">
              <a:lnSpc>
                <a:spcPct val="130000"/>
              </a:lnSpc>
              <a:spcBef>
                <a:spcPts val="0"/>
              </a:spcBef>
              <a:buClr>
                <a:srgbClr val="663300"/>
              </a:buClr>
              <a:buAutoNum type="arabicPeriod"/>
            </a:pPr>
            <a:r>
              <a:rPr lang="pl-PL" sz="2100" dirty="0">
                <a:solidFill>
                  <a:srgbClr val="663300"/>
                </a:solidFill>
                <a:latin typeface="Tenorite" panose="00000500000000000000" pitchFamily="2" charset="0"/>
              </a:rPr>
              <a:t>The </a:t>
            </a:r>
            <a:r>
              <a:rPr lang="pl-PL" sz="2100" dirty="0" err="1">
                <a:solidFill>
                  <a:srgbClr val="663300"/>
                </a:solidFill>
                <a:latin typeface="Tenorite" panose="00000500000000000000" pitchFamily="2" charset="0"/>
              </a:rPr>
              <a:t>Manager’s</a:t>
            </a:r>
            <a:r>
              <a:rPr lang="pl-PL" sz="2100" dirty="0">
                <a:solidFill>
                  <a:srgbClr val="663300"/>
                </a:solidFill>
                <a:latin typeface="Tenorite" panose="00000500000000000000" pitchFamily="2" charset="0"/>
              </a:rPr>
              <a:t> Job</a:t>
            </a:r>
          </a:p>
          <a:p>
            <a:pPr marL="457200" indent="-457200" algn="l" rtl="0">
              <a:lnSpc>
                <a:spcPct val="130000"/>
              </a:lnSpc>
              <a:spcBef>
                <a:spcPts val="0"/>
              </a:spcBef>
              <a:buClr>
                <a:srgbClr val="663300"/>
              </a:buClr>
              <a:buAutoNum type="arabicPeriod"/>
            </a:pPr>
            <a:r>
              <a:rPr lang="pl-PL" sz="2100" dirty="0">
                <a:solidFill>
                  <a:srgbClr val="663300"/>
                </a:solidFill>
                <a:latin typeface="Tenorite" panose="00000500000000000000" pitchFamily="2" charset="0"/>
              </a:rPr>
              <a:t>Schools of Management </a:t>
            </a:r>
            <a:r>
              <a:rPr lang="pl-PL" sz="2100" dirty="0" err="1">
                <a:solidFill>
                  <a:srgbClr val="663300"/>
                </a:solidFill>
                <a:latin typeface="Tenorite" panose="00000500000000000000" pitchFamily="2" charset="0"/>
              </a:rPr>
              <a:t>Thought</a:t>
            </a:r>
            <a:endParaRPr lang="pl-PL" sz="2100" dirty="0">
              <a:solidFill>
                <a:srgbClr val="663300"/>
              </a:solidFill>
              <a:latin typeface="Tenorite" panose="00000500000000000000" pitchFamily="2" charset="0"/>
            </a:endParaRPr>
          </a:p>
          <a:p>
            <a:pPr marL="457200" indent="-457200" algn="l" rtl="0">
              <a:lnSpc>
                <a:spcPct val="130000"/>
              </a:lnSpc>
              <a:spcBef>
                <a:spcPts val="0"/>
              </a:spcBef>
              <a:buClr>
                <a:srgbClr val="663300"/>
              </a:buClr>
              <a:buAutoNum type="arabicPeriod"/>
            </a:pPr>
            <a:r>
              <a:rPr lang="pl-PL" sz="2100" dirty="0" err="1">
                <a:solidFill>
                  <a:srgbClr val="663300"/>
                </a:solidFill>
                <a:latin typeface="Tenorite" panose="00000500000000000000" pitchFamily="2" charset="0"/>
              </a:rPr>
              <a:t>Organization’s</a:t>
            </a:r>
            <a:r>
              <a:rPr lang="pl-PL" sz="2100" dirty="0">
                <a:solidFill>
                  <a:srgbClr val="663300"/>
                </a:solidFill>
                <a:latin typeface="Tenorite" panose="00000500000000000000" pitchFamily="2" charset="0"/>
              </a:rPr>
              <a:t> Environment</a:t>
            </a:r>
          </a:p>
          <a:p>
            <a:pPr marL="457200" indent="-457200" algn="l" rtl="0">
              <a:lnSpc>
                <a:spcPct val="130000"/>
              </a:lnSpc>
              <a:spcBef>
                <a:spcPts val="0"/>
              </a:spcBef>
              <a:buClr>
                <a:srgbClr val="663300"/>
              </a:buClr>
              <a:buAutoNum type="arabicPeriod"/>
            </a:pPr>
            <a:r>
              <a:rPr lang="pl-PL" sz="2100" dirty="0" err="1">
                <a:solidFill>
                  <a:srgbClr val="663300"/>
                </a:solidFill>
                <a:latin typeface="Tenorite" panose="00000500000000000000" pitchFamily="2" charset="0"/>
              </a:rPr>
              <a:t>Organizational</a:t>
            </a:r>
            <a:r>
              <a:rPr lang="pl-PL" sz="2100" dirty="0">
                <a:solidFill>
                  <a:srgbClr val="663300"/>
                </a:solidFill>
                <a:latin typeface="Tenorite" panose="00000500000000000000" pitchFamily="2" charset="0"/>
              </a:rPr>
              <a:t> </a:t>
            </a:r>
            <a:r>
              <a:rPr lang="pl-PL" sz="2100" dirty="0" err="1">
                <a:solidFill>
                  <a:srgbClr val="663300"/>
                </a:solidFill>
                <a:latin typeface="Tenorite" panose="00000500000000000000" pitchFamily="2" charset="0"/>
              </a:rPr>
              <a:t>Culture</a:t>
            </a:r>
            <a:endParaRPr lang="pl-PL" sz="2100" dirty="0">
              <a:solidFill>
                <a:srgbClr val="663300"/>
              </a:solidFill>
              <a:latin typeface="Tenorite" panose="00000500000000000000" pitchFamily="2" charset="0"/>
            </a:endParaRPr>
          </a:p>
          <a:p>
            <a:pPr marL="457200" indent="-457200" algn="l" rtl="0">
              <a:lnSpc>
                <a:spcPct val="130000"/>
              </a:lnSpc>
              <a:spcBef>
                <a:spcPts val="0"/>
              </a:spcBef>
              <a:buClr>
                <a:srgbClr val="663300"/>
              </a:buClr>
              <a:buAutoNum type="arabicPeriod"/>
            </a:pPr>
            <a:r>
              <a:rPr lang="en-US" sz="2100" dirty="0">
                <a:solidFill>
                  <a:srgbClr val="663300"/>
                </a:solidFill>
                <a:latin typeface="Tenorite" panose="00000500000000000000" pitchFamily="2" charset="0"/>
              </a:rPr>
              <a:t>The Process of Management: Organizing, Planning, Leading, Controlling </a:t>
            </a:r>
            <a:endParaRPr lang="pl-PL" sz="2100" dirty="0">
              <a:solidFill>
                <a:srgbClr val="663300"/>
              </a:solidFill>
              <a:latin typeface="Tenorite" panose="00000500000000000000" pitchFamily="2" charset="0"/>
            </a:endParaRPr>
          </a:p>
          <a:p>
            <a:pPr marL="457200" indent="-457200" algn="l" rtl="0">
              <a:lnSpc>
                <a:spcPct val="130000"/>
              </a:lnSpc>
              <a:spcBef>
                <a:spcPts val="0"/>
              </a:spcBef>
              <a:buClr>
                <a:srgbClr val="663300"/>
              </a:buClr>
              <a:buAutoNum type="arabicPeriod"/>
            </a:pPr>
            <a:r>
              <a:rPr lang="pl-PL" sz="2100" dirty="0" err="1">
                <a:solidFill>
                  <a:srgbClr val="663300"/>
                </a:solidFill>
                <a:latin typeface="Tenorite" panose="00000500000000000000" pitchFamily="2" charset="0"/>
              </a:rPr>
              <a:t>Quality</a:t>
            </a:r>
            <a:r>
              <a:rPr lang="pl-PL" sz="2100" dirty="0">
                <a:solidFill>
                  <a:srgbClr val="663300"/>
                </a:solidFill>
                <a:latin typeface="Tenorite" panose="00000500000000000000" pitchFamily="2" charset="0"/>
              </a:rPr>
              <a:t> Management</a:t>
            </a:r>
          </a:p>
          <a:p>
            <a:pPr marL="457200" indent="-457200" algn="l" rtl="0">
              <a:lnSpc>
                <a:spcPct val="130000"/>
              </a:lnSpc>
              <a:spcBef>
                <a:spcPts val="0"/>
              </a:spcBef>
              <a:buClr>
                <a:srgbClr val="663300"/>
              </a:buClr>
              <a:buAutoNum type="arabicPeriod"/>
            </a:pPr>
            <a:r>
              <a:rPr lang="pl-PL" sz="2100" dirty="0">
                <a:solidFill>
                  <a:srgbClr val="663300"/>
                </a:solidFill>
                <a:latin typeface="Tenorite" panose="00000500000000000000" pitchFamily="2" charset="0"/>
              </a:rPr>
              <a:t>Marketing Plan</a:t>
            </a:r>
          </a:p>
          <a:p>
            <a:pPr marL="457200" indent="-457200" algn="l" rtl="0">
              <a:buClr>
                <a:srgbClr val="663300"/>
              </a:buClr>
              <a:buAutoNum type="arabicPeriod"/>
            </a:pPr>
            <a:endParaRPr lang="pl-PL" sz="24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376857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Recommended</a:t>
            </a:r>
            <a:r>
              <a:rPr lang="pl-PL" sz="5000" dirty="0">
                <a:latin typeface="Tenorite" panose="00000500000000000000" pitchFamily="2" charset="0"/>
              </a:rPr>
              <a:t> </a:t>
            </a:r>
            <a:r>
              <a:rPr lang="pl-PL" sz="5000" dirty="0" err="1">
                <a:latin typeface="Tenorite" panose="00000500000000000000" pitchFamily="2" charset="0"/>
              </a:rPr>
              <a:t>texts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362629" y="2592340"/>
            <a:ext cx="5466742" cy="3162495"/>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Robbins S., Coulter M., De </a:t>
            </a:r>
            <a:r>
              <a:rPr lang="en-US" sz="2000" dirty="0" err="1">
                <a:solidFill>
                  <a:srgbClr val="663300"/>
                </a:solidFill>
                <a:latin typeface="Tenorite" panose="00000500000000000000" pitchFamily="2" charset="0"/>
              </a:rPr>
              <a:t>Cenzo</a:t>
            </a:r>
            <a:r>
              <a:rPr lang="en-US" sz="2000" dirty="0">
                <a:solidFill>
                  <a:srgbClr val="663300"/>
                </a:solidFill>
                <a:latin typeface="Tenorite" panose="00000500000000000000" pitchFamily="2" charset="0"/>
              </a:rPr>
              <a:t> D.A., (2020): </a:t>
            </a:r>
            <a:r>
              <a:rPr lang="en-US" sz="2000" i="1" dirty="0">
                <a:solidFill>
                  <a:srgbClr val="663300"/>
                </a:solidFill>
                <a:latin typeface="Tenorite" panose="00000500000000000000" pitchFamily="2" charset="0"/>
              </a:rPr>
              <a:t>Fundamentals of Management</a:t>
            </a:r>
            <a:r>
              <a:rPr lang="en-US" sz="2000" dirty="0">
                <a:solidFill>
                  <a:srgbClr val="663300"/>
                </a:solidFill>
                <a:latin typeface="Tenorite" panose="00000500000000000000" pitchFamily="2" charset="0"/>
              </a:rPr>
              <a:t>, Pearson (11th edition)  </a:t>
            </a:r>
          </a:p>
          <a:p>
            <a:pPr marL="457200" indent="-457200" algn="just" rtl="0">
              <a:lnSpc>
                <a:spcPct val="12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Williams C., (2019): </a:t>
            </a:r>
            <a:r>
              <a:rPr lang="en-US" sz="2000" i="1" dirty="0">
                <a:solidFill>
                  <a:srgbClr val="663300"/>
                </a:solidFill>
                <a:latin typeface="Tenorite" panose="00000500000000000000" pitchFamily="2" charset="0"/>
              </a:rPr>
              <a:t>MGMT: Principles of Management, Cengage</a:t>
            </a:r>
            <a:r>
              <a:rPr lang="en-US" sz="2000" dirty="0">
                <a:solidFill>
                  <a:srgbClr val="663300"/>
                </a:solidFill>
                <a:latin typeface="Tenorite" panose="00000500000000000000" pitchFamily="2" charset="0"/>
              </a:rPr>
              <a:t> (11th edition) </a:t>
            </a:r>
          </a:p>
          <a:p>
            <a:pPr marL="457200" indent="-457200" algn="just" rtl="0">
              <a:lnSpc>
                <a:spcPct val="12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Griffin R.W., (2016): </a:t>
            </a:r>
            <a:r>
              <a:rPr lang="en-US" sz="2000" i="1" dirty="0">
                <a:solidFill>
                  <a:srgbClr val="663300"/>
                </a:solidFill>
                <a:latin typeface="Tenorite" panose="00000500000000000000" pitchFamily="2" charset="0"/>
              </a:rPr>
              <a:t>Fundamentals of Management</a:t>
            </a:r>
            <a:r>
              <a:rPr lang="en-US" sz="2000" dirty="0">
                <a:solidFill>
                  <a:srgbClr val="663300"/>
                </a:solidFill>
                <a:latin typeface="Tenorite" panose="00000500000000000000" pitchFamily="2" charset="0"/>
              </a:rPr>
              <a:t>, Cengage Learning (8th edition) </a:t>
            </a:r>
          </a:p>
          <a:p>
            <a:pPr marL="457200" indent="-457200" algn="l" rtl="0">
              <a:buClr>
                <a:srgbClr val="663300"/>
              </a:buClr>
              <a:buFont typeface="Arial" panose="020B0604020202020204" pitchFamily="34" charset="0"/>
              <a:buChar char="•"/>
            </a:pPr>
            <a:endParaRPr lang="pl-PL" sz="24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544023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Managers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50849" y="2589377"/>
            <a:ext cx="6161517" cy="208517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term „manager” can be used in relation to all the various levels of management in the company. Most of the time, the term „manager” is used to describe someone who supervises others  </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Manager job titles:</a:t>
            </a:r>
          </a:p>
          <a:p>
            <a:pPr algn="l" rtl="0">
              <a:buClr>
                <a:srgbClr val="663300"/>
              </a:buClr>
            </a:pPr>
            <a:endParaRPr lang="en-US" sz="2400"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endParaRPr lang="pl-PL" sz="24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graphicFrame>
        <p:nvGraphicFramePr>
          <p:cNvPr id="8" name="Diagram 7">
            <a:extLst>
              <a:ext uri="{FF2B5EF4-FFF2-40B4-BE49-F238E27FC236}">
                <a16:creationId xmlns:a16="http://schemas.microsoft.com/office/drawing/2014/main" id="{BED1073D-7138-A4CD-7C6C-198D241B52C2}"/>
              </a:ext>
            </a:extLst>
          </p:cNvPr>
          <p:cNvGraphicFramePr/>
          <p:nvPr>
            <p:extLst>
              <p:ext uri="{D42A27DB-BD31-4B8C-83A1-F6EECF244321}">
                <p14:modId xmlns:p14="http://schemas.microsoft.com/office/powerpoint/2010/main" val="2874536909"/>
              </p:ext>
            </p:extLst>
          </p:nvPr>
        </p:nvGraphicFramePr>
        <p:xfrm>
          <a:off x="1643833" y="4929199"/>
          <a:ext cx="8904334" cy="9524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154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Managers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50849" y="2589376"/>
            <a:ext cx="6161517" cy="3162495"/>
          </a:xfrm>
        </p:spPr>
        <p:txBody>
          <a:bodyPr rtlCol="0">
            <a:noAutofit/>
          </a:bodyPr>
          <a:lstStyle/>
          <a:p>
            <a:pPr marL="457200" indent="-457200" algn="l" rtl="0">
              <a:buClr>
                <a:srgbClr val="663300"/>
              </a:buClr>
              <a:buFont typeface="Arial" panose="020B0604020202020204" pitchFamily="34" charset="0"/>
              <a:buChar char="•"/>
            </a:pPr>
            <a:r>
              <a:rPr lang="en-US" sz="3000" dirty="0">
                <a:solidFill>
                  <a:srgbClr val="663300"/>
                </a:solidFill>
                <a:latin typeface="Tenorite" panose="00000500000000000000" pitchFamily="2" charset="0"/>
              </a:rPr>
              <a:t>First-line managers</a:t>
            </a:r>
          </a:p>
          <a:p>
            <a:pPr marL="457200" indent="-457200" algn="l" rtl="0">
              <a:buClr>
                <a:srgbClr val="663300"/>
              </a:buClr>
              <a:buFont typeface="Arial" panose="020B0604020202020204" pitchFamily="34" charset="0"/>
              <a:buChar char="•"/>
            </a:pPr>
            <a:r>
              <a:rPr lang="en-US" sz="3000" dirty="0">
                <a:solidFill>
                  <a:srgbClr val="663300"/>
                </a:solidFill>
                <a:latin typeface="Tenorite" panose="00000500000000000000" pitchFamily="2" charset="0"/>
              </a:rPr>
              <a:t>Middle managers</a:t>
            </a:r>
          </a:p>
          <a:p>
            <a:pPr marL="457200" indent="-457200" algn="l" rtl="0">
              <a:buClr>
                <a:srgbClr val="663300"/>
              </a:buClr>
              <a:buFont typeface="Arial" panose="020B0604020202020204" pitchFamily="34" charset="0"/>
              <a:buChar char="•"/>
            </a:pPr>
            <a:r>
              <a:rPr lang="en-US" sz="3000" dirty="0">
                <a:solidFill>
                  <a:srgbClr val="663300"/>
                </a:solidFill>
                <a:latin typeface="Tenorite" panose="00000500000000000000" pitchFamily="2" charset="0"/>
              </a:rPr>
              <a:t>Top managers</a:t>
            </a:r>
          </a:p>
          <a:p>
            <a:pPr marL="457200" indent="-457200" algn="l" rtl="0">
              <a:buClr>
                <a:srgbClr val="663300"/>
              </a:buClr>
              <a:buFont typeface="Arial" panose="020B0604020202020204" pitchFamily="34" charset="0"/>
              <a:buChar char="•"/>
            </a:pPr>
            <a:endParaRPr lang="pl-PL" sz="24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519400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Managers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625975" y="2646948"/>
            <a:ext cx="7228488"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First-line managers </a:t>
            </a:r>
            <a:r>
              <a:rPr lang="en-US" sz="2000" dirty="0">
                <a:solidFill>
                  <a:srgbClr val="663300"/>
                </a:solidFill>
                <a:latin typeface="Tenorite" panose="00000500000000000000" pitchFamily="2" charset="0"/>
              </a:rPr>
              <a:t>- manage the work of non-managerial individuals or also known as operative employees, who are directly involved with the production or creation of the organization’s products. </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Middle managers </a:t>
            </a:r>
            <a:r>
              <a:rPr lang="en-US" sz="2000" dirty="0">
                <a:solidFill>
                  <a:srgbClr val="663300"/>
                </a:solidFill>
                <a:latin typeface="Tenorite" panose="00000500000000000000" pitchFamily="2" charset="0"/>
              </a:rPr>
              <a:t>- all managers between the first-line level and top level of the organization e.g. department head. </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Top managers </a:t>
            </a:r>
            <a:r>
              <a:rPr lang="en-US" sz="2000" dirty="0">
                <a:solidFill>
                  <a:srgbClr val="663300"/>
                </a:solidFill>
                <a:latin typeface="Tenorite" panose="00000500000000000000" pitchFamily="2" charset="0"/>
              </a:rPr>
              <a:t>– responsible for making decisions about the direction of the organization and establishing the plans and goals that affect the entire organization. </a:t>
            </a:r>
          </a:p>
          <a:p>
            <a:pPr marL="457200" indent="-457200" algn="l" rtl="0">
              <a:buClr>
                <a:srgbClr val="663300"/>
              </a:buClr>
              <a:buFont typeface="Arial" panose="020B0604020202020204" pitchFamily="34" charset="0"/>
              <a:buChar cha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366515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functions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308607" y="2577816"/>
            <a:ext cx="7574785"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800" b="1" dirty="0">
                <a:solidFill>
                  <a:srgbClr val="663300"/>
                </a:solidFill>
                <a:latin typeface="Tenorite" panose="00000500000000000000" pitchFamily="2" charset="0"/>
              </a:rPr>
              <a:t>Planning</a:t>
            </a:r>
            <a:r>
              <a:rPr lang="en-US" sz="1800" dirty="0">
                <a:solidFill>
                  <a:srgbClr val="663300"/>
                </a:solidFill>
                <a:latin typeface="Tenorite" panose="00000500000000000000" pitchFamily="2" charset="0"/>
              </a:rPr>
              <a:t> – managers have to plan what they want to accomplish and develop specific actions in order to reach those goals.</a:t>
            </a:r>
          </a:p>
          <a:p>
            <a:pPr marL="457200" indent="-457200" algn="just" rtl="0">
              <a:lnSpc>
                <a:spcPct val="100000"/>
              </a:lnSpc>
              <a:buClr>
                <a:srgbClr val="663300"/>
              </a:buClr>
              <a:buFont typeface="Arial" panose="020B0604020202020204" pitchFamily="34" charset="0"/>
              <a:buChar char="•"/>
            </a:pPr>
            <a:r>
              <a:rPr lang="en-US" sz="1800" b="1" dirty="0">
                <a:solidFill>
                  <a:srgbClr val="663300"/>
                </a:solidFill>
                <a:latin typeface="Tenorite" panose="00000500000000000000" pitchFamily="2" charset="0"/>
              </a:rPr>
              <a:t>Organizing</a:t>
            </a:r>
            <a:r>
              <a:rPr lang="en-US" sz="1800" dirty="0">
                <a:solidFill>
                  <a:srgbClr val="663300"/>
                </a:solidFill>
                <a:latin typeface="Tenorite" panose="00000500000000000000" pitchFamily="2" charset="0"/>
              </a:rPr>
              <a:t> – managers must figure out how many people are needed to get the jobs and tasks done. Generally, we talk about what kind of structure will be put in place to get these tasks done.</a:t>
            </a:r>
          </a:p>
          <a:p>
            <a:pPr marL="457200" indent="-457200" algn="just" rtl="0">
              <a:lnSpc>
                <a:spcPct val="100000"/>
              </a:lnSpc>
              <a:buClr>
                <a:srgbClr val="663300"/>
              </a:buClr>
              <a:buFont typeface="Arial" panose="020B0604020202020204" pitchFamily="34" charset="0"/>
              <a:buChar char="•"/>
            </a:pPr>
            <a:r>
              <a:rPr lang="en-US" sz="1800" b="1" dirty="0">
                <a:solidFill>
                  <a:srgbClr val="663300"/>
                </a:solidFill>
                <a:latin typeface="Tenorite" panose="00000500000000000000" pitchFamily="2" charset="0"/>
              </a:rPr>
              <a:t>Leading</a:t>
            </a:r>
            <a:r>
              <a:rPr lang="en-US" sz="1800" dirty="0">
                <a:solidFill>
                  <a:srgbClr val="663300"/>
                </a:solidFill>
                <a:latin typeface="Tenorite" panose="00000500000000000000" pitchFamily="2" charset="0"/>
              </a:rPr>
              <a:t> – managers must supervise, motivate, train, coach, hire and assess employees.</a:t>
            </a:r>
          </a:p>
          <a:p>
            <a:pPr marL="457200" indent="-457200" algn="just" rtl="0">
              <a:lnSpc>
                <a:spcPct val="100000"/>
              </a:lnSpc>
              <a:buClr>
                <a:srgbClr val="663300"/>
              </a:buClr>
              <a:buFont typeface="Arial" panose="020B0604020202020204" pitchFamily="34" charset="0"/>
              <a:buChar char="•"/>
            </a:pPr>
            <a:r>
              <a:rPr lang="en-US" sz="1800" b="1" dirty="0">
                <a:solidFill>
                  <a:srgbClr val="663300"/>
                </a:solidFill>
                <a:latin typeface="Tenorite" panose="00000500000000000000" pitchFamily="2" charset="0"/>
              </a:rPr>
              <a:t>Controlling</a:t>
            </a:r>
            <a:r>
              <a:rPr lang="en-US" sz="1800" dirty="0">
                <a:solidFill>
                  <a:srgbClr val="663300"/>
                </a:solidFill>
                <a:latin typeface="Tenorite" panose="00000500000000000000" pitchFamily="2" charset="0"/>
              </a:rPr>
              <a:t> – managers must monitor what’s going on in their area, to make sure that the goals or objectives are going to be met.</a:t>
            </a:r>
          </a:p>
          <a:p>
            <a:pPr marL="457200" indent="-457200" algn="l" rtl="0">
              <a:buClr>
                <a:srgbClr val="663300"/>
              </a:buClr>
              <a:buFont typeface="Arial" panose="020B0604020202020204" pitchFamily="34" charset="0"/>
              <a:buChar char="•"/>
            </a:pPr>
            <a:endParaRPr lang="en-US" sz="1700"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endParaRPr lang="pl-PL" sz="17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614444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07809" y="2552635"/>
            <a:ext cx="7574785" cy="85118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pl-PL" sz="1800" dirty="0">
                <a:solidFill>
                  <a:srgbClr val="663300"/>
                </a:solidFill>
                <a:latin typeface="Tenorite" panose="00000500000000000000" pitchFamily="2" charset="0"/>
              </a:rPr>
              <a:t>Place </a:t>
            </a:r>
            <a:r>
              <a:rPr lang="pl-PL" sz="1800" dirty="0" err="1">
                <a:solidFill>
                  <a:srgbClr val="663300"/>
                </a:solidFill>
                <a:latin typeface="Tenorite" panose="00000500000000000000" pitchFamily="2" charset="0"/>
              </a:rPr>
              <a:t>each</a:t>
            </a:r>
            <a:r>
              <a:rPr lang="pl-PL" sz="1800" dirty="0">
                <a:solidFill>
                  <a:srgbClr val="663300"/>
                </a:solidFill>
                <a:latin typeface="Tenorite" panose="00000500000000000000" pitchFamily="2" charset="0"/>
              </a:rPr>
              <a:t> </a:t>
            </a:r>
            <a:r>
              <a:rPr lang="pl-PL" sz="1800" dirty="0" err="1">
                <a:solidFill>
                  <a:srgbClr val="663300"/>
                </a:solidFill>
                <a:latin typeface="Tenorite" panose="00000500000000000000" pitchFamily="2" charset="0"/>
              </a:rPr>
              <a:t>characteristic</a:t>
            </a:r>
            <a:r>
              <a:rPr lang="pl-PL" sz="1800" dirty="0">
                <a:solidFill>
                  <a:srgbClr val="663300"/>
                </a:solidFill>
                <a:latin typeface="Tenorite" panose="00000500000000000000" pitchFamily="2" charset="0"/>
              </a:rPr>
              <a:t> </a:t>
            </a:r>
            <a:r>
              <a:rPr lang="pl-PL" sz="1800" dirty="0" err="1">
                <a:solidFill>
                  <a:srgbClr val="663300"/>
                </a:solidFill>
                <a:latin typeface="Tenorite" panose="00000500000000000000" pitchFamily="2" charset="0"/>
              </a:rPr>
              <a:t>under</a:t>
            </a:r>
            <a:r>
              <a:rPr lang="pl-PL" sz="1800" dirty="0">
                <a:solidFill>
                  <a:srgbClr val="663300"/>
                </a:solidFill>
                <a:latin typeface="Tenorite" panose="00000500000000000000" pitchFamily="2" charset="0"/>
              </a:rPr>
              <a:t> the </a:t>
            </a:r>
            <a:r>
              <a:rPr lang="pl-PL" sz="1800" dirty="0" err="1">
                <a:solidFill>
                  <a:srgbClr val="663300"/>
                </a:solidFill>
                <a:latin typeface="Tenorite" panose="00000500000000000000" pitchFamily="2" charset="0"/>
              </a:rPr>
              <a:t>function</a:t>
            </a:r>
            <a:r>
              <a:rPr lang="pl-PL" sz="1800" dirty="0">
                <a:solidFill>
                  <a:srgbClr val="663300"/>
                </a:solidFill>
                <a:latin typeface="Tenorite" panose="00000500000000000000" pitchFamily="2" charset="0"/>
              </a:rPr>
              <a:t> of management.</a:t>
            </a:r>
            <a:endParaRPr lang="en-US" sz="1800" dirty="0">
              <a:solidFill>
                <a:srgbClr val="663300"/>
              </a:solidFill>
              <a:latin typeface="Tenorite" panose="00000500000000000000" pitchFamily="2" charset="0"/>
            </a:endParaRPr>
          </a:p>
          <a:p>
            <a:pPr algn="l" rtl="0">
              <a:buClr>
                <a:srgbClr val="663300"/>
              </a:buClr>
            </a:pPr>
            <a:endParaRPr lang="pl-PL" sz="18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sp>
        <p:nvSpPr>
          <p:cNvPr id="7" name="Prostokąt 6">
            <a:extLst>
              <a:ext uri="{FF2B5EF4-FFF2-40B4-BE49-F238E27FC236}">
                <a16:creationId xmlns:a16="http://schemas.microsoft.com/office/drawing/2014/main" id="{674C7A26-2F99-35DD-4057-953012A8A497}"/>
              </a:ext>
            </a:extLst>
          </p:cNvPr>
          <p:cNvSpPr/>
          <p:nvPr/>
        </p:nvSpPr>
        <p:spPr bwMode="auto">
          <a:xfrm>
            <a:off x="2308607" y="3046244"/>
            <a:ext cx="2376487" cy="574675"/>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monitoring</a:t>
            </a:r>
          </a:p>
        </p:txBody>
      </p:sp>
      <p:sp>
        <p:nvSpPr>
          <p:cNvPr id="8" name="Prostokąt 7">
            <a:extLst>
              <a:ext uri="{FF2B5EF4-FFF2-40B4-BE49-F238E27FC236}">
                <a16:creationId xmlns:a16="http://schemas.microsoft.com/office/drawing/2014/main" id="{141E47BD-0607-345D-56B8-760B55A8458F}"/>
              </a:ext>
            </a:extLst>
          </p:cNvPr>
          <p:cNvSpPr/>
          <p:nvPr/>
        </p:nvSpPr>
        <p:spPr bwMode="auto">
          <a:xfrm>
            <a:off x="4986719" y="3044656"/>
            <a:ext cx="2376488"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designing</a:t>
            </a:r>
          </a:p>
        </p:txBody>
      </p:sp>
      <p:sp>
        <p:nvSpPr>
          <p:cNvPr id="9" name="Prostokąt 8">
            <a:extLst>
              <a:ext uri="{FF2B5EF4-FFF2-40B4-BE49-F238E27FC236}">
                <a16:creationId xmlns:a16="http://schemas.microsoft.com/office/drawing/2014/main" id="{A7A678AD-0E41-4935-A614-DB85B52310BC}"/>
              </a:ext>
            </a:extLst>
          </p:cNvPr>
          <p:cNvSpPr/>
          <p:nvPr/>
        </p:nvSpPr>
        <p:spPr bwMode="auto">
          <a:xfrm>
            <a:off x="7696582" y="3044656"/>
            <a:ext cx="2376487"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guiding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10" name="Prostokąt 9">
            <a:extLst>
              <a:ext uri="{FF2B5EF4-FFF2-40B4-BE49-F238E27FC236}">
                <a16:creationId xmlns:a16="http://schemas.microsoft.com/office/drawing/2014/main" id="{B8557211-92E1-8C31-AC4B-DFCAB59B83D6}"/>
              </a:ext>
            </a:extLst>
          </p:cNvPr>
          <p:cNvSpPr/>
          <p:nvPr/>
        </p:nvSpPr>
        <p:spPr bwMode="auto">
          <a:xfrm>
            <a:off x="2308607" y="3874919"/>
            <a:ext cx="2376487"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mapping out</a:t>
            </a:r>
          </a:p>
        </p:txBody>
      </p:sp>
      <p:sp>
        <p:nvSpPr>
          <p:cNvPr id="11" name="Prostokąt 10">
            <a:extLst>
              <a:ext uri="{FF2B5EF4-FFF2-40B4-BE49-F238E27FC236}">
                <a16:creationId xmlns:a16="http://schemas.microsoft.com/office/drawing/2014/main" id="{0E8D58F1-3D01-E979-B54C-E0FBBE6A9B2B}"/>
              </a:ext>
            </a:extLst>
          </p:cNvPr>
          <p:cNvSpPr/>
          <p:nvPr/>
        </p:nvSpPr>
        <p:spPr bwMode="auto">
          <a:xfrm>
            <a:off x="4986719" y="3874918"/>
            <a:ext cx="2376488"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strategizing</a:t>
            </a:r>
          </a:p>
        </p:txBody>
      </p:sp>
      <p:sp>
        <p:nvSpPr>
          <p:cNvPr id="12" name="Prostokąt 11">
            <a:extLst>
              <a:ext uri="{FF2B5EF4-FFF2-40B4-BE49-F238E27FC236}">
                <a16:creationId xmlns:a16="http://schemas.microsoft.com/office/drawing/2014/main" id="{8991402B-3A6A-948C-77F6-A94AC5DB35A6}"/>
              </a:ext>
            </a:extLst>
          </p:cNvPr>
          <p:cNvSpPr/>
          <p:nvPr/>
        </p:nvSpPr>
        <p:spPr bwMode="auto">
          <a:xfrm>
            <a:off x="7696582" y="3874918"/>
            <a:ext cx="2376487"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classifying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13" name="Prostokąt 12">
            <a:extLst>
              <a:ext uri="{FF2B5EF4-FFF2-40B4-BE49-F238E27FC236}">
                <a16:creationId xmlns:a16="http://schemas.microsoft.com/office/drawing/2014/main" id="{B41C898A-85B5-D5C1-317E-7BFBD6D4C147}"/>
              </a:ext>
            </a:extLst>
          </p:cNvPr>
          <p:cNvSpPr/>
          <p:nvPr/>
        </p:nvSpPr>
        <p:spPr bwMode="auto">
          <a:xfrm>
            <a:off x="2326069" y="4706769"/>
            <a:ext cx="2376488"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arranging</a:t>
            </a:r>
          </a:p>
        </p:txBody>
      </p:sp>
      <p:sp>
        <p:nvSpPr>
          <p:cNvPr id="14" name="Prostokąt 13">
            <a:extLst>
              <a:ext uri="{FF2B5EF4-FFF2-40B4-BE49-F238E27FC236}">
                <a16:creationId xmlns:a16="http://schemas.microsoft.com/office/drawing/2014/main" id="{D370D12A-5BCC-3A73-FDAA-DCA22918FC13}"/>
              </a:ext>
            </a:extLst>
          </p:cNvPr>
          <p:cNvSpPr/>
          <p:nvPr/>
        </p:nvSpPr>
        <p:spPr bwMode="auto">
          <a:xfrm>
            <a:off x="4986719" y="4706769"/>
            <a:ext cx="2376488"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assigning</a:t>
            </a:r>
          </a:p>
        </p:txBody>
      </p:sp>
      <p:sp>
        <p:nvSpPr>
          <p:cNvPr id="15" name="Prostokąt 14">
            <a:extLst>
              <a:ext uri="{FF2B5EF4-FFF2-40B4-BE49-F238E27FC236}">
                <a16:creationId xmlns:a16="http://schemas.microsoft.com/office/drawing/2014/main" id="{49364280-0A5A-F817-34A4-2324AE02947B}"/>
              </a:ext>
            </a:extLst>
          </p:cNvPr>
          <p:cNvSpPr/>
          <p:nvPr/>
        </p:nvSpPr>
        <p:spPr bwMode="auto">
          <a:xfrm>
            <a:off x="7696582" y="4706770"/>
            <a:ext cx="2376487"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coaching</a:t>
            </a:r>
          </a:p>
        </p:txBody>
      </p:sp>
      <p:sp>
        <p:nvSpPr>
          <p:cNvPr id="16" name="Prostokąt 15">
            <a:extLst>
              <a:ext uri="{FF2B5EF4-FFF2-40B4-BE49-F238E27FC236}">
                <a16:creationId xmlns:a16="http://schemas.microsoft.com/office/drawing/2014/main" id="{83F46276-0B59-A4BF-3556-06E21FAB5005}"/>
              </a:ext>
            </a:extLst>
          </p:cNvPr>
          <p:cNvSpPr/>
          <p:nvPr/>
        </p:nvSpPr>
        <p:spPr bwMode="auto">
          <a:xfrm>
            <a:off x="2326069" y="5537031"/>
            <a:ext cx="2376488"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analyzing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17" name="Prostokąt 16">
            <a:extLst>
              <a:ext uri="{FF2B5EF4-FFF2-40B4-BE49-F238E27FC236}">
                <a16:creationId xmlns:a16="http://schemas.microsoft.com/office/drawing/2014/main" id="{6181E92F-18E4-3382-8C4B-0956EA909B99}"/>
              </a:ext>
            </a:extLst>
          </p:cNvPr>
          <p:cNvSpPr/>
          <p:nvPr/>
        </p:nvSpPr>
        <p:spPr bwMode="auto">
          <a:xfrm>
            <a:off x="4986719" y="5537031"/>
            <a:ext cx="2376488"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re-</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purposing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18" name="Prostokąt 17">
            <a:extLst>
              <a:ext uri="{FF2B5EF4-FFF2-40B4-BE49-F238E27FC236}">
                <a16:creationId xmlns:a16="http://schemas.microsoft.com/office/drawing/2014/main" id="{35208C30-D18F-2976-D0AD-3637D405A847}"/>
              </a:ext>
            </a:extLst>
          </p:cNvPr>
          <p:cNvSpPr/>
          <p:nvPr/>
        </p:nvSpPr>
        <p:spPr bwMode="auto">
          <a:xfrm>
            <a:off x="7706107" y="5537031"/>
            <a:ext cx="2376487"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motivating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Tree>
    <p:extLst>
      <p:ext uri="{BB962C8B-B14F-4D97-AF65-F5344CB8AC3E}">
        <p14:creationId xmlns:p14="http://schemas.microsoft.com/office/powerpoint/2010/main" val="4027825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308607" y="1502449"/>
            <a:ext cx="7574785" cy="4323461"/>
          </a:xfrm>
        </p:spPr>
        <p:txBody>
          <a:bodyPr rtlCol="0">
            <a:noAutofit/>
          </a:bodyPr>
          <a:lstStyle/>
          <a:p>
            <a:pPr marL="457200" indent="-457200" algn="just" rtl="0">
              <a:lnSpc>
                <a:spcPct val="100000"/>
              </a:lnSpc>
              <a:buClr>
                <a:srgbClr val="663300"/>
              </a:buClr>
              <a:buFont typeface="Arial" panose="020B0604020202020204" pitchFamily="34" charset="0"/>
              <a:buChar char="•"/>
            </a:pPr>
            <a:r>
              <a:rPr lang="pl-PL" sz="1800" dirty="0">
                <a:solidFill>
                  <a:srgbClr val="663300"/>
                </a:solidFill>
                <a:latin typeface="Tenorite" panose="00000500000000000000" pitchFamily="2" charset="0"/>
              </a:rPr>
              <a:t>Planning</a:t>
            </a:r>
          </a:p>
          <a:p>
            <a:pPr marL="457200" indent="-457200" algn="just" rtl="0">
              <a:lnSpc>
                <a:spcPct val="100000"/>
              </a:lnSpc>
              <a:buClr>
                <a:srgbClr val="663300"/>
              </a:buClr>
              <a:buFont typeface="Arial" panose="020B0604020202020204" pitchFamily="34" charset="0"/>
              <a:buChar char="•"/>
            </a:pP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1800" dirty="0" err="1">
                <a:solidFill>
                  <a:srgbClr val="663300"/>
                </a:solidFill>
                <a:latin typeface="Tenorite" panose="00000500000000000000" pitchFamily="2" charset="0"/>
              </a:rPr>
              <a:t>Organizing</a:t>
            </a: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1800" dirty="0" err="1">
                <a:solidFill>
                  <a:srgbClr val="663300"/>
                </a:solidFill>
                <a:latin typeface="Tenorite" panose="00000500000000000000" pitchFamily="2" charset="0"/>
              </a:rPr>
              <a:t>Leading</a:t>
            </a: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pl-PL" sz="18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1800" dirty="0">
                <a:solidFill>
                  <a:srgbClr val="663300"/>
                </a:solidFill>
                <a:latin typeface="Tenorite" panose="00000500000000000000" pitchFamily="2" charset="0"/>
              </a:rPr>
              <a:t>Controlling</a:t>
            </a: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sp>
        <p:nvSpPr>
          <p:cNvPr id="20" name="Prostokąt 19">
            <a:extLst>
              <a:ext uri="{FF2B5EF4-FFF2-40B4-BE49-F238E27FC236}">
                <a16:creationId xmlns:a16="http://schemas.microsoft.com/office/drawing/2014/main" id="{53B3003F-D472-CE4A-C304-C70165C1B381}"/>
              </a:ext>
            </a:extLst>
          </p:cNvPr>
          <p:cNvSpPr/>
          <p:nvPr/>
        </p:nvSpPr>
        <p:spPr bwMode="auto">
          <a:xfrm>
            <a:off x="7682295" y="5480540"/>
            <a:ext cx="2376487" cy="56991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monitoring</a:t>
            </a:r>
          </a:p>
        </p:txBody>
      </p:sp>
      <p:sp>
        <p:nvSpPr>
          <p:cNvPr id="21" name="Prostokąt 20">
            <a:extLst>
              <a:ext uri="{FF2B5EF4-FFF2-40B4-BE49-F238E27FC236}">
                <a16:creationId xmlns:a16="http://schemas.microsoft.com/office/drawing/2014/main" id="{635FD430-08BE-39FF-ADDA-FA273D403FBB}"/>
              </a:ext>
            </a:extLst>
          </p:cNvPr>
          <p:cNvSpPr/>
          <p:nvPr/>
        </p:nvSpPr>
        <p:spPr bwMode="auto">
          <a:xfrm>
            <a:off x="2308607" y="1871271"/>
            <a:ext cx="2376488"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designing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22" name="Prostokąt 21">
            <a:extLst>
              <a:ext uri="{FF2B5EF4-FFF2-40B4-BE49-F238E27FC236}">
                <a16:creationId xmlns:a16="http://schemas.microsoft.com/office/drawing/2014/main" id="{2AB625E0-E6BD-D091-352A-2643D20FEC16}"/>
              </a:ext>
            </a:extLst>
          </p:cNvPr>
          <p:cNvSpPr/>
          <p:nvPr/>
        </p:nvSpPr>
        <p:spPr bwMode="auto">
          <a:xfrm>
            <a:off x="2275270" y="4296689"/>
            <a:ext cx="2376487"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guiding</a:t>
            </a:r>
          </a:p>
        </p:txBody>
      </p:sp>
      <p:sp>
        <p:nvSpPr>
          <p:cNvPr id="23" name="Prostokąt 22">
            <a:extLst>
              <a:ext uri="{FF2B5EF4-FFF2-40B4-BE49-F238E27FC236}">
                <a16:creationId xmlns:a16="http://schemas.microsoft.com/office/drawing/2014/main" id="{55EBFB16-4A97-292E-D329-57711563A6CC}"/>
              </a:ext>
            </a:extLst>
          </p:cNvPr>
          <p:cNvSpPr/>
          <p:nvPr/>
        </p:nvSpPr>
        <p:spPr bwMode="auto">
          <a:xfrm>
            <a:off x="4942270" y="1871271"/>
            <a:ext cx="2376487"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mapping out</a:t>
            </a:r>
          </a:p>
        </p:txBody>
      </p:sp>
      <p:sp>
        <p:nvSpPr>
          <p:cNvPr id="24" name="Prostokąt 23">
            <a:extLst>
              <a:ext uri="{FF2B5EF4-FFF2-40B4-BE49-F238E27FC236}">
                <a16:creationId xmlns:a16="http://schemas.microsoft.com/office/drawing/2014/main" id="{DAA0A092-CC62-C5FB-AF5E-52271CE9026B}"/>
              </a:ext>
            </a:extLst>
          </p:cNvPr>
          <p:cNvSpPr/>
          <p:nvPr/>
        </p:nvSpPr>
        <p:spPr bwMode="auto">
          <a:xfrm>
            <a:off x="7682295" y="1860158"/>
            <a:ext cx="2376487" cy="587375"/>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strategizing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25" name="Prostokąt 24">
            <a:extLst>
              <a:ext uri="{FF2B5EF4-FFF2-40B4-BE49-F238E27FC236}">
                <a16:creationId xmlns:a16="http://schemas.microsoft.com/office/drawing/2014/main" id="{0E30C25B-5CBE-D1E3-B5B3-8E7F3E530503}"/>
              </a:ext>
            </a:extLst>
          </p:cNvPr>
          <p:cNvSpPr/>
          <p:nvPr/>
        </p:nvSpPr>
        <p:spPr bwMode="auto">
          <a:xfrm>
            <a:off x="2275270" y="3087917"/>
            <a:ext cx="2376487"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cs typeface="Arial" charset="0"/>
              </a:rPr>
              <a:t>classifying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26" name="Prostokąt 25">
            <a:extLst>
              <a:ext uri="{FF2B5EF4-FFF2-40B4-BE49-F238E27FC236}">
                <a16:creationId xmlns:a16="http://schemas.microsoft.com/office/drawing/2014/main" id="{DADEB410-60D0-19E9-F716-D6587CDCB91E}"/>
              </a:ext>
            </a:extLst>
          </p:cNvPr>
          <p:cNvSpPr/>
          <p:nvPr/>
        </p:nvSpPr>
        <p:spPr bwMode="auto">
          <a:xfrm>
            <a:off x="4969257" y="3087917"/>
            <a:ext cx="2376488"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arranging</a:t>
            </a:r>
          </a:p>
        </p:txBody>
      </p:sp>
      <p:sp>
        <p:nvSpPr>
          <p:cNvPr id="27" name="Prostokąt 26">
            <a:extLst>
              <a:ext uri="{FF2B5EF4-FFF2-40B4-BE49-F238E27FC236}">
                <a16:creationId xmlns:a16="http://schemas.microsoft.com/office/drawing/2014/main" id="{2CC0D478-C10F-C4EC-0DCB-34299F94DBCD}"/>
              </a:ext>
            </a:extLst>
          </p:cNvPr>
          <p:cNvSpPr/>
          <p:nvPr/>
        </p:nvSpPr>
        <p:spPr bwMode="auto">
          <a:xfrm>
            <a:off x="7682295" y="3087917"/>
            <a:ext cx="2376487"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assigning</a:t>
            </a:r>
          </a:p>
        </p:txBody>
      </p:sp>
      <p:sp>
        <p:nvSpPr>
          <p:cNvPr id="28" name="Prostokąt 27">
            <a:extLst>
              <a:ext uri="{FF2B5EF4-FFF2-40B4-BE49-F238E27FC236}">
                <a16:creationId xmlns:a16="http://schemas.microsoft.com/office/drawing/2014/main" id="{F79831D9-DE28-6A74-223C-2C2E710D8FF9}"/>
              </a:ext>
            </a:extLst>
          </p:cNvPr>
          <p:cNvSpPr/>
          <p:nvPr/>
        </p:nvSpPr>
        <p:spPr bwMode="auto">
          <a:xfrm>
            <a:off x="7682295" y="4296688"/>
            <a:ext cx="2376487" cy="576261"/>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a:solidFill>
                  <a:schemeClr val="bg1"/>
                </a:solidFill>
                <a:effectLst>
                  <a:outerShdw blurRad="38100" dist="38100" dir="2700000" algn="tl">
                    <a:srgbClr val="000000">
                      <a:alpha val="43137"/>
                    </a:srgbClr>
                  </a:outerShdw>
                </a:effectLst>
                <a:latin typeface="Tenorite" panose="00000500000000000000" pitchFamily="2" charset="0"/>
                <a:cs typeface="Arial" charset="0"/>
              </a:rPr>
              <a:t>coaching</a:t>
            </a:r>
          </a:p>
        </p:txBody>
      </p:sp>
      <p:sp>
        <p:nvSpPr>
          <p:cNvPr id="29" name="Prostokąt 28">
            <a:extLst>
              <a:ext uri="{FF2B5EF4-FFF2-40B4-BE49-F238E27FC236}">
                <a16:creationId xmlns:a16="http://schemas.microsoft.com/office/drawing/2014/main" id="{C959E867-BD91-EA65-BCA5-4012FBB3FD96}"/>
              </a:ext>
            </a:extLst>
          </p:cNvPr>
          <p:cNvSpPr/>
          <p:nvPr/>
        </p:nvSpPr>
        <p:spPr bwMode="auto">
          <a:xfrm>
            <a:off x="2275270" y="5474192"/>
            <a:ext cx="2376487" cy="57626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analyzing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30" name="Prostokąt 29">
            <a:extLst>
              <a:ext uri="{FF2B5EF4-FFF2-40B4-BE49-F238E27FC236}">
                <a16:creationId xmlns:a16="http://schemas.microsoft.com/office/drawing/2014/main" id="{3F1C9733-9A05-0398-2213-0DCBF2136EDF}"/>
              </a:ext>
            </a:extLst>
          </p:cNvPr>
          <p:cNvSpPr/>
          <p:nvPr/>
        </p:nvSpPr>
        <p:spPr bwMode="auto">
          <a:xfrm>
            <a:off x="4942270" y="5474192"/>
            <a:ext cx="2376487" cy="576262"/>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re-</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purposing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
        <p:nvSpPr>
          <p:cNvPr id="31" name="Prostokąt 30">
            <a:extLst>
              <a:ext uri="{FF2B5EF4-FFF2-40B4-BE49-F238E27FC236}">
                <a16:creationId xmlns:a16="http://schemas.microsoft.com/office/drawing/2014/main" id="{BEF3CC68-CF14-D44E-791E-D54F56C2248A}"/>
              </a:ext>
            </a:extLst>
          </p:cNvPr>
          <p:cNvSpPr/>
          <p:nvPr/>
        </p:nvSpPr>
        <p:spPr bwMode="auto">
          <a:xfrm>
            <a:off x="4969257" y="4296689"/>
            <a:ext cx="2376488" cy="578460"/>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motivating</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p:txBody>
      </p:sp>
    </p:spTree>
    <p:extLst>
      <p:ext uri="{BB962C8B-B14F-4D97-AF65-F5344CB8AC3E}">
        <p14:creationId xmlns:p14="http://schemas.microsoft.com/office/powerpoint/2010/main" val="326064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skills</a:t>
            </a:r>
            <a:endParaRPr lang="pl-PL" sz="5000" dirty="0">
              <a:latin typeface="Tenorite" panose="00000500000000000000" pitchFamily="2" charset="0"/>
            </a:endParaRPr>
          </a:p>
        </p:txBody>
      </p:sp>
      <p:graphicFrame>
        <p:nvGraphicFramePr>
          <p:cNvPr id="9" name="Diagram 8">
            <a:extLst>
              <a:ext uri="{FF2B5EF4-FFF2-40B4-BE49-F238E27FC236}">
                <a16:creationId xmlns:a16="http://schemas.microsoft.com/office/drawing/2014/main" id="{0D21D9BB-2FEE-D13C-A0B8-EDFBEF6EE328}"/>
              </a:ext>
            </a:extLst>
          </p:cNvPr>
          <p:cNvGraphicFramePr/>
          <p:nvPr>
            <p:extLst>
              <p:ext uri="{D42A27DB-BD31-4B8C-83A1-F6EECF244321}">
                <p14:modId xmlns:p14="http://schemas.microsoft.com/office/powerpoint/2010/main" val="2046400063"/>
              </p:ext>
            </p:extLst>
          </p:nvPr>
        </p:nvGraphicFramePr>
        <p:xfrm>
          <a:off x="3292979" y="2085174"/>
          <a:ext cx="5606042" cy="4010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954571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skills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754312" y="2735240"/>
            <a:ext cx="6683376"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Conceptual</a:t>
            </a:r>
            <a:r>
              <a:rPr lang="en-US" sz="2000" dirty="0">
                <a:solidFill>
                  <a:srgbClr val="663300"/>
                </a:solidFill>
                <a:latin typeface="Tenorite" panose="00000500000000000000" pitchFamily="2" charset="0"/>
              </a:rPr>
              <a:t> – be able to see the „big picture” of the situation. Ability to arrive at ideas, create a vision and plan for the future.</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Human</a:t>
            </a:r>
            <a:r>
              <a:rPr lang="en-US" sz="2000" dirty="0">
                <a:solidFill>
                  <a:srgbClr val="663300"/>
                </a:solidFill>
                <a:latin typeface="Tenorite" panose="00000500000000000000" pitchFamily="2" charset="0"/>
              </a:rPr>
              <a:t> – be able to work well with others both individually and in a group setting.</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Technical</a:t>
            </a:r>
            <a:r>
              <a:rPr lang="en-US" sz="2000" dirty="0">
                <a:solidFill>
                  <a:srgbClr val="663300"/>
                </a:solidFill>
                <a:latin typeface="Tenorite" panose="00000500000000000000" pitchFamily="2" charset="0"/>
              </a:rPr>
              <a:t> – possess specific knowledge or have a specialized expertise</a:t>
            </a:r>
            <a:r>
              <a:rPr lang="pl-PL" sz="2000" dirty="0">
                <a:solidFill>
                  <a:srgbClr val="663300"/>
                </a:solidFill>
                <a:latin typeface="Tenorite" panose="00000500000000000000" pitchFamily="2" charset="0"/>
              </a:rPr>
              <a:t>.</a:t>
            </a:r>
            <a:endParaRPr lang="en-US" sz="2000"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endParaRPr lang="pl-PL" sz="17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sp>
        <p:nvSpPr>
          <p:cNvPr id="7" name="Prostokąt 6">
            <a:extLst>
              <a:ext uri="{FF2B5EF4-FFF2-40B4-BE49-F238E27FC236}">
                <a16:creationId xmlns:a16="http://schemas.microsoft.com/office/drawing/2014/main" id="{AB0D65CA-731A-4BF4-79C2-8EEDE6A85CDC}"/>
              </a:ext>
            </a:extLst>
          </p:cNvPr>
          <p:cNvSpPr/>
          <p:nvPr/>
        </p:nvSpPr>
        <p:spPr bwMode="auto">
          <a:xfrm>
            <a:off x="2130425" y="5391761"/>
            <a:ext cx="7931150" cy="835025"/>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ctr">
              <a:lnSpc>
                <a:spcPct val="125000"/>
              </a:lnSpc>
              <a:spcBef>
                <a:spcPct val="20000"/>
              </a:spcBef>
              <a:buClr>
                <a:schemeClr val="tx2"/>
              </a:buClr>
              <a:buSzPct val="100000"/>
              <a:defRPr/>
            </a:pP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All</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managers</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need</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to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have</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all</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three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skills</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but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they</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need</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them</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in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different</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amounts</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depending</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on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their</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position</a:t>
            </a: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 in the </a:t>
            </a:r>
            <a:r>
              <a:rPr lang="pl-PL" b="1" u="none" dirty="0" err="1">
                <a:solidFill>
                  <a:schemeClr val="bg1"/>
                </a:solidFill>
                <a:effectLst>
                  <a:outerShdw blurRad="38100" dist="38100" dir="2700000" algn="tl">
                    <a:srgbClr val="000000">
                      <a:alpha val="43137"/>
                    </a:srgbClr>
                  </a:outerShdw>
                </a:effectLst>
                <a:latin typeface="Tenorite" panose="00000500000000000000" pitchFamily="2" charset="0"/>
              </a:rPr>
              <a:t>organization</a:t>
            </a:r>
            <a:endParaRPr lang="pl-PL" b="1" u="none" dirty="0">
              <a:solidFill>
                <a:schemeClr val="bg1"/>
              </a:solidFill>
              <a:effectLst>
                <a:outerShdw blurRad="38100" dist="38100" dir="2700000" algn="tl">
                  <a:srgbClr val="000000">
                    <a:alpha val="43137"/>
                  </a:srgbClr>
                </a:outerShdw>
              </a:effectLst>
              <a:latin typeface="Tenorite" panose="00000500000000000000" pitchFamily="2" charset="0"/>
            </a:endParaRPr>
          </a:p>
        </p:txBody>
      </p:sp>
    </p:spTree>
    <p:extLst>
      <p:ext uri="{BB962C8B-B14F-4D97-AF65-F5344CB8AC3E}">
        <p14:creationId xmlns:p14="http://schemas.microsoft.com/office/powerpoint/2010/main" val="140627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skills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cxnSp>
        <p:nvCxnSpPr>
          <p:cNvPr id="36" name="Straight Connector 19">
            <a:extLst>
              <a:ext uri="{FF2B5EF4-FFF2-40B4-BE49-F238E27FC236}">
                <a16:creationId xmlns:a16="http://schemas.microsoft.com/office/drawing/2014/main" id="{58F76EAC-AA0F-1B7D-2118-581352FE2002}"/>
              </a:ext>
            </a:extLst>
          </p:cNvPr>
          <p:cNvCxnSpPr>
            <a:cxnSpLocks noChangeShapeType="1"/>
          </p:cNvCxnSpPr>
          <p:nvPr/>
        </p:nvCxnSpPr>
        <p:spPr bwMode="auto">
          <a:xfrm flipH="1">
            <a:off x="4468494" y="6020239"/>
            <a:ext cx="5969000"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7" name="Rectangle 10">
            <a:extLst>
              <a:ext uri="{FF2B5EF4-FFF2-40B4-BE49-F238E27FC236}">
                <a16:creationId xmlns:a16="http://schemas.microsoft.com/office/drawing/2014/main" id="{0B0F419F-7CAB-A76A-0B19-6AB643B027FD}"/>
              </a:ext>
            </a:extLst>
          </p:cNvPr>
          <p:cNvSpPr/>
          <p:nvPr/>
        </p:nvSpPr>
        <p:spPr bwMode="auto">
          <a:xfrm>
            <a:off x="4739242" y="2006079"/>
            <a:ext cx="1512000" cy="4001021"/>
          </a:xfrm>
          <a:prstGeom prst="rect">
            <a:avLst/>
          </a:prstGeom>
          <a:gradFill>
            <a:gsLst>
              <a:gs pos="33000">
                <a:srgbClr val="663300"/>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ln w="9525" cap="flat" cmpd="sng" algn="ctr">
            <a:solidFill>
              <a:schemeClr val="tx1"/>
            </a:solidFill>
            <a:prstDash val="solid"/>
            <a:round/>
            <a:headEnd type="none" w="med" len="med"/>
            <a:tailEnd type="none" w="med" len="med"/>
          </a:ln>
          <a:effectLst/>
        </p:spPr>
        <p:txBody>
          <a:bodyPr/>
          <a:lstStyle/>
          <a:p>
            <a:pPr eaLnBrk="1" hangingPunct="1">
              <a:defRPr/>
            </a:pPr>
            <a:endParaRPr lang="pl-PL" dirty="0">
              <a:cs typeface="Arial" charset="0"/>
            </a:endParaRPr>
          </a:p>
        </p:txBody>
      </p:sp>
      <p:sp>
        <p:nvSpPr>
          <p:cNvPr id="38" name="Rectangle 25">
            <a:extLst>
              <a:ext uri="{FF2B5EF4-FFF2-40B4-BE49-F238E27FC236}">
                <a16:creationId xmlns:a16="http://schemas.microsoft.com/office/drawing/2014/main" id="{C5BFC93D-5D6B-C66F-EDDB-7D8393467700}"/>
              </a:ext>
            </a:extLst>
          </p:cNvPr>
          <p:cNvSpPr>
            <a:spLocks noChangeArrowheads="1"/>
          </p:cNvSpPr>
          <p:nvPr/>
        </p:nvSpPr>
        <p:spPr bwMode="auto">
          <a:xfrm>
            <a:off x="6697344" y="2005451"/>
            <a:ext cx="1511300" cy="4002088"/>
          </a:xfrm>
          <a:prstGeom prst="rect">
            <a:avLst/>
          </a:prstGeom>
          <a:solidFill>
            <a:srgbClr val="6633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9" name="Rectangle 27">
            <a:extLst>
              <a:ext uri="{FF2B5EF4-FFF2-40B4-BE49-F238E27FC236}">
                <a16:creationId xmlns:a16="http://schemas.microsoft.com/office/drawing/2014/main" id="{2341D9D6-2994-DF83-AC8F-F889E7F687C2}"/>
              </a:ext>
            </a:extLst>
          </p:cNvPr>
          <p:cNvSpPr/>
          <p:nvPr/>
        </p:nvSpPr>
        <p:spPr bwMode="auto">
          <a:xfrm rot="10800000">
            <a:off x="8687365" y="2006079"/>
            <a:ext cx="1512000" cy="4001021"/>
          </a:xfrm>
          <a:prstGeom prst="rect">
            <a:avLst/>
          </a:prstGeom>
          <a:gradFill>
            <a:gsLst>
              <a:gs pos="35000">
                <a:srgbClr val="663300"/>
              </a:gs>
              <a:gs pos="100000">
                <a:schemeClr val="accent1">
                  <a:lumMod val="45000"/>
                  <a:lumOff val="55000"/>
                </a:schemeClr>
              </a:gs>
              <a:gs pos="100000">
                <a:schemeClr val="bg2">
                  <a:lumMod val="50000"/>
                </a:schemeClr>
              </a:gs>
              <a:gs pos="100000">
                <a:schemeClr val="accent1">
                  <a:lumMod val="45000"/>
                  <a:lumOff val="55000"/>
                </a:schemeClr>
              </a:gs>
              <a:gs pos="100000">
                <a:schemeClr val="accent1">
                  <a:lumMod val="30000"/>
                  <a:lumOff val="70000"/>
                </a:schemeClr>
              </a:gs>
            </a:gsLst>
            <a:lin ang="5400000" scaled="1"/>
          </a:gradFill>
          <a:ln w="9525" cap="flat" cmpd="sng" algn="ctr">
            <a:solidFill>
              <a:schemeClr val="tx1"/>
            </a:solidFill>
            <a:prstDash val="solid"/>
            <a:round/>
            <a:headEnd type="none" w="med" len="med"/>
            <a:tailEnd type="none" w="med" len="med"/>
          </a:ln>
          <a:effectLst/>
        </p:spPr>
        <p:txBody>
          <a:bodyPr/>
          <a:lstStyle/>
          <a:p>
            <a:pPr eaLnBrk="1" hangingPunct="1">
              <a:defRPr/>
            </a:pPr>
            <a:endParaRPr lang="pl-PL">
              <a:cs typeface="Arial" charset="0"/>
            </a:endParaRPr>
          </a:p>
        </p:txBody>
      </p:sp>
      <p:sp>
        <p:nvSpPr>
          <p:cNvPr id="40" name="Rectangle 35">
            <a:extLst>
              <a:ext uri="{FF2B5EF4-FFF2-40B4-BE49-F238E27FC236}">
                <a16:creationId xmlns:a16="http://schemas.microsoft.com/office/drawing/2014/main" id="{D1C2C312-8BB2-61E9-3707-9CA87AA598A3}"/>
              </a:ext>
            </a:extLst>
          </p:cNvPr>
          <p:cNvSpPr>
            <a:spLocks noChangeArrowheads="1"/>
          </p:cNvSpPr>
          <p:nvPr/>
        </p:nvSpPr>
        <p:spPr bwMode="auto">
          <a:xfrm>
            <a:off x="8526937" y="1142894"/>
            <a:ext cx="360363" cy="360363"/>
          </a:xfrm>
          <a:prstGeom prst="rect">
            <a:avLst/>
          </a:prstGeom>
          <a:solidFill>
            <a:srgbClr val="6633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41" name="TextBox 36">
            <a:extLst>
              <a:ext uri="{FF2B5EF4-FFF2-40B4-BE49-F238E27FC236}">
                <a16:creationId xmlns:a16="http://schemas.microsoft.com/office/drawing/2014/main" id="{B6A1205B-0A84-67F5-7A6B-A324C99A0A81}"/>
              </a:ext>
            </a:extLst>
          </p:cNvPr>
          <p:cNvSpPr txBox="1">
            <a:spLocks noChangeArrowheads="1"/>
          </p:cNvSpPr>
          <p:nvPr/>
        </p:nvSpPr>
        <p:spPr bwMode="auto">
          <a:xfrm>
            <a:off x="8887300" y="1138132"/>
            <a:ext cx="25923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pl-PL" altLang="pl-PL" sz="1600" u="none" dirty="0"/>
              <a:t>Level of </a:t>
            </a:r>
            <a:r>
              <a:rPr lang="pl-PL" altLang="pl-PL" sz="1600" u="none" dirty="0" err="1"/>
              <a:t>importance</a:t>
            </a:r>
            <a:endParaRPr lang="pl-PL" altLang="pl-PL" sz="1600" u="none" dirty="0"/>
          </a:p>
        </p:txBody>
      </p:sp>
      <p:sp>
        <p:nvSpPr>
          <p:cNvPr id="42" name="TextBox 43">
            <a:extLst>
              <a:ext uri="{FF2B5EF4-FFF2-40B4-BE49-F238E27FC236}">
                <a16:creationId xmlns:a16="http://schemas.microsoft.com/office/drawing/2014/main" id="{4A29BB2F-43FF-3FFF-80B0-E1B7A9E93D13}"/>
              </a:ext>
            </a:extLst>
          </p:cNvPr>
          <p:cNvSpPr txBox="1">
            <a:spLocks noChangeArrowheads="1"/>
          </p:cNvSpPr>
          <p:nvPr/>
        </p:nvSpPr>
        <p:spPr bwMode="auto">
          <a:xfrm>
            <a:off x="4739956" y="2048314"/>
            <a:ext cx="14779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800" b="1" u="none" dirty="0" err="1">
                <a:solidFill>
                  <a:schemeClr val="bg1"/>
                </a:solidFill>
                <a:latin typeface="Tenorite" panose="00000500000000000000" pitchFamily="2" charset="0"/>
              </a:rPr>
              <a:t>Conceptual</a:t>
            </a:r>
            <a:endParaRPr lang="pl-PL" altLang="pl-PL" sz="1800" b="1" u="none" dirty="0">
              <a:solidFill>
                <a:schemeClr val="bg1"/>
              </a:solidFill>
              <a:latin typeface="Tenorite" panose="00000500000000000000" pitchFamily="2" charset="0"/>
            </a:endParaRPr>
          </a:p>
          <a:p>
            <a:pPr algn="ctr">
              <a:spcBef>
                <a:spcPct val="0"/>
              </a:spcBef>
              <a:buClrTx/>
              <a:buSzTx/>
              <a:buFontTx/>
              <a:buNone/>
            </a:pPr>
            <a:r>
              <a:rPr lang="pl-PL" altLang="pl-PL" sz="1800" b="1" u="none" dirty="0" err="1">
                <a:solidFill>
                  <a:schemeClr val="bg1"/>
                </a:solidFill>
                <a:latin typeface="Tenorite" panose="00000500000000000000" pitchFamily="2" charset="0"/>
              </a:rPr>
              <a:t>skills</a:t>
            </a:r>
            <a:endParaRPr lang="pl-PL" altLang="pl-PL" sz="1800" b="1" u="none" dirty="0">
              <a:solidFill>
                <a:schemeClr val="bg1"/>
              </a:solidFill>
              <a:latin typeface="Tenorite" panose="00000500000000000000" pitchFamily="2" charset="0"/>
            </a:endParaRPr>
          </a:p>
        </p:txBody>
      </p:sp>
      <p:sp>
        <p:nvSpPr>
          <p:cNvPr id="43" name="TextBox 44">
            <a:extLst>
              <a:ext uri="{FF2B5EF4-FFF2-40B4-BE49-F238E27FC236}">
                <a16:creationId xmlns:a16="http://schemas.microsoft.com/office/drawing/2014/main" id="{D0DAC50E-67F1-23EF-A882-B1DD8A091221}"/>
              </a:ext>
            </a:extLst>
          </p:cNvPr>
          <p:cNvSpPr txBox="1">
            <a:spLocks noChangeArrowheads="1"/>
          </p:cNvSpPr>
          <p:nvPr/>
        </p:nvSpPr>
        <p:spPr bwMode="auto">
          <a:xfrm>
            <a:off x="6713219" y="2032439"/>
            <a:ext cx="1479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800" b="1" u="none" dirty="0">
                <a:solidFill>
                  <a:schemeClr val="bg1"/>
                </a:solidFill>
                <a:latin typeface="Tenorite" panose="00000500000000000000" pitchFamily="2" charset="0"/>
              </a:rPr>
              <a:t>Human</a:t>
            </a:r>
          </a:p>
          <a:p>
            <a:pPr algn="ctr">
              <a:spcBef>
                <a:spcPct val="0"/>
              </a:spcBef>
              <a:buClrTx/>
              <a:buSzTx/>
              <a:buFontTx/>
              <a:buNone/>
            </a:pPr>
            <a:r>
              <a:rPr lang="pl-PL" altLang="pl-PL" sz="1800" b="1" u="none" dirty="0" err="1">
                <a:solidFill>
                  <a:schemeClr val="bg1"/>
                </a:solidFill>
                <a:latin typeface="Tenorite" panose="00000500000000000000" pitchFamily="2" charset="0"/>
              </a:rPr>
              <a:t>skills</a:t>
            </a:r>
            <a:endParaRPr lang="pl-PL" altLang="pl-PL" sz="1800" b="1" u="none" dirty="0">
              <a:solidFill>
                <a:schemeClr val="bg1"/>
              </a:solidFill>
              <a:latin typeface="Tenorite" panose="00000500000000000000" pitchFamily="2" charset="0"/>
            </a:endParaRPr>
          </a:p>
        </p:txBody>
      </p:sp>
      <p:sp>
        <p:nvSpPr>
          <p:cNvPr id="44" name="TextBox 45">
            <a:extLst>
              <a:ext uri="{FF2B5EF4-FFF2-40B4-BE49-F238E27FC236}">
                <a16:creationId xmlns:a16="http://schemas.microsoft.com/office/drawing/2014/main" id="{8F53474A-2886-97A9-1271-FE39C28AB9A9}"/>
              </a:ext>
            </a:extLst>
          </p:cNvPr>
          <p:cNvSpPr txBox="1">
            <a:spLocks noChangeArrowheads="1"/>
          </p:cNvSpPr>
          <p:nvPr/>
        </p:nvSpPr>
        <p:spPr bwMode="auto">
          <a:xfrm>
            <a:off x="8703944" y="1995926"/>
            <a:ext cx="14795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800" b="1" u="none" dirty="0">
                <a:latin typeface="Tenorite" panose="00000500000000000000" pitchFamily="2" charset="0"/>
              </a:rPr>
              <a:t>Technical</a:t>
            </a:r>
          </a:p>
          <a:p>
            <a:pPr algn="ctr">
              <a:spcBef>
                <a:spcPct val="0"/>
              </a:spcBef>
              <a:buClrTx/>
              <a:buSzTx/>
              <a:buFontTx/>
              <a:buNone/>
            </a:pPr>
            <a:r>
              <a:rPr lang="pl-PL" altLang="pl-PL" sz="1800" b="1" u="none" dirty="0" err="1">
                <a:latin typeface="Tenorite" panose="00000500000000000000" pitchFamily="2" charset="0"/>
              </a:rPr>
              <a:t>skills</a:t>
            </a:r>
            <a:endParaRPr lang="pl-PL" altLang="pl-PL" sz="1800" b="1" u="none" dirty="0">
              <a:latin typeface="Tenorite" panose="00000500000000000000" pitchFamily="2" charset="0"/>
            </a:endParaRPr>
          </a:p>
        </p:txBody>
      </p:sp>
      <p:sp>
        <p:nvSpPr>
          <p:cNvPr id="45" name="Isosceles Triangle 1">
            <a:extLst>
              <a:ext uri="{FF2B5EF4-FFF2-40B4-BE49-F238E27FC236}">
                <a16:creationId xmlns:a16="http://schemas.microsoft.com/office/drawing/2014/main" id="{CB333355-964A-D265-89E5-0080C54FEA10}"/>
              </a:ext>
            </a:extLst>
          </p:cNvPr>
          <p:cNvSpPr>
            <a:spLocks noChangeArrowheads="1"/>
          </p:cNvSpPr>
          <p:nvPr/>
        </p:nvSpPr>
        <p:spPr bwMode="auto">
          <a:xfrm>
            <a:off x="1755456" y="1989576"/>
            <a:ext cx="2636838" cy="4030663"/>
          </a:xfrm>
          <a:prstGeom prst="triangle">
            <a:avLst>
              <a:gd name="adj" fmla="val 50000"/>
            </a:avLst>
          </a:prstGeom>
          <a:solidFill>
            <a:schemeClr val="bg1"/>
          </a:solidFill>
          <a:ln w="2857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cxnSp>
        <p:nvCxnSpPr>
          <p:cNvPr id="46" name="Straight Connector 19">
            <a:extLst>
              <a:ext uri="{FF2B5EF4-FFF2-40B4-BE49-F238E27FC236}">
                <a16:creationId xmlns:a16="http://schemas.microsoft.com/office/drawing/2014/main" id="{A17F8387-6005-46AE-C9F7-DA27A430D759}"/>
              </a:ext>
            </a:extLst>
          </p:cNvPr>
          <p:cNvCxnSpPr>
            <a:cxnSpLocks noChangeShapeType="1"/>
          </p:cNvCxnSpPr>
          <p:nvPr/>
        </p:nvCxnSpPr>
        <p:spPr bwMode="auto">
          <a:xfrm>
            <a:off x="2566669" y="3505639"/>
            <a:ext cx="7623175" cy="0"/>
          </a:xfrm>
          <a:prstGeom prst="line">
            <a:avLst/>
          </a:prstGeom>
          <a:noFill/>
          <a:ln w="28575" algn="ctr">
            <a:solidFill>
              <a:schemeClr val="tx1"/>
            </a:solidFill>
            <a:prstDash val="dashDot"/>
            <a:miter lim="800000"/>
            <a:headEnd/>
            <a:tailEnd/>
          </a:ln>
          <a:extLst>
            <a:ext uri="{909E8E84-426E-40DD-AFC4-6F175D3DCCD1}">
              <a14:hiddenFill xmlns:a14="http://schemas.microsoft.com/office/drawing/2010/main">
                <a:noFill/>
              </a14:hiddenFill>
            </a:ext>
          </a:extLst>
        </p:spPr>
      </p:cxnSp>
      <p:sp>
        <p:nvSpPr>
          <p:cNvPr id="47" name="TextBox 34">
            <a:extLst>
              <a:ext uri="{FF2B5EF4-FFF2-40B4-BE49-F238E27FC236}">
                <a16:creationId xmlns:a16="http://schemas.microsoft.com/office/drawing/2014/main" id="{06997BDC-B46D-B883-1ECD-F1EBFCD67CA4}"/>
              </a:ext>
            </a:extLst>
          </p:cNvPr>
          <p:cNvSpPr txBox="1">
            <a:spLocks noChangeArrowheads="1"/>
          </p:cNvSpPr>
          <p:nvPr/>
        </p:nvSpPr>
        <p:spPr bwMode="auto">
          <a:xfrm>
            <a:off x="2519044" y="2954776"/>
            <a:ext cx="11064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a:defRPr/>
            </a:pPr>
            <a:r>
              <a:rPr lang="pl-PL" altLang="pl-PL" sz="1200" b="1" u="none" dirty="0">
                <a:latin typeface="Tenorite" panose="00000500000000000000" pitchFamily="2" charset="0"/>
              </a:rPr>
              <a:t>Top </a:t>
            </a:r>
            <a:br>
              <a:rPr lang="pl-PL" altLang="pl-PL" sz="1200" b="1" u="none" dirty="0">
                <a:latin typeface="Tenorite" panose="00000500000000000000" pitchFamily="2" charset="0"/>
              </a:rPr>
            </a:br>
            <a:r>
              <a:rPr lang="pl-PL" altLang="pl-PL" sz="1200" b="1" u="none" dirty="0">
                <a:latin typeface="Tenorite" panose="00000500000000000000" pitchFamily="2" charset="0"/>
              </a:rPr>
              <a:t>managers</a:t>
            </a:r>
          </a:p>
        </p:txBody>
      </p:sp>
      <p:sp>
        <p:nvSpPr>
          <p:cNvPr id="48" name="TextBox 33">
            <a:extLst>
              <a:ext uri="{FF2B5EF4-FFF2-40B4-BE49-F238E27FC236}">
                <a16:creationId xmlns:a16="http://schemas.microsoft.com/office/drawing/2014/main" id="{AA22432A-9C2A-39B6-6678-2CD5ACEEBEEA}"/>
              </a:ext>
            </a:extLst>
          </p:cNvPr>
          <p:cNvSpPr txBox="1">
            <a:spLocks noChangeArrowheads="1"/>
          </p:cNvSpPr>
          <p:nvPr/>
        </p:nvSpPr>
        <p:spPr bwMode="auto">
          <a:xfrm>
            <a:off x="2499994" y="4004114"/>
            <a:ext cx="1125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400" b="1" u="none" dirty="0">
                <a:latin typeface="Tenorite" panose="00000500000000000000" pitchFamily="2" charset="0"/>
              </a:rPr>
              <a:t>Middle </a:t>
            </a:r>
            <a:br>
              <a:rPr lang="pl-PL" altLang="pl-PL" sz="1400" b="1" u="none" dirty="0">
                <a:latin typeface="Tenorite" panose="00000500000000000000" pitchFamily="2" charset="0"/>
              </a:rPr>
            </a:br>
            <a:r>
              <a:rPr lang="pl-PL" altLang="pl-PL" sz="1400" b="1" u="none" dirty="0" err="1">
                <a:latin typeface="Tenorite" panose="00000500000000000000" pitchFamily="2" charset="0"/>
              </a:rPr>
              <a:t>managers</a:t>
            </a:r>
            <a:endParaRPr lang="pl-PL" altLang="pl-PL" sz="1400" b="1" u="none" dirty="0">
              <a:latin typeface="Tenorite" panose="00000500000000000000" pitchFamily="2" charset="0"/>
            </a:endParaRPr>
          </a:p>
        </p:txBody>
      </p:sp>
      <p:cxnSp>
        <p:nvCxnSpPr>
          <p:cNvPr id="49" name="Straight Connector 22">
            <a:extLst>
              <a:ext uri="{FF2B5EF4-FFF2-40B4-BE49-F238E27FC236}">
                <a16:creationId xmlns:a16="http://schemas.microsoft.com/office/drawing/2014/main" id="{FBA6A7AE-5360-1021-F492-CC9495EFC776}"/>
              </a:ext>
            </a:extLst>
          </p:cNvPr>
          <p:cNvCxnSpPr>
            <a:cxnSpLocks noChangeShapeType="1"/>
          </p:cNvCxnSpPr>
          <p:nvPr/>
        </p:nvCxnSpPr>
        <p:spPr bwMode="auto">
          <a:xfrm>
            <a:off x="2195194" y="4808976"/>
            <a:ext cx="8005762" cy="0"/>
          </a:xfrm>
          <a:prstGeom prst="line">
            <a:avLst/>
          </a:prstGeom>
          <a:noFill/>
          <a:ln w="28575" algn="ctr">
            <a:solidFill>
              <a:schemeClr val="tx1"/>
            </a:solidFill>
            <a:prstDash val="dashDot"/>
            <a:miter lim="800000"/>
            <a:headEnd/>
            <a:tailEnd/>
          </a:ln>
          <a:extLst>
            <a:ext uri="{909E8E84-426E-40DD-AFC4-6F175D3DCCD1}">
              <a14:hiddenFill xmlns:a14="http://schemas.microsoft.com/office/drawing/2010/main">
                <a:noFill/>
              </a14:hiddenFill>
            </a:ext>
          </a:extLst>
        </p:spPr>
      </p:cxnSp>
      <p:sp>
        <p:nvSpPr>
          <p:cNvPr id="50" name="TextBox 13">
            <a:extLst>
              <a:ext uri="{FF2B5EF4-FFF2-40B4-BE49-F238E27FC236}">
                <a16:creationId xmlns:a16="http://schemas.microsoft.com/office/drawing/2014/main" id="{13330EC6-DA7A-EE22-3D17-C8B55D69F8CF}"/>
              </a:ext>
            </a:extLst>
          </p:cNvPr>
          <p:cNvSpPr txBox="1">
            <a:spLocks noChangeArrowheads="1"/>
          </p:cNvSpPr>
          <p:nvPr/>
        </p:nvSpPr>
        <p:spPr bwMode="auto">
          <a:xfrm>
            <a:off x="2022958" y="5234673"/>
            <a:ext cx="2592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pl-PL" altLang="pl-PL" sz="1800" b="1" u="none" dirty="0">
                <a:latin typeface="Tenorite" panose="00000500000000000000" pitchFamily="2" charset="0"/>
              </a:rPr>
              <a:t>First-</a:t>
            </a:r>
            <a:r>
              <a:rPr lang="pl-PL" altLang="pl-PL" sz="1800" b="1" u="none" dirty="0" err="1">
                <a:latin typeface="Tenorite" panose="00000500000000000000" pitchFamily="2" charset="0"/>
              </a:rPr>
              <a:t>line</a:t>
            </a:r>
            <a:r>
              <a:rPr lang="pl-PL" altLang="pl-PL" sz="1800" b="1" u="none" dirty="0">
                <a:latin typeface="Tenorite" panose="00000500000000000000" pitchFamily="2" charset="0"/>
              </a:rPr>
              <a:t> </a:t>
            </a:r>
            <a:r>
              <a:rPr lang="pl-PL" altLang="pl-PL" sz="1800" b="1" u="none" dirty="0" err="1">
                <a:latin typeface="Tenorite" panose="00000500000000000000" pitchFamily="2" charset="0"/>
              </a:rPr>
              <a:t>managers</a:t>
            </a:r>
            <a:endParaRPr lang="pl-PL" altLang="pl-PL" sz="1800" b="1" u="none" dirty="0">
              <a:latin typeface="Tenorite" panose="00000500000000000000" pitchFamily="2" charset="0"/>
            </a:endParaRPr>
          </a:p>
        </p:txBody>
      </p:sp>
    </p:spTree>
    <p:extLst>
      <p:ext uri="{BB962C8B-B14F-4D97-AF65-F5344CB8AC3E}">
        <p14:creationId xmlns:p14="http://schemas.microsoft.com/office/powerpoint/2010/main" val="2687503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roles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714912" y="2751282"/>
            <a:ext cx="6683376"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One of the most important pieces of research into the job of manager comes from </a:t>
            </a:r>
            <a:r>
              <a:rPr lang="en-US" sz="2000" b="1" dirty="0">
                <a:solidFill>
                  <a:srgbClr val="663300"/>
                </a:solidFill>
                <a:latin typeface="Tenorite" panose="00000500000000000000" pitchFamily="2" charset="0"/>
              </a:rPr>
              <a:t>Henry Mintzberg</a:t>
            </a:r>
            <a:r>
              <a:rPr lang="pl-PL" sz="2000" b="1" dirty="0">
                <a:solidFill>
                  <a:srgbClr val="663300"/>
                </a:solidFill>
                <a:latin typeface="Tenorite" panose="00000500000000000000" pitchFamily="2" charset="0"/>
              </a:rPr>
              <a:t>.</a:t>
            </a:r>
            <a:endParaRPr lang="en-US" sz="2000" b="1"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Mintzberg followed a range of senior managers and observed their activities</a:t>
            </a:r>
            <a:r>
              <a:rPr lang="pl-PL" sz="2000" dirty="0">
                <a:solidFill>
                  <a:srgbClr val="663300"/>
                </a:solidFill>
                <a:latin typeface="Tenorite" panose="00000500000000000000" pitchFamily="2" charset="0"/>
              </a:rPr>
              <a:t>.</a:t>
            </a:r>
            <a:endParaRPr lang="en-US" sz="20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Based on data he collected, he distinguished and described 10 diff</a:t>
            </a:r>
            <a:r>
              <a:rPr lang="pl-PL" sz="2000" dirty="0">
                <a:solidFill>
                  <a:srgbClr val="663300"/>
                </a:solidFill>
                <a:latin typeface="Tenorite" panose="00000500000000000000" pitchFamily="2" charset="0"/>
              </a:rPr>
              <a:t>e</a:t>
            </a:r>
            <a:r>
              <a:rPr lang="en-US" sz="2000" dirty="0">
                <a:solidFill>
                  <a:srgbClr val="663300"/>
                </a:solidFill>
                <a:latin typeface="Tenorite" panose="00000500000000000000" pitchFamily="2" charset="0"/>
              </a:rPr>
              <a:t>rent </a:t>
            </a:r>
            <a:r>
              <a:rPr lang="en-US" sz="2000" b="1" dirty="0" err="1">
                <a:solidFill>
                  <a:srgbClr val="663300"/>
                </a:solidFill>
                <a:latin typeface="Tenorite" panose="00000500000000000000" pitchFamily="2" charset="0"/>
              </a:rPr>
              <a:t>managem</a:t>
            </a:r>
            <a:r>
              <a:rPr lang="pl-PL" sz="2000" b="1" dirty="0">
                <a:solidFill>
                  <a:srgbClr val="663300"/>
                </a:solidFill>
                <a:latin typeface="Tenorite" panose="00000500000000000000" pitchFamily="2" charset="0"/>
              </a:rPr>
              <a:t>e</a:t>
            </a:r>
            <a:r>
              <a:rPr lang="en-US" sz="2000" b="1" dirty="0">
                <a:solidFill>
                  <a:srgbClr val="663300"/>
                </a:solidFill>
                <a:latin typeface="Tenorite" panose="00000500000000000000" pitchFamily="2" charset="0"/>
              </a:rPr>
              <a:t>nt roles</a:t>
            </a:r>
            <a:r>
              <a:rPr lang="en-US" sz="2000" dirty="0">
                <a:solidFill>
                  <a:srgbClr val="663300"/>
                </a:solidFill>
                <a:latin typeface="Tenorite" panose="00000500000000000000" pitchFamily="2" charset="0"/>
              </a:rPr>
              <a:t> that he grouped under three headings called </a:t>
            </a:r>
            <a:r>
              <a:rPr lang="en-US" sz="2000" b="1" dirty="0" err="1">
                <a:solidFill>
                  <a:srgbClr val="663300"/>
                </a:solidFill>
                <a:latin typeface="Tenorite" panose="00000500000000000000" pitchFamily="2" charset="0"/>
              </a:rPr>
              <a:t>inte</a:t>
            </a:r>
            <a:r>
              <a:rPr lang="pl-PL" sz="2000" b="1" dirty="0">
                <a:solidFill>
                  <a:srgbClr val="663300"/>
                </a:solidFill>
                <a:latin typeface="Tenorite" panose="00000500000000000000" pitchFamily="2" charset="0"/>
              </a:rPr>
              <a:t>r</a:t>
            </a:r>
            <a:r>
              <a:rPr lang="en-US" sz="2000" b="1" dirty="0">
                <a:solidFill>
                  <a:srgbClr val="663300"/>
                </a:solidFill>
                <a:latin typeface="Tenorite" panose="00000500000000000000" pitchFamily="2" charset="0"/>
              </a:rPr>
              <a:t>personal</a:t>
            </a:r>
            <a:r>
              <a:rPr lang="en-US" sz="2000" dirty="0">
                <a:solidFill>
                  <a:srgbClr val="663300"/>
                </a:solidFill>
                <a:latin typeface="Tenorite" panose="00000500000000000000" pitchFamily="2" charset="0"/>
              </a:rPr>
              <a:t>, </a:t>
            </a:r>
            <a:r>
              <a:rPr lang="en-US" sz="2000" b="1" dirty="0">
                <a:solidFill>
                  <a:srgbClr val="663300"/>
                </a:solidFill>
                <a:latin typeface="Tenorite" panose="00000500000000000000" pitchFamily="2" charset="0"/>
              </a:rPr>
              <a:t>informational</a:t>
            </a:r>
            <a:r>
              <a:rPr lang="en-US" sz="2000" dirty="0">
                <a:solidFill>
                  <a:srgbClr val="663300"/>
                </a:solidFill>
                <a:latin typeface="Tenorite" panose="00000500000000000000" pitchFamily="2" charset="0"/>
              </a:rPr>
              <a:t> and </a:t>
            </a:r>
            <a:r>
              <a:rPr lang="en-US" sz="2000" b="1" dirty="0">
                <a:solidFill>
                  <a:srgbClr val="663300"/>
                </a:solidFill>
                <a:latin typeface="Tenorite" panose="00000500000000000000" pitchFamily="2" charset="0"/>
              </a:rPr>
              <a:t>decisional</a:t>
            </a:r>
            <a:r>
              <a:rPr lang="pl-PL" sz="2000" b="1" dirty="0">
                <a:solidFill>
                  <a:srgbClr val="663300"/>
                </a:solidFill>
                <a:latin typeface="Tenorite" panose="00000500000000000000" pitchFamily="2" charset="0"/>
              </a:rPr>
              <a:t>.</a:t>
            </a:r>
            <a:endParaRPr lang="en-US" sz="2000" b="1"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endParaRPr lang="pl-PL" sz="1700" b="1"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pic>
        <p:nvPicPr>
          <p:cNvPr id="8" name="Picture 2" descr="Henry Mintzberg">
            <a:extLst>
              <a:ext uri="{FF2B5EF4-FFF2-40B4-BE49-F238E27FC236}">
                <a16:creationId xmlns:a16="http://schemas.microsoft.com/office/drawing/2014/main" id="{590E2283-A46D-12D7-51C4-13B8512AAC53}"/>
              </a:ext>
            </a:extLst>
          </p:cNvPr>
          <p:cNvPicPr>
            <a:picLocks noChangeAspect="1" noChangeArrowheads="1"/>
          </p:cNvPicPr>
          <p:nvPr/>
        </p:nvPicPr>
        <p:blipFill>
          <a:blip r:embed="rId3"/>
          <a:srcRect/>
          <a:stretch>
            <a:fillRect/>
          </a:stretch>
        </p:blipFill>
        <p:spPr bwMode="auto">
          <a:xfrm>
            <a:off x="7664150" y="2506561"/>
            <a:ext cx="4078800" cy="287972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2D9224E3-7C6B-51C0-343B-4818797523DD}"/>
              </a:ext>
            </a:extLst>
          </p:cNvPr>
          <p:cNvSpPr>
            <a:spLocks noChangeArrowheads="1"/>
          </p:cNvSpPr>
          <p:nvPr/>
        </p:nvSpPr>
        <p:spPr bwMode="auto">
          <a:xfrm>
            <a:off x="7624510" y="5450743"/>
            <a:ext cx="4105275" cy="473219"/>
          </a:xfrm>
          <a:prstGeom prst="rect">
            <a:avLst/>
          </a:prstGeom>
          <a:noFill/>
          <a:ln w="9525">
            <a:noFill/>
            <a:miter lim="800000"/>
            <a:headEnd/>
            <a:tailEnd/>
          </a:ln>
        </p:spPr>
        <p:txBody>
          <a:bodyPr/>
          <a:lstStyle/>
          <a:p>
            <a:pPr algn="just">
              <a:spcBef>
                <a:spcPts val="0"/>
              </a:spcBef>
              <a:buClr>
                <a:schemeClr val="tx2"/>
              </a:buClr>
              <a:buSzPct val="100000"/>
              <a:defRPr/>
            </a:pPr>
            <a:r>
              <a:rPr lang="pl-PL" sz="1200" b="1" u="none" dirty="0">
                <a:latin typeface="Tenorite" panose="00000500000000000000" pitchFamily="2" charset="0"/>
              </a:rPr>
              <a:t>Fig. 1. Henry </a:t>
            </a:r>
            <a:r>
              <a:rPr lang="pl-PL" sz="1200" b="1" u="none" dirty="0" err="1">
                <a:latin typeface="Tenorite" panose="00000500000000000000" pitchFamily="2" charset="0"/>
              </a:rPr>
              <a:t>Mintzberg</a:t>
            </a:r>
            <a:endParaRPr lang="pl-PL" sz="1200" b="1" u="none" dirty="0">
              <a:latin typeface="Tenorite" panose="00000500000000000000" pitchFamily="2" charset="0"/>
            </a:endParaRPr>
          </a:p>
          <a:p>
            <a:pPr algn="just">
              <a:spcBef>
                <a:spcPts val="0"/>
              </a:spcBef>
              <a:buClr>
                <a:schemeClr val="tx2"/>
              </a:buClr>
              <a:buSzPct val="100000"/>
              <a:defRPr/>
            </a:pPr>
            <a:r>
              <a:rPr lang="pl-PL" sz="1200" u="none" dirty="0">
                <a:latin typeface="Tenorite" panose="00000500000000000000" pitchFamily="2" charset="0"/>
              </a:rPr>
              <a:t>Source: http://www.mintzberg.org/</a:t>
            </a:r>
          </a:p>
          <a:p>
            <a:pPr marL="342900" indent="-342900" algn="just">
              <a:lnSpc>
                <a:spcPct val="125000"/>
              </a:lnSpc>
              <a:spcBef>
                <a:spcPct val="20000"/>
              </a:spcBef>
              <a:buClr>
                <a:schemeClr val="tx2"/>
              </a:buClr>
              <a:buSzPct val="100000"/>
              <a:buFont typeface="Wingdings" pitchFamily="2" charset="2"/>
              <a:buChar char="n"/>
              <a:defRPr/>
            </a:pPr>
            <a:endParaRPr lang="pl-PL" sz="2000" u="none" dirty="0"/>
          </a:p>
        </p:txBody>
      </p:sp>
    </p:spTree>
    <p:extLst>
      <p:ext uri="{BB962C8B-B14F-4D97-AF65-F5344CB8AC3E}">
        <p14:creationId xmlns:p14="http://schemas.microsoft.com/office/powerpoint/2010/main" val="3755225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roles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graphicFrame>
        <p:nvGraphicFramePr>
          <p:cNvPr id="11" name="Diagram 10">
            <a:extLst>
              <a:ext uri="{FF2B5EF4-FFF2-40B4-BE49-F238E27FC236}">
                <a16:creationId xmlns:a16="http://schemas.microsoft.com/office/drawing/2014/main" id="{5B0AE6F9-9D11-DD06-B2BB-2418F1F69222}"/>
              </a:ext>
            </a:extLst>
          </p:cNvPr>
          <p:cNvGraphicFramePr/>
          <p:nvPr>
            <p:extLst>
              <p:ext uri="{D42A27DB-BD31-4B8C-83A1-F6EECF244321}">
                <p14:modId xmlns:p14="http://schemas.microsoft.com/office/powerpoint/2010/main" val="1899509232"/>
              </p:ext>
            </p:extLst>
          </p:nvPr>
        </p:nvGraphicFramePr>
        <p:xfrm>
          <a:off x="2363601" y="2078979"/>
          <a:ext cx="7464798" cy="4189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185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64" name="Łącznik prosty 27">
            <a:extLst>
              <a:ext uri="{FF2B5EF4-FFF2-40B4-BE49-F238E27FC236}">
                <a16:creationId xmlns:a16="http://schemas.microsoft.com/office/drawing/2014/main" id="{00E2359A-F79D-C13B-123D-F475DEB3A3CA}"/>
              </a:ext>
            </a:extLst>
          </p:cNvPr>
          <p:cNvCxnSpPr>
            <a:cxnSpLocks noChangeShapeType="1"/>
          </p:cNvCxnSpPr>
          <p:nvPr/>
        </p:nvCxnSpPr>
        <p:spPr bwMode="auto">
          <a:xfrm flipV="1">
            <a:off x="2264443" y="5508703"/>
            <a:ext cx="1152525" cy="0"/>
          </a:xfrm>
          <a:prstGeom prst="line">
            <a:avLst/>
          </a:prstGeom>
          <a:noFill/>
          <a:ln w="9525" algn="ctr">
            <a:solidFill>
              <a:schemeClr val="tx1"/>
            </a:solidFill>
            <a:miter lim="800000"/>
            <a:headEnd/>
            <a:tailEnd/>
          </a:ln>
        </p:spPr>
      </p:cxnSp>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441995"/>
            <a:ext cx="5358063" cy="1453003"/>
          </a:xfrm>
        </p:spPr>
        <p:txBody>
          <a:bodyPr wrap="square" rtlCol="0" anchor="b">
            <a:normAutofit/>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roles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sp>
        <p:nvSpPr>
          <p:cNvPr id="44" name="Rectangle 5">
            <a:extLst>
              <a:ext uri="{FF2B5EF4-FFF2-40B4-BE49-F238E27FC236}">
                <a16:creationId xmlns:a16="http://schemas.microsoft.com/office/drawing/2014/main" id="{80968CEF-8C63-87E6-7DEB-63DFC4FE55ED}"/>
              </a:ext>
            </a:extLst>
          </p:cNvPr>
          <p:cNvSpPr>
            <a:spLocks noChangeArrowheads="1"/>
          </p:cNvSpPr>
          <p:nvPr/>
        </p:nvSpPr>
        <p:spPr bwMode="auto">
          <a:xfrm>
            <a:off x="3416968" y="4949903"/>
            <a:ext cx="4248150" cy="1081088"/>
          </a:xfrm>
          <a:prstGeom prst="rect">
            <a:avLst/>
          </a:prstGeom>
          <a:solidFill>
            <a:schemeClr val="accent5">
              <a:lumMod val="75000"/>
            </a:schemeClr>
          </a:solidFill>
          <a:ln w="9525">
            <a:solidFill>
              <a:schemeClr val="bg1"/>
            </a:solidFill>
            <a:miter lim="800000"/>
            <a:headEnd/>
            <a:tailEnd/>
          </a:ln>
          <a:effectLst/>
          <a:extLst>
            <a:ext uri="{AF507438-7753-43e0-B8FC-AC1667EBCBE1}"/>
          </a:extLst>
        </p:spPr>
        <p:txBody>
          <a:bodyPr wrap="none" anchor="ctr"/>
          <a:lstStyle/>
          <a:p>
            <a:pPr algn="ctr">
              <a:defRPr/>
            </a:pPr>
            <a:r>
              <a:rPr lang="pl-PL" sz="2800" b="1" u="none" dirty="0" err="1">
                <a:solidFill>
                  <a:srgbClr val="FFFFFF"/>
                </a:solidFill>
                <a:effectLst>
                  <a:outerShdw blurRad="38100" dist="38100" dir="2700000" algn="tl">
                    <a:srgbClr val="000000">
                      <a:alpha val="43137"/>
                    </a:srgbClr>
                  </a:outerShdw>
                </a:effectLst>
                <a:latin typeface="Tenorite" panose="00000500000000000000" pitchFamily="2" charset="0"/>
                <a:ea typeface="ＭＳ Ｐゴシック" charset="0"/>
              </a:rPr>
              <a:t>Decisional</a:t>
            </a:r>
            <a:endParaRPr lang="pl-PL" sz="2800" b="1" u="none" dirty="0">
              <a:solidFill>
                <a:srgbClr val="FFFFFF"/>
              </a:solidFill>
              <a:effectLst>
                <a:outerShdw blurRad="38100" dist="38100" dir="2700000" algn="tl">
                  <a:srgbClr val="000000">
                    <a:alpha val="43137"/>
                  </a:srgbClr>
                </a:outerShdw>
              </a:effectLst>
              <a:latin typeface="Tenorite" panose="00000500000000000000" pitchFamily="2" charset="0"/>
              <a:ea typeface="ＭＳ Ｐゴシック" charset="0"/>
            </a:endParaRPr>
          </a:p>
        </p:txBody>
      </p:sp>
      <p:sp>
        <p:nvSpPr>
          <p:cNvPr id="45" name="Rectangle 5">
            <a:extLst>
              <a:ext uri="{FF2B5EF4-FFF2-40B4-BE49-F238E27FC236}">
                <a16:creationId xmlns:a16="http://schemas.microsoft.com/office/drawing/2014/main" id="{43490705-1E7B-5BA9-193C-2E12F098E4CB}"/>
              </a:ext>
            </a:extLst>
          </p:cNvPr>
          <p:cNvSpPr>
            <a:spLocks noChangeArrowheads="1"/>
          </p:cNvSpPr>
          <p:nvPr/>
        </p:nvSpPr>
        <p:spPr bwMode="auto">
          <a:xfrm>
            <a:off x="3416968" y="3090941"/>
            <a:ext cx="4248150" cy="1081087"/>
          </a:xfrm>
          <a:prstGeom prst="rect">
            <a:avLst/>
          </a:prstGeom>
          <a:solidFill>
            <a:srgbClr val="002060"/>
          </a:solid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pl-PL" altLang="pl-PL" b="1" u="none" dirty="0" err="1">
                <a:solidFill>
                  <a:schemeClr val="bg1"/>
                </a:solidFill>
                <a:latin typeface="Tenorite" panose="00000500000000000000" pitchFamily="2" charset="0"/>
                <a:ea typeface="MS PGothic" panose="020B0600070205080204" pitchFamily="34" charset="-128"/>
              </a:rPr>
              <a:t>Informational</a:t>
            </a:r>
            <a:endParaRPr lang="pl-PL" altLang="pl-PL" b="1" u="none" dirty="0">
              <a:solidFill>
                <a:schemeClr val="bg1"/>
              </a:solidFill>
              <a:latin typeface="Tenorite" panose="00000500000000000000" pitchFamily="2" charset="0"/>
              <a:ea typeface="MS PGothic" panose="020B0600070205080204" pitchFamily="34" charset="-128"/>
            </a:endParaRPr>
          </a:p>
        </p:txBody>
      </p:sp>
      <p:sp>
        <p:nvSpPr>
          <p:cNvPr id="46" name="Rectangle 4">
            <a:extLst>
              <a:ext uri="{FF2B5EF4-FFF2-40B4-BE49-F238E27FC236}">
                <a16:creationId xmlns:a16="http://schemas.microsoft.com/office/drawing/2014/main" id="{1A04E701-E9ED-F0AC-2C99-7B461567C647}"/>
              </a:ext>
            </a:extLst>
          </p:cNvPr>
          <p:cNvSpPr>
            <a:spLocks noChangeArrowheads="1"/>
          </p:cNvSpPr>
          <p:nvPr/>
        </p:nvSpPr>
        <p:spPr bwMode="auto">
          <a:xfrm>
            <a:off x="3416968" y="1336753"/>
            <a:ext cx="4248150" cy="1081088"/>
          </a:xfrm>
          <a:prstGeom prst="rect">
            <a:avLst/>
          </a:prstGeom>
          <a:solidFill>
            <a:srgbClr val="663300"/>
          </a:solidFill>
          <a:ln w="9525">
            <a:solidFill>
              <a:schemeClr val="bg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pl-PL" altLang="pl-PL" sz="2800" b="1" u="none" dirty="0" err="1">
                <a:solidFill>
                  <a:srgbClr val="FFFFFF"/>
                </a:solidFill>
                <a:latin typeface="Tenorite" panose="00000500000000000000" pitchFamily="2" charset="0"/>
                <a:ea typeface="MS PGothic" panose="020B0600070205080204" pitchFamily="34" charset="-128"/>
              </a:rPr>
              <a:t>Interpersonal</a:t>
            </a:r>
            <a:endParaRPr lang="pl-PL" altLang="pl-PL" sz="2800" b="1" u="none" dirty="0">
              <a:solidFill>
                <a:srgbClr val="FFFFFF"/>
              </a:solidFill>
              <a:latin typeface="Tenorite" panose="00000500000000000000" pitchFamily="2" charset="0"/>
              <a:ea typeface="MS PGothic" panose="020B0600070205080204" pitchFamily="34" charset="-128"/>
            </a:endParaRPr>
          </a:p>
        </p:txBody>
      </p:sp>
      <p:cxnSp>
        <p:nvCxnSpPr>
          <p:cNvPr id="47" name="Łącznik prosty 6">
            <a:extLst>
              <a:ext uri="{FF2B5EF4-FFF2-40B4-BE49-F238E27FC236}">
                <a16:creationId xmlns:a16="http://schemas.microsoft.com/office/drawing/2014/main" id="{636570C7-3B26-7553-FDDD-3CDAFA35F303}"/>
              </a:ext>
            </a:extLst>
          </p:cNvPr>
          <p:cNvCxnSpPr>
            <a:cxnSpLocks noChangeShapeType="1"/>
            <a:stCxn id="46" idx="3"/>
          </p:cNvCxnSpPr>
          <p:nvPr/>
        </p:nvCxnSpPr>
        <p:spPr bwMode="auto">
          <a:xfrm flipV="1">
            <a:off x="7665118" y="1876503"/>
            <a:ext cx="1152525" cy="0"/>
          </a:xfrm>
          <a:prstGeom prst="line">
            <a:avLst/>
          </a:prstGeom>
          <a:noFill/>
          <a:ln w="9525" algn="ctr">
            <a:solidFill>
              <a:schemeClr val="tx1"/>
            </a:solidFill>
            <a:miter lim="800000"/>
            <a:headEnd/>
            <a:tailEnd/>
          </a:ln>
        </p:spPr>
      </p:cxnSp>
      <p:cxnSp>
        <p:nvCxnSpPr>
          <p:cNvPr id="48" name="Łącznik prosty 20">
            <a:extLst>
              <a:ext uri="{FF2B5EF4-FFF2-40B4-BE49-F238E27FC236}">
                <a16:creationId xmlns:a16="http://schemas.microsoft.com/office/drawing/2014/main" id="{108D7A52-F635-E6BB-0CC9-4D1A9FCC083B}"/>
              </a:ext>
            </a:extLst>
          </p:cNvPr>
          <p:cNvCxnSpPr>
            <a:cxnSpLocks noChangeShapeType="1"/>
          </p:cNvCxnSpPr>
          <p:nvPr/>
        </p:nvCxnSpPr>
        <p:spPr bwMode="auto">
          <a:xfrm flipV="1">
            <a:off x="7665118" y="5486478"/>
            <a:ext cx="1152525" cy="0"/>
          </a:xfrm>
          <a:prstGeom prst="line">
            <a:avLst/>
          </a:prstGeom>
          <a:noFill/>
          <a:ln w="9525" algn="ctr">
            <a:solidFill>
              <a:schemeClr val="tx1"/>
            </a:solidFill>
            <a:miter lim="800000"/>
            <a:headEnd/>
            <a:tailEnd/>
          </a:ln>
        </p:spPr>
      </p:cxnSp>
      <p:cxnSp>
        <p:nvCxnSpPr>
          <p:cNvPr id="49" name="Łącznik prosty 21">
            <a:extLst>
              <a:ext uri="{FF2B5EF4-FFF2-40B4-BE49-F238E27FC236}">
                <a16:creationId xmlns:a16="http://schemas.microsoft.com/office/drawing/2014/main" id="{E5BB954E-3966-1A96-F027-80979377A19C}"/>
              </a:ext>
            </a:extLst>
          </p:cNvPr>
          <p:cNvCxnSpPr>
            <a:cxnSpLocks/>
          </p:cNvCxnSpPr>
          <p:nvPr/>
        </p:nvCxnSpPr>
        <p:spPr bwMode="auto">
          <a:xfrm>
            <a:off x="8817643" y="1876503"/>
            <a:ext cx="0" cy="3609975"/>
          </a:xfrm>
          <a:prstGeom prst="line">
            <a:avLst/>
          </a:prstGeom>
          <a:noFill/>
          <a:ln w="9525" algn="ctr">
            <a:solidFill>
              <a:schemeClr val="tx1"/>
            </a:solidFill>
            <a:miter lim="800000"/>
            <a:headEnd/>
            <a:tailEnd/>
          </a:ln>
        </p:spPr>
      </p:cxnSp>
      <p:cxnSp>
        <p:nvCxnSpPr>
          <p:cNvPr id="50" name="Łącznik prosty 24">
            <a:extLst>
              <a:ext uri="{FF2B5EF4-FFF2-40B4-BE49-F238E27FC236}">
                <a16:creationId xmlns:a16="http://schemas.microsoft.com/office/drawing/2014/main" id="{BD063953-4D89-CA66-E643-557F5BE75CE6}"/>
              </a:ext>
            </a:extLst>
          </p:cNvPr>
          <p:cNvCxnSpPr>
            <a:cxnSpLocks noChangeShapeType="1"/>
          </p:cNvCxnSpPr>
          <p:nvPr/>
        </p:nvCxnSpPr>
        <p:spPr bwMode="auto">
          <a:xfrm flipV="1">
            <a:off x="7665118" y="3632278"/>
            <a:ext cx="1152525" cy="0"/>
          </a:xfrm>
          <a:prstGeom prst="line">
            <a:avLst/>
          </a:prstGeom>
          <a:noFill/>
          <a:ln w="9525" algn="ctr">
            <a:solidFill>
              <a:schemeClr val="tx1"/>
            </a:solidFill>
            <a:miter lim="800000"/>
            <a:headEnd/>
            <a:tailEnd/>
          </a:ln>
        </p:spPr>
      </p:cxnSp>
      <p:cxnSp>
        <p:nvCxnSpPr>
          <p:cNvPr id="51" name="Łącznik prosty 25">
            <a:extLst>
              <a:ext uri="{FF2B5EF4-FFF2-40B4-BE49-F238E27FC236}">
                <a16:creationId xmlns:a16="http://schemas.microsoft.com/office/drawing/2014/main" id="{15BBF27B-BF63-3D7C-B9ED-A73B5A4BCF27}"/>
              </a:ext>
            </a:extLst>
          </p:cNvPr>
          <p:cNvCxnSpPr>
            <a:cxnSpLocks noChangeShapeType="1"/>
          </p:cNvCxnSpPr>
          <p:nvPr/>
        </p:nvCxnSpPr>
        <p:spPr bwMode="auto">
          <a:xfrm flipV="1">
            <a:off x="2258093" y="1898728"/>
            <a:ext cx="1150938" cy="0"/>
          </a:xfrm>
          <a:prstGeom prst="line">
            <a:avLst/>
          </a:prstGeom>
          <a:noFill/>
          <a:ln w="9525" algn="ctr">
            <a:solidFill>
              <a:schemeClr val="tx1"/>
            </a:solidFill>
            <a:miter lim="800000"/>
            <a:headEnd/>
            <a:tailEnd/>
          </a:ln>
        </p:spPr>
      </p:cxnSp>
      <p:cxnSp>
        <p:nvCxnSpPr>
          <p:cNvPr id="52" name="Łącznik prosty 26">
            <a:extLst>
              <a:ext uri="{FF2B5EF4-FFF2-40B4-BE49-F238E27FC236}">
                <a16:creationId xmlns:a16="http://schemas.microsoft.com/office/drawing/2014/main" id="{ADF260B2-1CF6-356F-B2B7-88A1328EF612}"/>
              </a:ext>
            </a:extLst>
          </p:cNvPr>
          <p:cNvCxnSpPr>
            <a:cxnSpLocks noChangeShapeType="1"/>
          </p:cNvCxnSpPr>
          <p:nvPr/>
        </p:nvCxnSpPr>
        <p:spPr bwMode="auto">
          <a:xfrm flipV="1">
            <a:off x="2253331" y="3632278"/>
            <a:ext cx="1152525" cy="0"/>
          </a:xfrm>
          <a:prstGeom prst="line">
            <a:avLst/>
          </a:prstGeom>
          <a:noFill/>
          <a:ln w="9525" algn="ctr">
            <a:solidFill>
              <a:schemeClr val="tx1"/>
            </a:solidFill>
            <a:miter lim="800000"/>
            <a:headEnd/>
            <a:tailEnd/>
          </a:ln>
        </p:spPr>
      </p:cxnSp>
      <p:cxnSp>
        <p:nvCxnSpPr>
          <p:cNvPr id="53" name="Łącznik prosty 28">
            <a:extLst>
              <a:ext uri="{FF2B5EF4-FFF2-40B4-BE49-F238E27FC236}">
                <a16:creationId xmlns:a16="http://schemas.microsoft.com/office/drawing/2014/main" id="{E6D57F54-DB7D-F99D-4676-3EE85C875564}"/>
              </a:ext>
            </a:extLst>
          </p:cNvPr>
          <p:cNvCxnSpPr>
            <a:cxnSpLocks/>
          </p:cNvCxnSpPr>
          <p:nvPr/>
        </p:nvCxnSpPr>
        <p:spPr bwMode="auto">
          <a:xfrm>
            <a:off x="2258093" y="1898728"/>
            <a:ext cx="0" cy="3609975"/>
          </a:xfrm>
          <a:prstGeom prst="line">
            <a:avLst/>
          </a:prstGeom>
          <a:noFill/>
          <a:ln w="9525" algn="ctr">
            <a:solidFill>
              <a:schemeClr val="tx1"/>
            </a:solidFill>
            <a:miter lim="800000"/>
            <a:headEnd/>
            <a:tailEnd/>
          </a:ln>
        </p:spPr>
      </p:cxnSp>
      <p:sp>
        <p:nvSpPr>
          <p:cNvPr id="54" name="Trójkąt równoramienny 9">
            <a:extLst>
              <a:ext uri="{FF2B5EF4-FFF2-40B4-BE49-F238E27FC236}">
                <a16:creationId xmlns:a16="http://schemas.microsoft.com/office/drawing/2014/main" id="{03D26EE2-3F86-3C7B-2AC7-7B0B335026CA}"/>
              </a:ext>
            </a:extLst>
          </p:cNvPr>
          <p:cNvSpPr>
            <a:spLocks noChangeArrowheads="1"/>
          </p:cNvSpPr>
          <p:nvPr/>
        </p:nvSpPr>
        <p:spPr bwMode="auto">
          <a:xfrm rot="5400000">
            <a:off x="7970712" y="1740772"/>
            <a:ext cx="504825" cy="287337"/>
          </a:xfrm>
          <a:prstGeom prst="triangle">
            <a:avLst>
              <a:gd name="adj" fmla="val 50000"/>
            </a:avLst>
          </a:prstGeom>
          <a:solidFill>
            <a:srgbClr val="FFC000"/>
          </a:solidFill>
          <a:ln w="9525" algn="ctr">
            <a:solidFill>
              <a:schemeClr val="tx1"/>
            </a:solidFill>
            <a:miter lim="800000"/>
            <a:headEnd/>
            <a:tailEnd/>
          </a:ln>
        </p:spPr>
        <p:txBody>
          <a:bodyPr wrap="none"/>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sz="2400" u="none"/>
          </a:p>
        </p:txBody>
      </p:sp>
      <p:sp>
        <p:nvSpPr>
          <p:cNvPr id="55" name="Trójkąt równoramienny 30">
            <a:extLst>
              <a:ext uri="{FF2B5EF4-FFF2-40B4-BE49-F238E27FC236}">
                <a16:creationId xmlns:a16="http://schemas.microsoft.com/office/drawing/2014/main" id="{EE42C77E-74C5-63FD-9C4E-717A54670A1D}"/>
              </a:ext>
            </a:extLst>
          </p:cNvPr>
          <p:cNvSpPr>
            <a:spLocks noChangeArrowheads="1"/>
          </p:cNvSpPr>
          <p:nvPr/>
        </p:nvSpPr>
        <p:spPr bwMode="auto">
          <a:xfrm rot="16200000">
            <a:off x="7567487" y="3488610"/>
            <a:ext cx="504825" cy="287337"/>
          </a:xfrm>
          <a:prstGeom prst="triangle">
            <a:avLst>
              <a:gd name="adj" fmla="val 50000"/>
            </a:avLst>
          </a:prstGeom>
          <a:solidFill>
            <a:srgbClr val="FFC000"/>
          </a:solidFill>
          <a:ln w="9525" algn="ctr">
            <a:solidFill>
              <a:schemeClr val="tx1"/>
            </a:solidFill>
            <a:miter lim="800000"/>
            <a:headEnd/>
            <a:tailEnd/>
          </a:ln>
        </p:spPr>
        <p:txBody>
          <a:bodyPr wrap="none"/>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sz="2400" u="none"/>
          </a:p>
        </p:txBody>
      </p:sp>
      <p:sp>
        <p:nvSpPr>
          <p:cNvPr id="56" name="Trójkąt równoramienny 31">
            <a:extLst>
              <a:ext uri="{FF2B5EF4-FFF2-40B4-BE49-F238E27FC236}">
                <a16:creationId xmlns:a16="http://schemas.microsoft.com/office/drawing/2014/main" id="{E77EF2C1-A300-D000-FB0A-6969C4623A8D}"/>
              </a:ext>
            </a:extLst>
          </p:cNvPr>
          <p:cNvSpPr>
            <a:spLocks noChangeArrowheads="1"/>
          </p:cNvSpPr>
          <p:nvPr/>
        </p:nvSpPr>
        <p:spPr bwMode="auto">
          <a:xfrm rot="16200000">
            <a:off x="7568281" y="5364241"/>
            <a:ext cx="503237" cy="287337"/>
          </a:xfrm>
          <a:prstGeom prst="triangle">
            <a:avLst>
              <a:gd name="adj" fmla="val 50000"/>
            </a:avLst>
          </a:prstGeom>
          <a:solidFill>
            <a:srgbClr val="FFC000"/>
          </a:solidFill>
          <a:ln w="9525" algn="ctr">
            <a:solidFill>
              <a:schemeClr val="tx1"/>
            </a:solidFill>
            <a:miter lim="800000"/>
            <a:headEnd/>
            <a:tailEnd/>
          </a:ln>
        </p:spPr>
        <p:txBody>
          <a:bodyPr wrap="none"/>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sz="2400" u="none"/>
          </a:p>
        </p:txBody>
      </p:sp>
      <p:sp>
        <p:nvSpPr>
          <p:cNvPr id="57" name="Trójkąt równoramienny 32">
            <a:extLst>
              <a:ext uri="{FF2B5EF4-FFF2-40B4-BE49-F238E27FC236}">
                <a16:creationId xmlns:a16="http://schemas.microsoft.com/office/drawing/2014/main" id="{1D7EA074-48C3-A28F-C69B-DA5C46F746D5}"/>
              </a:ext>
            </a:extLst>
          </p:cNvPr>
          <p:cNvSpPr>
            <a:spLocks noChangeArrowheads="1"/>
          </p:cNvSpPr>
          <p:nvPr/>
        </p:nvSpPr>
        <p:spPr bwMode="auto">
          <a:xfrm rot="16200000">
            <a:off x="2407318" y="5364241"/>
            <a:ext cx="503237" cy="287338"/>
          </a:xfrm>
          <a:prstGeom prst="triangle">
            <a:avLst>
              <a:gd name="adj" fmla="val 50000"/>
            </a:avLst>
          </a:prstGeom>
          <a:solidFill>
            <a:srgbClr val="FFC000"/>
          </a:solidFill>
          <a:ln w="9525" algn="ctr">
            <a:solidFill>
              <a:schemeClr val="tx1"/>
            </a:solidFill>
            <a:miter lim="800000"/>
            <a:headEnd/>
            <a:tailEnd/>
          </a:ln>
        </p:spPr>
        <p:txBody>
          <a:bodyPr wrap="none"/>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sz="2400" u="none"/>
          </a:p>
        </p:txBody>
      </p:sp>
      <p:sp>
        <p:nvSpPr>
          <p:cNvPr id="58" name="Trójkąt równoramienny 33">
            <a:extLst>
              <a:ext uri="{FF2B5EF4-FFF2-40B4-BE49-F238E27FC236}">
                <a16:creationId xmlns:a16="http://schemas.microsoft.com/office/drawing/2014/main" id="{7C03004B-4063-E599-7D1C-771C423BF41A}"/>
              </a:ext>
            </a:extLst>
          </p:cNvPr>
          <p:cNvSpPr>
            <a:spLocks noChangeArrowheads="1"/>
          </p:cNvSpPr>
          <p:nvPr/>
        </p:nvSpPr>
        <p:spPr bwMode="auto">
          <a:xfrm rot="16200000">
            <a:off x="2443831" y="3487816"/>
            <a:ext cx="504825" cy="288925"/>
          </a:xfrm>
          <a:prstGeom prst="triangle">
            <a:avLst>
              <a:gd name="adj" fmla="val 50000"/>
            </a:avLst>
          </a:prstGeom>
          <a:solidFill>
            <a:srgbClr val="FFC000"/>
          </a:solidFill>
          <a:ln w="9525" algn="ctr">
            <a:solidFill>
              <a:schemeClr val="tx1"/>
            </a:solidFill>
            <a:miter lim="800000"/>
            <a:headEnd/>
            <a:tailEnd/>
          </a:ln>
        </p:spPr>
        <p:txBody>
          <a:bodyPr wrap="none"/>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sz="2400" u="none"/>
          </a:p>
        </p:txBody>
      </p:sp>
      <p:sp>
        <p:nvSpPr>
          <p:cNvPr id="59" name="Trójkąt równoramienny 34">
            <a:extLst>
              <a:ext uri="{FF2B5EF4-FFF2-40B4-BE49-F238E27FC236}">
                <a16:creationId xmlns:a16="http://schemas.microsoft.com/office/drawing/2014/main" id="{8FC51DFF-FC9C-BF56-F74A-58B56D52C4AF}"/>
              </a:ext>
            </a:extLst>
          </p:cNvPr>
          <p:cNvSpPr>
            <a:spLocks noChangeArrowheads="1"/>
          </p:cNvSpPr>
          <p:nvPr/>
        </p:nvSpPr>
        <p:spPr bwMode="auto">
          <a:xfrm rot="5400000">
            <a:off x="3020887" y="1747122"/>
            <a:ext cx="503237" cy="288925"/>
          </a:xfrm>
          <a:prstGeom prst="triangle">
            <a:avLst>
              <a:gd name="adj" fmla="val 50000"/>
            </a:avLst>
          </a:prstGeom>
          <a:solidFill>
            <a:srgbClr val="FFC000"/>
          </a:solidFill>
          <a:ln w="9525" algn="ctr">
            <a:solidFill>
              <a:schemeClr val="tx1"/>
            </a:solidFill>
            <a:miter lim="800000"/>
            <a:headEnd/>
            <a:tailEnd/>
          </a:ln>
        </p:spPr>
        <p:txBody>
          <a:bodyPr wrap="none"/>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eaLnBrk="1" hangingPunct="1"/>
            <a:endParaRPr lang="pl-PL" altLang="pl-PL" sz="2400" u="none"/>
          </a:p>
        </p:txBody>
      </p:sp>
      <p:sp>
        <p:nvSpPr>
          <p:cNvPr id="60" name="pole tekstowe 10">
            <a:extLst>
              <a:ext uri="{FF2B5EF4-FFF2-40B4-BE49-F238E27FC236}">
                <a16:creationId xmlns:a16="http://schemas.microsoft.com/office/drawing/2014/main" id="{805C54D2-2BB4-547A-E47C-5F2BD6F46252}"/>
              </a:ext>
            </a:extLst>
          </p:cNvPr>
          <p:cNvSpPr txBox="1">
            <a:spLocks noChangeArrowheads="1"/>
          </p:cNvSpPr>
          <p:nvPr/>
        </p:nvSpPr>
        <p:spPr bwMode="auto">
          <a:xfrm>
            <a:off x="8823993" y="1490741"/>
            <a:ext cx="17287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a:r>
              <a:rPr lang="pl-PL" altLang="pl-PL" b="1" u="none">
                <a:latin typeface="Tenorite" panose="00000500000000000000" pitchFamily="2" charset="0"/>
              </a:rPr>
              <a:t>Provide information</a:t>
            </a:r>
          </a:p>
        </p:txBody>
      </p:sp>
      <p:sp>
        <p:nvSpPr>
          <p:cNvPr id="61" name="pole tekstowe 36">
            <a:extLst>
              <a:ext uri="{FF2B5EF4-FFF2-40B4-BE49-F238E27FC236}">
                <a16:creationId xmlns:a16="http://schemas.microsoft.com/office/drawing/2014/main" id="{A3EFCFBF-07D0-7679-8389-D29D8FF40084}"/>
              </a:ext>
            </a:extLst>
          </p:cNvPr>
          <p:cNvSpPr txBox="1">
            <a:spLocks noChangeArrowheads="1"/>
          </p:cNvSpPr>
          <p:nvPr/>
        </p:nvSpPr>
        <p:spPr bwMode="auto">
          <a:xfrm>
            <a:off x="8874793" y="3275091"/>
            <a:ext cx="17287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a:r>
              <a:rPr lang="pl-PL" altLang="pl-PL" b="1" u="none">
                <a:latin typeface="Tenorite" panose="00000500000000000000" pitchFamily="2" charset="0"/>
              </a:rPr>
              <a:t>Process information</a:t>
            </a:r>
          </a:p>
        </p:txBody>
      </p:sp>
      <p:sp>
        <p:nvSpPr>
          <p:cNvPr id="62" name="pole tekstowe 37">
            <a:extLst>
              <a:ext uri="{FF2B5EF4-FFF2-40B4-BE49-F238E27FC236}">
                <a16:creationId xmlns:a16="http://schemas.microsoft.com/office/drawing/2014/main" id="{4015BEDE-C562-040D-B664-55728A6D507B}"/>
              </a:ext>
            </a:extLst>
          </p:cNvPr>
          <p:cNvSpPr txBox="1">
            <a:spLocks noChangeArrowheads="1"/>
          </p:cNvSpPr>
          <p:nvPr/>
        </p:nvSpPr>
        <p:spPr bwMode="auto">
          <a:xfrm>
            <a:off x="8817643" y="5061028"/>
            <a:ext cx="1727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a:r>
              <a:rPr lang="pl-PL" altLang="pl-PL" b="1" u="none">
                <a:latin typeface="Tenorite" panose="00000500000000000000" pitchFamily="2" charset="0"/>
              </a:rPr>
              <a:t>Use information</a:t>
            </a:r>
          </a:p>
        </p:txBody>
      </p:sp>
      <p:sp>
        <p:nvSpPr>
          <p:cNvPr id="63" name="pole tekstowe 38">
            <a:extLst>
              <a:ext uri="{FF2B5EF4-FFF2-40B4-BE49-F238E27FC236}">
                <a16:creationId xmlns:a16="http://schemas.microsoft.com/office/drawing/2014/main" id="{FA88F102-DA65-7996-4453-24FD704E59F3}"/>
              </a:ext>
            </a:extLst>
          </p:cNvPr>
          <p:cNvSpPr txBox="1">
            <a:spLocks noChangeArrowheads="1"/>
          </p:cNvSpPr>
          <p:nvPr/>
        </p:nvSpPr>
        <p:spPr bwMode="auto">
          <a:xfrm rot="16200000">
            <a:off x="611063" y="3336209"/>
            <a:ext cx="26463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Tahoma" panose="020B0604030504040204" pitchFamily="34" charset="0"/>
                <a:cs typeface="Arial" panose="020B0604020202020204" pitchFamily="34" charset="0"/>
              </a:defRPr>
            </a:lvl1pPr>
            <a:lvl2pPr marL="742950" indent="-285750">
              <a:defRPr u="sng">
                <a:solidFill>
                  <a:schemeClr val="tx1"/>
                </a:solidFill>
                <a:latin typeface="Tahoma" panose="020B0604030504040204" pitchFamily="34" charset="0"/>
                <a:cs typeface="Arial" panose="020B0604020202020204" pitchFamily="34" charset="0"/>
              </a:defRPr>
            </a:lvl2pPr>
            <a:lvl3pPr marL="1143000" indent="-228600">
              <a:defRPr u="sng">
                <a:solidFill>
                  <a:schemeClr val="tx1"/>
                </a:solidFill>
                <a:latin typeface="Tahoma" panose="020B0604030504040204" pitchFamily="34" charset="0"/>
                <a:cs typeface="Arial" panose="020B0604020202020204" pitchFamily="34" charset="0"/>
              </a:defRPr>
            </a:lvl3pPr>
            <a:lvl4pPr marL="1600200" indent="-228600">
              <a:defRPr u="sng">
                <a:solidFill>
                  <a:schemeClr val="tx1"/>
                </a:solidFill>
                <a:latin typeface="Tahoma" panose="020B0604030504040204" pitchFamily="34" charset="0"/>
                <a:cs typeface="Arial" panose="020B0604020202020204" pitchFamily="34" charset="0"/>
              </a:defRPr>
            </a:lvl4pPr>
            <a:lvl5pPr marL="2057400" indent="-228600">
              <a:defRPr u="sng">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u="sng">
                <a:solidFill>
                  <a:schemeClr val="tx1"/>
                </a:solidFill>
                <a:latin typeface="Tahoma" panose="020B0604030504040204" pitchFamily="34" charset="0"/>
                <a:cs typeface="Arial" panose="020B0604020202020204" pitchFamily="34" charset="0"/>
              </a:defRPr>
            </a:lvl9pPr>
          </a:lstStyle>
          <a:p>
            <a:pPr algn="ctr"/>
            <a:r>
              <a:rPr lang="pl-PL" altLang="pl-PL" sz="2800" b="1" u="none">
                <a:latin typeface="Tenorite" panose="00000500000000000000" pitchFamily="2" charset="0"/>
              </a:rPr>
              <a:t>Feedback</a:t>
            </a:r>
          </a:p>
        </p:txBody>
      </p:sp>
    </p:spTree>
    <p:extLst>
      <p:ext uri="{BB962C8B-B14F-4D97-AF65-F5344CB8AC3E}">
        <p14:creationId xmlns:p14="http://schemas.microsoft.com/office/powerpoint/2010/main" val="3792608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Managerial</a:t>
            </a:r>
            <a:r>
              <a:rPr lang="pl-PL" sz="5000" dirty="0">
                <a:latin typeface="Tenorite" panose="00000500000000000000" pitchFamily="2" charset="0"/>
              </a:rPr>
              <a:t> </a:t>
            </a:r>
            <a:r>
              <a:rPr lang="pl-PL" sz="5000" dirty="0" err="1">
                <a:latin typeface="Tenorite" panose="00000500000000000000" pitchFamily="2" charset="0"/>
              </a:rPr>
              <a:t>roles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graphicFrame>
        <p:nvGraphicFramePr>
          <p:cNvPr id="11" name="Symbol zastępczy zawartości 3">
            <a:extLst>
              <a:ext uri="{FF2B5EF4-FFF2-40B4-BE49-F238E27FC236}">
                <a16:creationId xmlns:a16="http://schemas.microsoft.com/office/drawing/2014/main" id="{3874F3F2-5676-E2E7-5CA4-907EA3057720}"/>
              </a:ext>
            </a:extLst>
          </p:cNvPr>
          <p:cNvGraphicFramePr>
            <a:graphicFrameLocks/>
          </p:cNvGraphicFramePr>
          <p:nvPr>
            <p:extLst>
              <p:ext uri="{D42A27DB-BD31-4B8C-83A1-F6EECF244321}">
                <p14:modId xmlns:p14="http://schemas.microsoft.com/office/powerpoint/2010/main" val="3789156968"/>
              </p:ext>
            </p:extLst>
          </p:nvPr>
        </p:nvGraphicFramePr>
        <p:xfrm>
          <a:off x="1848325" y="1903338"/>
          <a:ext cx="8496300" cy="4540500"/>
        </p:xfrm>
        <a:graphic>
          <a:graphicData uri="http://schemas.openxmlformats.org/drawingml/2006/table">
            <a:tbl>
              <a:tblPr/>
              <a:tblGrid>
                <a:gridCol w="1795463">
                  <a:extLst>
                    <a:ext uri="{9D8B030D-6E8A-4147-A177-3AD203B41FA5}">
                      <a16:colId xmlns:a16="http://schemas.microsoft.com/office/drawing/2014/main" val="20000"/>
                    </a:ext>
                  </a:extLst>
                </a:gridCol>
                <a:gridCol w="2020639">
                  <a:extLst>
                    <a:ext uri="{9D8B030D-6E8A-4147-A177-3AD203B41FA5}">
                      <a16:colId xmlns:a16="http://schemas.microsoft.com/office/drawing/2014/main" val="20001"/>
                    </a:ext>
                  </a:extLst>
                </a:gridCol>
                <a:gridCol w="4680198">
                  <a:extLst>
                    <a:ext uri="{9D8B030D-6E8A-4147-A177-3AD203B41FA5}">
                      <a16:colId xmlns:a16="http://schemas.microsoft.com/office/drawing/2014/main" val="20002"/>
                    </a:ext>
                  </a:extLst>
                </a:gridCol>
              </a:tblGrid>
              <a:tr h="334558">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600" b="1" i="0" u="none" strike="noStrike" cap="none" normalizeH="0" baseline="0" dirty="0" err="1">
                          <a:ln>
                            <a:noFill/>
                          </a:ln>
                          <a:solidFill>
                            <a:schemeClr val="bg1"/>
                          </a:solidFill>
                          <a:effectLst>
                            <a:outerShdw blurRad="38100" dist="38100" dir="2700000" algn="tl">
                              <a:srgbClr val="000000">
                                <a:alpha val="43137"/>
                              </a:srgbClr>
                            </a:outerShdw>
                          </a:effectLst>
                          <a:latin typeface="Tenorite" panose="00000500000000000000" pitchFamily="2" charset="0"/>
                          <a:cs typeface="Tahoma" panose="020B0604030504040204" pitchFamily="34" charset="0"/>
                        </a:rPr>
                        <a:t>Category</a:t>
                      </a:r>
                      <a:endParaRPr kumimoji="0" lang="pl-PL" altLang="pl-PL" sz="16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Tahoma" panose="020B0604030504040204" pitchFamily="34" charset="0"/>
                      </a:endParaRPr>
                    </a:p>
                  </a:txBody>
                  <a:tcPr marL="91433" marR="91433" marT="45690" marB="456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3300"/>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6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Tahoma" panose="020B0604030504040204" pitchFamily="34" charset="0"/>
                        </a:rPr>
                        <a:t>Role</a:t>
                      </a:r>
                    </a:p>
                  </a:txBody>
                  <a:tcPr marL="91433" marR="91433" marT="45690" marB="456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3300"/>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6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Tahoma" panose="020B0604030504040204" pitchFamily="34" charset="0"/>
                        </a:rPr>
                        <a:t>Activity</a:t>
                      </a:r>
                    </a:p>
                  </a:txBody>
                  <a:tcPr marL="91433" marR="91433" marT="45690" marB="456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3300"/>
                    </a:solidFill>
                  </a:tcPr>
                </a:tc>
                <a:extLst>
                  <a:ext uri="{0D108BD9-81ED-4DB2-BD59-A6C34878D82A}">
                    <a16:rowId xmlns:a16="http://schemas.microsoft.com/office/drawing/2014/main" val="10000"/>
                  </a:ext>
                </a:extLst>
              </a:tr>
              <a:tr h="396000">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l-PL" sz="1400" b="1" i="0" u="none" strike="noStrike" cap="none" normalizeH="0" baseline="0" dirty="0" err="1">
                          <a:ln>
                            <a:noFill/>
                          </a:ln>
                          <a:solidFill>
                            <a:schemeClr val="bg1"/>
                          </a:solidFill>
                          <a:effectLst>
                            <a:outerShdw blurRad="38100" dist="38100" dir="2700000" algn="tl">
                              <a:srgbClr val="000000">
                                <a:alpha val="43137"/>
                              </a:srgbClr>
                            </a:outerShdw>
                          </a:effectLst>
                          <a:latin typeface="Tenorite" panose="00000500000000000000" pitchFamily="2" charset="0"/>
                          <a:cs typeface="Times New Roman" pitchFamily="18" charset="0"/>
                        </a:rPr>
                        <a:t>Interpersonal</a:t>
                      </a:r>
                      <a:endParaRPr kumimoji="0" lang="pl-PL" sz="14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3300"/>
                    </a:solidFill>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err="1">
                          <a:ln>
                            <a:noFill/>
                          </a:ln>
                          <a:solidFill>
                            <a:schemeClr val="tx1"/>
                          </a:solidFill>
                          <a:effectLst/>
                          <a:latin typeface="Tenorite" panose="00000500000000000000" pitchFamily="2" charset="0"/>
                          <a:cs typeface="Times New Roman" pitchFamily="18" charset="0"/>
                        </a:rPr>
                        <a:t>Figurehead</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Perform</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ceremonial</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and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symbolic</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duties</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inside</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the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organization</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receive</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visitors</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Give</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awards</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to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employees</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Leader</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Supervise</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direct</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subordinates</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including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recruting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selecting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motivating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training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and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leading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them</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err="1">
                          <a:ln>
                            <a:noFill/>
                          </a:ln>
                          <a:solidFill>
                            <a:schemeClr val="tx1"/>
                          </a:solidFill>
                          <a:effectLst/>
                          <a:latin typeface="Tenorite" panose="00000500000000000000" pitchFamily="2" charset="0"/>
                          <a:cs typeface="Times New Roman" pitchFamily="18" charset="0"/>
                        </a:rPr>
                        <a:t>Liaison</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Be the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conduit</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(the in-</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between</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person) for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information</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flowing</a:t>
                      </a: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 in and out of </a:t>
                      </a:r>
                      <a:r>
                        <a:rPr kumimoji="0" lang="pl-PL" altLang="pl-PL" sz="1100" b="0" i="0" u="none" strike="noStrike" cap="none" normalizeH="0" baseline="0" dirty="0" err="1">
                          <a:ln>
                            <a:noFill/>
                          </a:ln>
                          <a:solidFill>
                            <a:srgbClr val="000000"/>
                          </a:solidFill>
                          <a:effectLst/>
                          <a:latin typeface="Tenorite" panose="00000500000000000000" pitchFamily="2" charset="0"/>
                          <a:cs typeface="Tahoma" panose="020B0604030504040204" pitchFamily="34" charset="0"/>
                        </a:rPr>
                        <a:t>organization</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6000">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l-PL" sz="1400" b="1" i="0" u="none" strike="noStrike" cap="none" normalizeH="0" baseline="0" dirty="0" err="1">
                          <a:ln>
                            <a:noFill/>
                          </a:ln>
                          <a:solidFill>
                            <a:schemeClr val="bg1"/>
                          </a:solidFill>
                          <a:effectLst>
                            <a:outerShdw blurRad="38100" dist="38100" dir="2700000" algn="tl">
                              <a:srgbClr val="000000">
                                <a:alpha val="43137"/>
                              </a:srgbClr>
                            </a:outerShdw>
                          </a:effectLst>
                          <a:latin typeface="Tenorite" panose="00000500000000000000" pitchFamily="2" charset="0"/>
                          <a:cs typeface="Times New Roman" pitchFamily="18" charset="0"/>
                        </a:rPr>
                        <a:t>Informational</a:t>
                      </a:r>
                      <a:r>
                        <a:rPr kumimoji="0" lang="pl-PL" sz="14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Times New Roman" pitchFamily="18" charset="0"/>
                        </a:rPr>
                        <a:t> </a:t>
                      </a:r>
                      <a:endParaRPr kumimoji="0" lang="pl-PL" sz="14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3300"/>
                    </a:solidFill>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Monitor</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Look for and receive information, review papers and reports, maintain interpersonal contacts and networks</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Disseminator</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Pass information on to others by phone, in meetings, memos</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Spokesperson</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Represent the area or organization to peopole outside the area or organization in spechees and reports. Deal with the media</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96000">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l-PL" sz="1400" b="1" i="0" u="none" strike="noStrike" cap="none" normalizeH="0" baseline="0" dirty="0" err="1">
                          <a:ln>
                            <a:noFill/>
                          </a:ln>
                          <a:solidFill>
                            <a:schemeClr val="bg1"/>
                          </a:solidFill>
                          <a:effectLst>
                            <a:outerShdw blurRad="38100" dist="38100" dir="2700000" algn="tl">
                              <a:srgbClr val="000000">
                                <a:alpha val="43137"/>
                              </a:srgbClr>
                            </a:outerShdw>
                          </a:effectLst>
                          <a:latin typeface="Tenorite" panose="00000500000000000000" pitchFamily="2" charset="0"/>
                          <a:cs typeface="Times New Roman" pitchFamily="18" charset="0"/>
                        </a:rPr>
                        <a:t>Decisional</a:t>
                      </a:r>
                      <a:endParaRPr kumimoji="0" lang="pl-PL" sz="1400" b="1" i="0" u="none" strike="noStrike" cap="none" normalizeH="0" baseline="0" dirty="0">
                        <a:ln>
                          <a:noFill/>
                        </a:ln>
                        <a:solidFill>
                          <a:schemeClr val="bg1"/>
                        </a:solidFill>
                        <a:effectLst>
                          <a:outerShdw blurRad="38100" dist="38100" dir="2700000" algn="tl">
                            <a:srgbClr val="000000">
                              <a:alpha val="43137"/>
                            </a:srgbClr>
                          </a:outerShdw>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3300"/>
                    </a:solidFill>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Entrepreneur</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Initiate change. Plan new projects, spot opportunities, identify areas of business development</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Disturbance handler</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Take corrective action during crises or operational breakdowns, resolve conflicts amongst staff, adopt to external changes</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Times New Roman" pitchFamily="18" charset="0"/>
                        </a:rPr>
                        <a:t>Resource allocator</a:t>
                      </a:r>
                      <a:endParaRPr kumimoji="0" lang="pl-PL" sz="1400" b="0" i="0" u="none" strike="noStrike" cap="none" normalizeH="0" baseline="0" dirty="0">
                        <a:ln>
                          <a:noFill/>
                        </a:ln>
                        <a:solidFill>
                          <a:schemeClr val="tx1"/>
                        </a:solidFill>
                        <a:effectLst/>
                        <a:latin typeface="Tenorite" panose="00000500000000000000" pitchFamily="2" charset="0"/>
                        <a:cs typeface="Arial" charset="0"/>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Decide who gets resources, sets the schedule, budget, set priorities</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96000">
                <a:tc vMerge="1">
                  <a:txBody>
                    <a:bodyPr/>
                    <a:lstStyle/>
                    <a:p>
                      <a:endParaRPr lang="pl-PL"/>
                    </a:p>
                  </a:txBody>
                  <a:tcPr/>
                </a:tc>
                <a:tc>
                  <a:txBody>
                    <a:bodyPr/>
                    <a:lstStyle/>
                    <a:p>
                      <a:pPr marL="285750" marR="0" lvl="0" indent="-28575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Char char="§"/>
                        <a:tabLst/>
                      </a:pPr>
                      <a:r>
                        <a:rPr kumimoji="0" lang="pl-PL" sz="1400" b="0" i="0" u="none" strike="noStrike" cap="none" normalizeH="0" baseline="0" dirty="0">
                          <a:ln>
                            <a:noFill/>
                          </a:ln>
                          <a:solidFill>
                            <a:schemeClr val="tx1"/>
                          </a:solidFill>
                          <a:effectLst/>
                          <a:latin typeface="Tenorite" panose="00000500000000000000" pitchFamily="2" charset="0"/>
                          <a:cs typeface="Arial" charset="0"/>
                        </a:rPr>
                        <a:t>Negotiator</a:t>
                      </a: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pl-PL" altLang="pl-PL" sz="1100" b="0" i="0" u="none" strike="noStrike" cap="none" normalizeH="0" baseline="0" dirty="0">
                          <a:ln>
                            <a:noFill/>
                          </a:ln>
                          <a:solidFill>
                            <a:srgbClr val="000000"/>
                          </a:solidFill>
                          <a:effectLst/>
                          <a:latin typeface="Tenorite" panose="00000500000000000000" pitchFamily="2" charset="0"/>
                          <a:cs typeface="Tahoma" panose="020B0604030504040204" pitchFamily="34" charset="0"/>
                        </a:rPr>
                        <a:t>Represent department during negotiations with unions, suppliers, and generally defend interest</a:t>
                      </a:r>
                      <a:endParaRPr kumimoji="0" lang="pl-PL" altLang="pl-PL" sz="1100" b="0" i="0" u="none" strike="noStrike" cap="none" normalizeH="0" baseline="0" dirty="0">
                        <a:ln>
                          <a:noFill/>
                        </a:ln>
                        <a:solidFill>
                          <a:schemeClr val="tx1"/>
                        </a:solidFill>
                        <a:effectLst/>
                        <a:latin typeface="Tenorite" panose="00000500000000000000" pitchFamily="2" charset="0"/>
                        <a:cs typeface="Tahoma" panose="020B0604030504040204" pitchFamily="34" charset="0"/>
                      </a:endParaRPr>
                    </a:p>
                  </a:txBody>
                  <a:tcPr marL="91433" marR="91433" marT="45690" marB="456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480441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Exercise </a:t>
            </a:r>
            <a:r>
              <a:rPr lang="pl-PL" sz="5000" dirty="0">
                <a:latin typeface="Tenorite" panose="00000500000000000000" pitchFamily="2" charset="0"/>
              </a:rPr>
              <a:t>2</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577388" y="2575174"/>
            <a:ext cx="5037221" cy="3489579"/>
          </a:xfrm>
        </p:spPr>
        <p:txBody>
          <a:bodyPr rtlCol="0">
            <a:noAutofit/>
          </a:bodyPr>
          <a:lstStyle/>
          <a:p>
            <a:pPr marL="457200" indent="-457200" algn="l" rtl="0">
              <a:buClr>
                <a:srgbClr val="663300"/>
              </a:buClr>
              <a:buFont typeface="Arial" panose="020B0604020202020204" pitchFamily="34" charset="0"/>
              <a:buChar char="•"/>
            </a:pPr>
            <a:r>
              <a:rPr lang="en-US" sz="2300" dirty="0">
                <a:solidFill>
                  <a:srgbClr val="663300"/>
                </a:solidFill>
                <a:latin typeface="Tenorite" panose="00000500000000000000" pitchFamily="2" charset="0"/>
              </a:rPr>
              <a:t>What kind of role play managers </a:t>
            </a:r>
            <a:r>
              <a:rPr lang="pl-PL" sz="2300" dirty="0">
                <a:solidFill>
                  <a:srgbClr val="663300"/>
                </a:solidFill>
                <a:latin typeface="Tenorite" panose="00000500000000000000" pitchFamily="2" charset="0"/>
              </a:rPr>
              <a:t>                          </a:t>
            </a:r>
            <a:r>
              <a:rPr lang="en-US" sz="2300" dirty="0">
                <a:solidFill>
                  <a:srgbClr val="663300"/>
                </a:solidFill>
                <a:latin typeface="Tenorite" panose="00000500000000000000" pitchFamily="2" charset="0"/>
              </a:rPr>
              <a:t>in each situation?</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4221131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1</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577388" y="2575174"/>
            <a:ext cx="5037221" cy="3489579"/>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Fred the football coach must meet with the media and answer questions about team performance after every game</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4005283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1</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577388" y="2575174"/>
            <a:ext cx="5037221" cy="3489579"/>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Fred the football coach must meet with the media and answer questions about team performance after every game</a:t>
            </a:r>
            <a:endParaRPr lang="pl-PL" sz="2300" dirty="0">
              <a:solidFill>
                <a:srgbClr val="663300"/>
              </a:solidFill>
              <a:latin typeface="Tenorite" panose="00000500000000000000" pitchFamily="2" charset="0"/>
            </a:endParaRPr>
          </a:p>
          <a:p>
            <a:pPr marL="457200" indent="-457200" algn="l" rtl="0">
              <a:buClr>
                <a:srgbClr val="663300"/>
              </a:buClr>
              <a:buFont typeface="Arial" panose="020B0604020202020204" pitchFamily="34" charset="0"/>
              <a:buChar char="•"/>
            </a:pPr>
            <a:r>
              <a:rPr lang="en-US" sz="2300" b="1" dirty="0">
                <a:solidFill>
                  <a:srgbClr val="663300"/>
                </a:solidFill>
                <a:latin typeface="Tenorite" panose="00000500000000000000" pitchFamily="2" charset="0"/>
              </a:rPr>
              <a:t>Spokesperson</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919806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2</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331820" y="2669849"/>
            <a:ext cx="7528358"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Beth manages purchases at </a:t>
            </a:r>
            <a:r>
              <a:rPr lang="en-US" sz="2100" dirty="0" err="1">
                <a:solidFill>
                  <a:srgbClr val="663300"/>
                </a:solidFill>
                <a:latin typeface="Tenorite" panose="00000500000000000000" pitchFamily="2" charset="0"/>
              </a:rPr>
              <a:t>Kwiki</a:t>
            </a:r>
            <a:r>
              <a:rPr lang="en-US" sz="2100" dirty="0">
                <a:solidFill>
                  <a:srgbClr val="663300"/>
                </a:solidFill>
                <a:latin typeface="Tenorite" panose="00000500000000000000" pitchFamily="2" charset="0"/>
              </a:rPr>
              <a:t> Publishing. Overnight, </a:t>
            </a:r>
            <a:r>
              <a:rPr lang="en-US" sz="2100" dirty="0" err="1">
                <a:solidFill>
                  <a:srgbClr val="663300"/>
                </a:solidFill>
                <a:latin typeface="Tenorite" panose="00000500000000000000" pitchFamily="2" charset="0"/>
              </a:rPr>
              <a:t>Kwiki's</a:t>
            </a:r>
            <a:r>
              <a:rPr lang="en-US" sz="2100" dirty="0">
                <a:solidFill>
                  <a:srgbClr val="663300"/>
                </a:solidFill>
                <a:latin typeface="Tenorite" panose="00000500000000000000" pitchFamily="2" charset="0"/>
              </a:rPr>
              <a:t> paper vendor increased the price of glossy paper by 25%! Eric the Sales Manager at </a:t>
            </a:r>
            <a:r>
              <a:rPr lang="en-US" sz="2100" dirty="0" err="1">
                <a:solidFill>
                  <a:srgbClr val="663300"/>
                </a:solidFill>
                <a:latin typeface="Tenorite" panose="00000500000000000000" pitchFamily="2" charset="0"/>
              </a:rPr>
              <a:t>Kwiki</a:t>
            </a:r>
            <a:r>
              <a:rPr lang="en-US" sz="2100" dirty="0">
                <a:solidFill>
                  <a:srgbClr val="663300"/>
                </a:solidFill>
                <a:latin typeface="Tenorite" panose="00000500000000000000" pitchFamily="2" charset="0"/>
              </a:rPr>
              <a:t> calls Beth in a panic because the company is going to lose money on all the estimates already given to their clients. Beth calls Michael, her contact at the paper company, to describe </a:t>
            </a:r>
            <a:r>
              <a:rPr lang="en-US" sz="2100" dirty="0" err="1">
                <a:solidFill>
                  <a:srgbClr val="663300"/>
                </a:solidFill>
                <a:latin typeface="Tenorite" panose="00000500000000000000" pitchFamily="2" charset="0"/>
              </a:rPr>
              <a:t>Kwiki's</a:t>
            </a:r>
            <a:r>
              <a:rPr lang="en-US" sz="2100" dirty="0">
                <a:solidFill>
                  <a:srgbClr val="663300"/>
                </a:solidFill>
                <a:latin typeface="Tenorite" panose="00000500000000000000" pitchFamily="2" charset="0"/>
              </a:rPr>
              <a:t> problem and enforce the terms of the contract with the previously agreed upon prices</a:t>
            </a:r>
            <a:r>
              <a:rPr lang="pl-PL" sz="2100" dirty="0">
                <a:solidFill>
                  <a:srgbClr val="663300"/>
                </a:solidFill>
                <a:latin typeface="Tenorite" panose="00000500000000000000" pitchFamily="2" charset="0"/>
              </a:rPr>
              <a:t>.</a:t>
            </a:r>
            <a:endParaRPr lang="en-US" sz="2100" dirty="0">
              <a:solidFill>
                <a:srgbClr val="663300"/>
              </a:solidFill>
              <a:latin typeface="Tenorite" panose="00000500000000000000" pitchFamily="2" charset="0"/>
            </a:endParaRP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22</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666390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2</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331820" y="2669849"/>
            <a:ext cx="7528358"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Beth manages purchases at </a:t>
            </a:r>
            <a:r>
              <a:rPr lang="en-US" sz="2100" dirty="0" err="1">
                <a:solidFill>
                  <a:srgbClr val="663300"/>
                </a:solidFill>
                <a:latin typeface="Tenorite" panose="00000500000000000000" pitchFamily="2" charset="0"/>
              </a:rPr>
              <a:t>Kwiki</a:t>
            </a:r>
            <a:r>
              <a:rPr lang="en-US" sz="2100" dirty="0">
                <a:solidFill>
                  <a:srgbClr val="663300"/>
                </a:solidFill>
                <a:latin typeface="Tenorite" panose="00000500000000000000" pitchFamily="2" charset="0"/>
              </a:rPr>
              <a:t> Publishing. Overnight, </a:t>
            </a:r>
            <a:r>
              <a:rPr lang="en-US" sz="2100" dirty="0" err="1">
                <a:solidFill>
                  <a:srgbClr val="663300"/>
                </a:solidFill>
                <a:latin typeface="Tenorite" panose="00000500000000000000" pitchFamily="2" charset="0"/>
              </a:rPr>
              <a:t>Kwiki's</a:t>
            </a:r>
            <a:r>
              <a:rPr lang="en-US" sz="2100" dirty="0">
                <a:solidFill>
                  <a:srgbClr val="663300"/>
                </a:solidFill>
                <a:latin typeface="Tenorite" panose="00000500000000000000" pitchFamily="2" charset="0"/>
              </a:rPr>
              <a:t> paper vendor increased the price of glossy paper by 25%! Eric the Sales Manager at </a:t>
            </a:r>
            <a:r>
              <a:rPr lang="en-US" sz="2100" dirty="0" err="1">
                <a:solidFill>
                  <a:srgbClr val="663300"/>
                </a:solidFill>
                <a:latin typeface="Tenorite" panose="00000500000000000000" pitchFamily="2" charset="0"/>
              </a:rPr>
              <a:t>Kwiki</a:t>
            </a:r>
            <a:r>
              <a:rPr lang="en-US" sz="2100" dirty="0">
                <a:solidFill>
                  <a:srgbClr val="663300"/>
                </a:solidFill>
                <a:latin typeface="Tenorite" panose="00000500000000000000" pitchFamily="2" charset="0"/>
              </a:rPr>
              <a:t> calls Beth in a panic because the company is going to lose money on all the estimates already given to their clients. Beth calls Michael, her contact at the paper company, to describe </a:t>
            </a:r>
            <a:r>
              <a:rPr lang="en-US" sz="2100" dirty="0" err="1">
                <a:solidFill>
                  <a:srgbClr val="663300"/>
                </a:solidFill>
                <a:latin typeface="Tenorite" panose="00000500000000000000" pitchFamily="2" charset="0"/>
              </a:rPr>
              <a:t>Kwiki's</a:t>
            </a:r>
            <a:r>
              <a:rPr lang="en-US" sz="2100" dirty="0">
                <a:solidFill>
                  <a:srgbClr val="663300"/>
                </a:solidFill>
                <a:latin typeface="Tenorite" panose="00000500000000000000" pitchFamily="2" charset="0"/>
              </a:rPr>
              <a:t> problem and enforce the terms of the contract with the previously agreed upon prices</a:t>
            </a:r>
            <a:r>
              <a:rPr lang="pl-PL" sz="21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Disturbance handler</a:t>
            </a:r>
          </a:p>
          <a:p>
            <a:pPr algn="just" rtl="0">
              <a:lnSpc>
                <a:spcPct val="100000"/>
              </a:lnSpc>
              <a:buClr>
                <a:srgbClr val="663300"/>
              </a:buClr>
            </a:pPr>
            <a:endParaRPr lang="en-US" sz="2100" dirty="0">
              <a:solidFill>
                <a:srgbClr val="663300"/>
              </a:solidFill>
              <a:latin typeface="Tenorite" panose="00000500000000000000" pitchFamily="2" charset="0"/>
            </a:endParaRP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23</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102756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3</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43066" y="2979675"/>
            <a:ext cx="7105866"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Rita is the regional manager for a clothing retailer. She attends a ribbon cutting ceremony every time a new store opens for business</a:t>
            </a: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24</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675462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3</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43066" y="2979675"/>
            <a:ext cx="7105866"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Rita is the regional manager for a clothing retailer. She attends a ribbon cutting ceremony every time a new store opens for business</a:t>
            </a:r>
            <a:endParaRPr lang="pl-PL" sz="23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300" b="1" dirty="0">
                <a:solidFill>
                  <a:srgbClr val="663300"/>
                </a:solidFill>
                <a:latin typeface="Tenorite" panose="00000500000000000000" pitchFamily="2" charset="0"/>
              </a:rPr>
              <a:t>Figurehead</a:t>
            </a: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25</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157687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4</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43066" y="2979675"/>
            <a:ext cx="7105866"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Sara is the store manager. She makes up the weekly schedule for her employees</a:t>
            </a: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26</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4006530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4</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43066" y="2979675"/>
            <a:ext cx="7105866"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Sara is the store manager. She makes up the weekly schedule for her employees</a:t>
            </a:r>
            <a:endParaRPr lang="pl-PL" sz="23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300" b="1" dirty="0">
                <a:solidFill>
                  <a:srgbClr val="663300"/>
                </a:solidFill>
                <a:latin typeface="Tenorite" panose="00000500000000000000" pitchFamily="2" charset="0"/>
              </a:rPr>
              <a:t>Resource allocator</a:t>
            </a:r>
          </a:p>
          <a:p>
            <a:pPr algn="just" rtl="0">
              <a:lnSpc>
                <a:spcPct val="100000"/>
              </a:lnSpc>
              <a:buClr>
                <a:srgbClr val="663300"/>
              </a:buClr>
            </a:pPr>
            <a:endParaRPr lang="en-US" sz="2300" dirty="0">
              <a:solidFill>
                <a:srgbClr val="663300"/>
              </a:solidFill>
              <a:latin typeface="Tenorite" panose="00000500000000000000" pitchFamily="2" charset="0"/>
            </a:endParaRP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50464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5</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274164" y="2800601"/>
            <a:ext cx="7643669"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Jose is the sales manager at Miracle Pill Pharmaceutical Company. Susan, a new member of the team, is simply not on target for making her quota this month. Jose schedules time to sit down with her and individually break down each step of a successful sales call. He hopes to help her identify where she can make specific changes and improve </a:t>
            </a: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28</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4166173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a:t>
            </a:r>
            <a:r>
              <a:rPr lang="pl-PL" sz="5000" dirty="0">
                <a:latin typeface="Tenorite" panose="00000500000000000000" pitchFamily="2" charset="0"/>
              </a:rPr>
              <a:t>ample 5</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274164" y="2800601"/>
            <a:ext cx="7643669"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Jose is the sales manager at Miracle Pill Pharmaceutical Company. Susan, a new member of the team, is simply not on target for making her quota this month. Jose schedules time to sit down with her and individually break down each step of a successful sales call. He hopes to help her identify where she can make specific changes and improve</a:t>
            </a:r>
            <a:endParaRPr lang="pl-PL" sz="23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pl-PL" sz="2300" b="1" dirty="0">
                <a:solidFill>
                  <a:srgbClr val="663300"/>
                </a:solidFill>
                <a:latin typeface="Tenorite" panose="00000500000000000000" pitchFamily="2" charset="0"/>
              </a:rPr>
              <a:t>Leader</a:t>
            </a:r>
            <a:r>
              <a:rPr lang="en-US" sz="2300" b="1" dirty="0">
                <a:solidFill>
                  <a:srgbClr val="663300"/>
                </a:solidFill>
                <a:latin typeface="Tenorite" panose="00000500000000000000" pitchFamily="2" charset="0"/>
              </a:rPr>
              <a:t> </a:t>
            </a:r>
          </a:p>
          <a:p>
            <a:pPr algn="just" rtl="0">
              <a:lnSpc>
                <a:spcPct val="100000"/>
              </a:lnSpc>
              <a:buClr>
                <a:srgbClr val="663300"/>
              </a:buClr>
            </a:pPr>
            <a:endParaRPr lang="pl-PL" sz="2100" dirty="0">
              <a:solidFill>
                <a:srgbClr val="663300"/>
              </a:solidFill>
              <a:latin typeface="Tenorite" panose="00000500000000000000" pitchFamily="2" charset="0"/>
            </a:endParaRP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958025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Exercise </a:t>
            </a:r>
            <a:r>
              <a:rPr lang="pl-PL" sz="5000" dirty="0">
                <a:latin typeface="Tenorite" panose="00000500000000000000" pitchFamily="2" charset="0"/>
              </a:rPr>
              <a:t>3</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577388" y="2575174"/>
            <a:ext cx="5037221" cy="3489579"/>
          </a:xfrm>
        </p:spPr>
        <p:txBody>
          <a:bodyPr rtlCol="0">
            <a:noAutofit/>
          </a:bodyPr>
          <a:lstStyle/>
          <a:p>
            <a:pPr marL="457200" indent="-457200" algn="l" rtl="0">
              <a:buClr>
                <a:srgbClr val="663300"/>
              </a:buClr>
              <a:buFont typeface="Arial" panose="020B0604020202020204" pitchFamily="34" charset="0"/>
              <a:buChar char="•"/>
            </a:pPr>
            <a:r>
              <a:rPr lang="en-US" sz="2300" dirty="0">
                <a:solidFill>
                  <a:srgbClr val="663300"/>
                </a:solidFill>
                <a:latin typeface="Tenorite" panose="00000500000000000000" pitchFamily="2" charset="0"/>
              </a:rPr>
              <a:t>Write down the ten roles on a piece of paper and score yourself from 1–5 on each role with 1 being “Very skilled” to 5 being “Not skilled at all.”</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30</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759783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fontScale="90000"/>
          </a:bodyPr>
          <a:lstStyle/>
          <a:p>
            <a:pPr rtl="0"/>
            <a:r>
              <a:rPr lang="en-US" sz="5000" dirty="0">
                <a:latin typeface="Tenorite" panose="00000500000000000000" pitchFamily="2" charset="0"/>
              </a:rPr>
              <a:t>Tips for improvement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102894" y="2669417"/>
            <a:ext cx="9986209"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Figurehead</a:t>
            </a:r>
            <a:r>
              <a:rPr lang="en-US" sz="2100" dirty="0">
                <a:solidFill>
                  <a:srgbClr val="663300"/>
                </a:solidFill>
                <a:latin typeface="Tenorite" panose="00000500000000000000" pitchFamily="2" charset="0"/>
              </a:rPr>
              <a:t>: If you struggle wearing this hat, start with cultivating </a:t>
            </a:r>
            <a:r>
              <a:rPr lang="en-US" sz="2100" dirty="0">
                <a:solidFill>
                  <a:srgbClr val="C00000"/>
                </a:solidFill>
                <a:latin typeface="Tenorite" panose="00000500000000000000" pitchFamily="2" charset="0"/>
              </a:rPr>
              <a:t>humility</a:t>
            </a:r>
            <a:r>
              <a:rPr lang="en-US" sz="2100" dirty="0">
                <a:solidFill>
                  <a:srgbClr val="663300"/>
                </a:solidFill>
                <a:latin typeface="Tenorite" panose="00000500000000000000" pitchFamily="2" charset="0"/>
              </a:rPr>
              <a:t> and </a:t>
            </a:r>
            <a:r>
              <a:rPr lang="en-US" sz="2100" dirty="0">
                <a:solidFill>
                  <a:srgbClr val="C00000"/>
                </a:solidFill>
                <a:latin typeface="Tenorite" panose="00000500000000000000" pitchFamily="2" charset="0"/>
              </a:rPr>
              <a:t>empathy</a:t>
            </a:r>
            <a:r>
              <a:rPr lang="en-US" sz="2100" dirty="0">
                <a:solidFill>
                  <a:srgbClr val="663300"/>
                </a:solidFill>
                <a:latin typeface="Tenorite" panose="00000500000000000000" pitchFamily="2" charset="0"/>
              </a:rPr>
              <a:t>. Focus on using your energy to be a good role model and become more aware of your image and reputation and how you can consistently display model behavior.</a:t>
            </a:r>
          </a:p>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Leader</a:t>
            </a:r>
            <a:r>
              <a:rPr lang="en-US" sz="2100" dirty="0">
                <a:solidFill>
                  <a:srgbClr val="663300"/>
                </a:solidFill>
                <a:latin typeface="Tenorite" panose="00000500000000000000" pitchFamily="2" charset="0"/>
              </a:rPr>
              <a:t>: Anyone can be a leader, but not everyone can be an authentic leader who is respected by his or her team. The most important skill here to develop to improve is </a:t>
            </a:r>
            <a:r>
              <a:rPr lang="en-US" sz="2100" dirty="0">
                <a:solidFill>
                  <a:srgbClr val="C00000"/>
                </a:solidFill>
                <a:latin typeface="Tenorite" panose="00000500000000000000" pitchFamily="2" charset="0"/>
              </a:rPr>
              <a:t>emotional intelligence</a:t>
            </a:r>
            <a:r>
              <a:rPr lang="en-US" sz="21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Liaison</a:t>
            </a:r>
            <a:r>
              <a:rPr lang="en-US" sz="2100" dirty="0">
                <a:solidFill>
                  <a:srgbClr val="663300"/>
                </a:solidFill>
                <a:latin typeface="Tenorite" panose="00000500000000000000" pitchFamily="2" charset="0"/>
              </a:rPr>
              <a:t>: Not everyone is comfortable being a networking ham, but it’s part of the job. You can start by attending small </a:t>
            </a:r>
            <a:r>
              <a:rPr lang="en-US" sz="2100" dirty="0">
                <a:solidFill>
                  <a:srgbClr val="C00000"/>
                </a:solidFill>
                <a:latin typeface="Tenorite" panose="00000500000000000000" pitchFamily="2" charset="0"/>
              </a:rPr>
              <a:t>networking events</a:t>
            </a:r>
            <a:r>
              <a:rPr lang="en-US" sz="2100" dirty="0">
                <a:solidFill>
                  <a:srgbClr val="663300"/>
                </a:solidFill>
                <a:latin typeface="Tenorite" panose="00000500000000000000" pitchFamily="2" charset="0"/>
              </a:rPr>
              <a:t> and work your way out.</a:t>
            </a: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31</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503353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fontScale="90000"/>
          </a:bodyPr>
          <a:lstStyle/>
          <a:p>
            <a:pPr rtl="0"/>
            <a:r>
              <a:rPr lang="en-US" sz="5000" dirty="0">
                <a:latin typeface="Tenorite" panose="00000500000000000000" pitchFamily="2" charset="0"/>
              </a:rPr>
              <a:t>Tips for improvement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753978" y="2557122"/>
            <a:ext cx="10684042"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Monitor</a:t>
            </a:r>
            <a:r>
              <a:rPr lang="en-US" sz="2000" dirty="0">
                <a:solidFill>
                  <a:srgbClr val="663300"/>
                </a:solidFill>
                <a:latin typeface="Tenorite" panose="00000500000000000000" pitchFamily="2" charset="0"/>
              </a:rPr>
              <a:t>: The challenge of this aspect lies in its details. Become a better “</a:t>
            </a:r>
            <a:r>
              <a:rPr lang="en-US" sz="2000" dirty="0">
                <a:solidFill>
                  <a:srgbClr val="C00000"/>
                </a:solidFill>
                <a:latin typeface="Tenorite" panose="00000500000000000000" pitchFamily="2" charset="0"/>
              </a:rPr>
              <a:t>skimmer</a:t>
            </a:r>
            <a:r>
              <a:rPr lang="en-US" sz="2000" dirty="0">
                <a:solidFill>
                  <a:srgbClr val="663300"/>
                </a:solidFill>
                <a:latin typeface="Tenorite" panose="00000500000000000000" pitchFamily="2" charset="0"/>
              </a:rPr>
              <a:t>” so you can scan through a lot of information and get to the big picture without experiencing information overload.</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Disseminator</a:t>
            </a:r>
            <a:r>
              <a:rPr lang="en-US" sz="2000" dirty="0">
                <a:solidFill>
                  <a:srgbClr val="663300"/>
                </a:solidFill>
                <a:latin typeface="Tenorite" panose="00000500000000000000" pitchFamily="2" charset="0"/>
              </a:rPr>
              <a:t>: If you struggle in this area, work on improving your communication skills. Knowing not only what to share, but how and with whom. If you have difficulty expressing things properly, </a:t>
            </a:r>
            <a:r>
              <a:rPr lang="en-US" sz="2000" dirty="0">
                <a:solidFill>
                  <a:srgbClr val="C00000"/>
                </a:solidFill>
                <a:latin typeface="Tenorite" panose="00000500000000000000" pitchFamily="2" charset="0"/>
              </a:rPr>
              <a:t>engage a colleague to help in the beginning with proofreading or being a second pair of eyes as you adjust in this role</a:t>
            </a:r>
            <a:r>
              <a:rPr lang="en-US" sz="20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Spokesperson</a:t>
            </a:r>
            <a:r>
              <a:rPr lang="en-US" sz="2000" dirty="0">
                <a:solidFill>
                  <a:srgbClr val="663300"/>
                </a:solidFill>
                <a:latin typeface="Tenorite" panose="00000500000000000000" pitchFamily="2" charset="0"/>
              </a:rPr>
              <a:t>: This is an area where a lot of people feel challenged. Read blogs and research how to deliver great presentations and how to deal with the media. </a:t>
            </a:r>
            <a:r>
              <a:rPr lang="en-US" sz="2000" dirty="0">
                <a:solidFill>
                  <a:srgbClr val="C00000"/>
                </a:solidFill>
                <a:latin typeface="Tenorite" panose="00000500000000000000" pitchFamily="2" charset="0"/>
              </a:rPr>
              <a:t>Speak with your company leaders to discuss how the company’s brand or image should be represented in the community</a:t>
            </a:r>
            <a:r>
              <a:rPr lang="en-US" sz="2000" dirty="0">
                <a:solidFill>
                  <a:srgbClr val="663300"/>
                </a:solidFill>
                <a:latin typeface="Tenorite" panose="00000500000000000000" pitchFamily="2" charset="0"/>
              </a:rPr>
              <a:t>.</a:t>
            </a: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32</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485056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fontScale="90000"/>
          </a:bodyPr>
          <a:lstStyle/>
          <a:p>
            <a:pPr rtl="0"/>
            <a:r>
              <a:rPr lang="en-US" sz="5000" dirty="0">
                <a:latin typeface="Tenorite" panose="00000500000000000000" pitchFamily="2" charset="0"/>
              </a:rPr>
              <a:t>Tips for improvement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058778" y="2541080"/>
            <a:ext cx="10074441" cy="3264152"/>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Entrepreneur</a:t>
            </a:r>
            <a:r>
              <a:rPr lang="en-US" sz="2000" dirty="0">
                <a:solidFill>
                  <a:srgbClr val="663300"/>
                </a:solidFill>
                <a:latin typeface="Tenorite" panose="00000500000000000000" pitchFamily="2" charset="0"/>
              </a:rPr>
              <a:t>: Work on problem solving and creativity skills or again, if this is not your strength, employ colleagues who excel here with </a:t>
            </a:r>
            <a:r>
              <a:rPr lang="en-US" sz="2000" dirty="0">
                <a:solidFill>
                  <a:srgbClr val="C00000"/>
                </a:solidFill>
                <a:latin typeface="Tenorite" panose="00000500000000000000" pitchFamily="2" charset="0"/>
              </a:rPr>
              <a:t>brainstorming sessions or “crazy ideas” meetings</a:t>
            </a:r>
            <a:r>
              <a:rPr lang="en-US" sz="20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Disturbance Handler</a:t>
            </a:r>
            <a:r>
              <a:rPr lang="en-US" sz="2000" dirty="0">
                <a:solidFill>
                  <a:srgbClr val="663300"/>
                </a:solidFill>
                <a:latin typeface="Tenorite" panose="00000500000000000000" pitchFamily="2" charset="0"/>
              </a:rPr>
              <a:t>: You can read up on how to handle team conflict to improve your conflict resolution skills, but it may also be helpful to constructively </a:t>
            </a:r>
            <a:r>
              <a:rPr lang="en-US" sz="2000" dirty="0">
                <a:solidFill>
                  <a:srgbClr val="C00000"/>
                </a:solidFill>
                <a:latin typeface="Tenorite" panose="00000500000000000000" pitchFamily="2" charset="0"/>
              </a:rPr>
              <a:t>coach team members who have a habit of bringing emotion into the office</a:t>
            </a:r>
            <a:r>
              <a:rPr lang="en-US" sz="20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Resource Allocator</a:t>
            </a:r>
            <a:r>
              <a:rPr lang="en-US" sz="2000" dirty="0">
                <a:solidFill>
                  <a:srgbClr val="663300"/>
                </a:solidFill>
                <a:latin typeface="Tenorite" panose="00000500000000000000" pitchFamily="2" charset="0"/>
              </a:rPr>
              <a:t>: To wear this hat, prioritization is key. Take advantage of </a:t>
            </a:r>
            <a:r>
              <a:rPr lang="en-US" sz="2000" dirty="0">
                <a:solidFill>
                  <a:srgbClr val="C00000"/>
                </a:solidFill>
                <a:latin typeface="Tenorite" panose="00000500000000000000" pitchFamily="2" charset="0"/>
              </a:rPr>
              <a:t>online tools and systems </a:t>
            </a:r>
            <a:r>
              <a:rPr lang="en-US" sz="2000" dirty="0">
                <a:solidFill>
                  <a:srgbClr val="663300"/>
                </a:solidFill>
                <a:latin typeface="Tenorite" panose="00000500000000000000" pitchFamily="2" charset="0"/>
              </a:rPr>
              <a:t>for this as well as budgeting tips.</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Negotiator</a:t>
            </a:r>
            <a:r>
              <a:rPr lang="en-US" sz="2000" dirty="0">
                <a:solidFill>
                  <a:srgbClr val="663300"/>
                </a:solidFill>
                <a:latin typeface="Tenorite" panose="00000500000000000000" pitchFamily="2" charset="0"/>
              </a:rPr>
              <a:t>: Read about </a:t>
            </a:r>
            <a:r>
              <a:rPr lang="en-US" sz="2000" dirty="0">
                <a:solidFill>
                  <a:srgbClr val="C00000"/>
                </a:solidFill>
                <a:latin typeface="Tenorite" panose="00000500000000000000" pitchFamily="2" charset="0"/>
              </a:rPr>
              <a:t>Win-Win Negotiations</a:t>
            </a:r>
            <a:r>
              <a:rPr lang="en-US" sz="2000" dirty="0">
                <a:solidFill>
                  <a:srgbClr val="663300"/>
                </a:solidFill>
                <a:latin typeface="Tenorite" panose="00000500000000000000" pitchFamily="2" charset="0"/>
              </a:rPr>
              <a:t> to beef up your skills. </a:t>
            </a:r>
            <a:r>
              <a:rPr lang="en-US" sz="2000" dirty="0">
                <a:solidFill>
                  <a:srgbClr val="C00000"/>
                </a:solidFill>
                <a:latin typeface="Tenorite" panose="00000500000000000000" pitchFamily="2" charset="0"/>
              </a:rPr>
              <a:t>Role playing</a:t>
            </a:r>
            <a:r>
              <a:rPr lang="en-US" sz="2000" dirty="0">
                <a:solidFill>
                  <a:srgbClr val="663300"/>
                </a:solidFill>
                <a:latin typeface="Tenorite" panose="00000500000000000000" pitchFamily="2" charset="0"/>
              </a:rPr>
              <a:t> can also be an important tool here to strengthen your ability to negotiate.</a:t>
            </a:r>
          </a:p>
          <a:p>
            <a:pPr marL="285750" indent="-285750" algn="just" rtl="0">
              <a:lnSpc>
                <a:spcPct val="100000"/>
              </a:lnSpc>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33</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910920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Exercise </a:t>
            </a:r>
            <a:r>
              <a:rPr lang="pl-PL" sz="5000" dirty="0">
                <a:latin typeface="Tenorite" panose="00000500000000000000" pitchFamily="2" charset="0"/>
              </a:rPr>
              <a:t>4</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577388" y="2575174"/>
            <a:ext cx="5037221" cy="3489579"/>
          </a:xfrm>
        </p:spPr>
        <p:txBody>
          <a:bodyPr rtlCol="0">
            <a:noAutofit/>
          </a:bodyPr>
          <a:lstStyle/>
          <a:p>
            <a:pPr marL="457200" indent="-457200" algn="l" rtl="0">
              <a:buClr>
                <a:srgbClr val="663300"/>
              </a:buClr>
              <a:buFont typeface="Arial" panose="020B0604020202020204" pitchFamily="34" charset="0"/>
              <a:buChar char="•"/>
            </a:pPr>
            <a:r>
              <a:rPr lang="en-US" sz="2300" dirty="0">
                <a:solidFill>
                  <a:srgbClr val="663300"/>
                </a:solidFill>
                <a:latin typeface="Tenorite" panose="00000500000000000000" pitchFamily="2" charset="0"/>
              </a:rPr>
              <a:t>Review the management functions, skills and roles. Which ones can you apply to Tasneem at Calm Seas?</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34</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702178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fontScale="90000"/>
          </a:bodyPr>
          <a:lstStyle/>
          <a:p>
            <a:pPr rtl="0"/>
            <a:r>
              <a:rPr lang="pl-PL" sz="5000" dirty="0" err="1">
                <a:latin typeface="Tenorite" panose="00000500000000000000" pitchFamily="2" charset="0"/>
              </a:rPr>
              <a:t>Check</a:t>
            </a:r>
            <a:r>
              <a:rPr lang="pl-PL" sz="5000" dirty="0">
                <a:latin typeface="Tenorite" panose="00000500000000000000" pitchFamily="2" charset="0"/>
              </a:rPr>
              <a:t> </a:t>
            </a:r>
            <a:r>
              <a:rPr lang="pl-PL" sz="5000" dirty="0" err="1">
                <a:latin typeface="Tenorite" panose="00000500000000000000" pitchFamily="2" charset="0"/>
              </a:rPr>
              <a:t>your</a:t>
            </a:r>
            <a:r>
              <a:rPr lang="pl-PL" sz="5000" dirty="0">
                <a:latin typeface="Tenorite" panose="00000500000000000000" pitchFamily="2" charset="0"/>
              </a:rPr>
              <a:t> </a:t>
            </a:r>
            <a:r>
              <a:rPr lang="pl-PL" sz="5000" dirty="0" err="1">
                <a:latin typeface="Tenorite" panose="00000500000000000000" pitchFamily="2" charset="0"/>
              </a:rPr>
              <a:t>knowledge</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577388" y="2575174"/>
            <a:ext cx="5037221" cy="3489579"/>
          </a:xfrm>
        </p:spPr>
        <p:txBody>
          <a:bodyPr rtlCol="0">
            <a:noAutofit/>
          </a:bodyPr>
          <a:lstStyle/>
          <a:p>
            <a:pPr marL="457200" indent="-457200" algn="l"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Why do organizations need managers?</a:t>
            </a:r>
          </a:p>
          <a:p>
            <a:pPr marL="457200" indent="-457200" algn="l"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What are some different types of managers and how do they differ?</a:t>
            </a:r>
          </a:p>
          <a:p>
            <a:pPr marL="457200" indent="-457200" algn="l"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What are Mintzberg’s 10 managerial roles?</a:t>
            </a:r>
          </a:p>
          <a:p>
            <a:pPr marL="457200" indent="-457200" algn="l"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What four general managerial functions do principles of management include?</a:t>
            </a:r>
          </a:p>
          <a:p>
            <a:pPr algn="l" rtl="0">
              <a:lnSpc>
                <a:spcPct val="100000"/>
              </a:lnSpc>
              <a:buClr>
                <a:srgbClr val="663300"/>
              </a:buClr>
            </a:pPr>
            <a:endParaRPr lang="pl-PL" sz="22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35</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809297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Homework</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60827" y="2866961"/>
            <a:ext cx="8070343" cy="3489579"/>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In groups of 3-4, please prepare a poster</a:t>
            </a:r>
            <a:r>
              <a:rPr lang="pl-PL" sz="2200" dirty="0">
                <a:solidFill>
                  <a:srgbClr val="663300"/>
                </a:solidFill>
                <a:latin typeface="Tenorite" panose="00000500000000000000" pitchFamily="2" charset="0"/>
              </a:rPr>
              <a:t>/</a:t>
            </a:r>
            <a:r>
              <a:rPr lang="pl-PL" sz="2200" dirty="0" err="1">
                <a:solidFill>
                  <a:srgbClr val="663300"/>
                </a:solidFill>
                <a:latin typeface="Tenorite" panose="00000500000000000000" pitchFamily="2" charset="0"/>
              </a:rPr>
              <a:t>presentation</a:t>
            </a:r>
            <a:r>
              <a:rPr lang="en-US" sz="2200" dirty="0">
                <a:solidFill>
                  <a:srgbClr val="663300"/>
                </a:solidFill>
                <a:latin typeface="Tenorite" panose="00000500000000000000" pitchFamily="2" charset="0"/>
              </a:rPr>
              <a:t> on a management guru of your choice and his/her contribution to the development of management theory:</a:t>
            </a:r>
          </a:p>
          <a:p>
            <a:pPr marL="817200" lvl="1" indent="-457200" algn="just">
              <a:lnSpc>
                <a:spcPct val="100000"/>
              </a:lnSpc>
              <a:buClr>
                <a:srgbClr val="663300"/>
              </a:buClr>
              <a:buFont typeface="Wingdings" panose="05000000000000000000" pitchFamily="2" charset="2"/>
              <a:buChar char="ü"/>
            </a:pPr>
            <a:r>
              <a:rPr lang="en-US" sz="2200" dirty="0">
                <a:solidFill>
                  <a:srgbClr val="663300"/>
                </a:solidFill>
                <a:latin typeface="Tenorite" panose="00000500000000000000" pitchFamily="2" charset="0"/>
              </a:rPr>
              <a:t>Frederick Winslow Taylor </a:t>
            </a:r>
          </a:p>
          <a:p>
            <a:pPr marL="817200" lvl="1" indent="-457200" algn="just">
              <a:lnSpc>
                <a:spcPct val="100000"/>
              </a:lnSpc>
              <a:buClr>
                <a:srgbClr val="663300"/>
              </a:buClr>
              <a:buFont typeface="Wingdings" panose="05000000000000000000" pitchFamily="2" charset="2"/>
              <a:buChar char="ü"/>
            </a:pPr>
            <a:r>
              <a:rPr lang="en-US" sz="2200" dirty="0">
                <a:solidFill>
                  <a:srgbClr val="663300"/>
                </a:solidFill>
                <a:latin typeface="Tenorite" panose="00000500000000000000" pitchFamily="2" charset="0"/>
              </a:rPr>
              <a:t>Frank &amp; Lillian Gilbreth</a:t>
            </a:r>
          </a:p>
          <a:p>
            <a:pPr marL="817200" lvl="1" indent="-457200" algn="just">
              <a:lnSpc>
                <a:spcPct val="100000"/>
              </a:lnSpc>
              <a:buClr>
                <a:srgbClr val="663300"/>
              </a:buClr>
              <a:buFont typeface="Wingdings" panose="05000000000000000000" pitchFamily="2" charset="2"/>
              <a:buChar char="ü"/>
            </a:pPr>
            <a:r>
              <a:rPr lang="en-US" sz="2200" dirty="0">
                <a:solidFill>
                  <a:srgbClr val="663300"/>
                </a:solidFill>
                <a:latin typeface="Tenorite" panose="00000500000000000000" pitchFamily="2" charset="0"/>
              </a:rPr>
              <a:t>Henri Fayol</a:t>
            </a:r>
          </a:p>
          <a:p>
            <a:pPr marL="817200" lvl="1" indent="-457200" algn="just">
              <a:lnSpc>
                <a:spcPct val="100000"/>
              </a:lnSpc>
              <a:buClr>
                <a:srgbClr val="663300"/>
              </a:buClr>
              <a:buFont typeface="Wingdings" panose="05000000000000000000" pitchFamily="2" charset="2"/>
              <a:buChar char="ü"/>
            </a:pPr>
            <a:r>
              <a:rPr lang="en-US" sz="2200" dirty="0">
                <a:solidFill>
                  <a:srgbClr val="663300"/>
                </a:solidFill>
                <a:latin typeface="Tenorite" panose="00000500000000000000" pitchFamily="2" charset="0"/>
              </a:rPr>
              <a:t>Elton Mayo</a:t>
            </a:r>
          </a:p>
          <a:p>
            <a:pPr marL="702900" lvl="1" indent="-342900" algn="l">
              <a:lnSpc>
                <a:spcPct val="100000"/>
              </a:lnSpc>
              <a:buClr>
                <a:srgbClr val="663300"/>
              </a:buClr>
              <a:buFont typeface="Wingdings" panose="05000000000000000000" pitchFamily="2" charset="2"/>
              <a:buChar char="ü"/>
            </a:pPr>
            <a:endParaRPr lang="pl-PL" sz="25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36</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3739228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3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The </a:t>
            </a:r>
            <a:r>
              <a:rPr kumimoji="0" lang="pl-PL" sz="1100" b="0" i="0" u="none" strike="noStrike" kern="1200" cap="all" spc="3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manager’s</a:t>
            </a:r>
            <a:r>
              <a:rPr kumimoji="0" lang="pl-PL" sz="1100" b="0" i="0" u="none" strike="noStrike" kern="1200" cap="all" spc="3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a:t>
            </a:r>
            <a:r>
              <a:rPr kumimoji="0" lang="pl-PL" sz="1100" b="0" i="0" u="none" strike="noStrike" kern="1200" cap="all" spc="3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job</a:t>
            </a:r>
            <a:endParaRPr kumimoji="0" lang="pl-PL" sz="1100" b="0" i="0" u="none" strike="noStrike" kern="1200" cap="all" spc="3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endParaRP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37</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0" ma:contentTypeDescription="Utwórz nowy dokument." ma:contentTypeScope="" ma:versionID="a3793d6af2a795110064f53c8f17028c">
  <xsd:schema xmlns:xsd="http://www.w3.org/2001/XMLSchema" xmlns:xs="http://www.w3.org/2001/XMLSchema" xmlns:p="http://schemas.microsoft.com/office/2006/metadata/properties" targetNamespace="http://schemas.microsoft.com/office/2006/metadata/properties" ma:root="true" ma:fieldsID="5fb9aac25f9b64d69d83117132aa463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D4048A-6E61-4608-B563-15B45230CF27}"/>
</file>

<file path=customXml/itemProps2.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1309999-888E-44BA-A188-888AF21B1F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Projekt Mroźny</Template>
  <TotalTime>411</TotalTime>
  <Words>2246</Words>
  <Application>Microsoft Office PowerPoint</Application>
  <PresentationFormat>Panoramiczny</PresentationFormat>
  <Paragraphs>386</Paragraphs>
  <Slides>37</Slides>
  <Notes>37</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37</vt:i4>
      </vt:variant>
    </vt:vector>
  </HeadingPairs>
  <TitlesOfParts>
    <vt:vector size="43" baseType="lpstr">
      <vt:lpstr>Arial</vt:lpstr>
      <vt:lpstr>Calibri</vt:lpstr>
      <vt:lpstr>Tenorite</vt:lpstr>
      <vt:lpstr>Times New Roman</vt:lpstr>
      <vt:lpstr>Wingdings</vt:lpstr>
      <vt:lpstr>FrostyVTI</vt:lpstr>
      <vt:lpstr>Introduction  to management</vt:lpstr>
      <vt:lpstr>Contact details</vt:lpstr>
      <vt:lpstr>Passing form</vt:lpstr>
      <vt:lpstr>Course’s main topics</vt:lpstr>
      <vt:lpstr>Recommended texts</vt:lpstr>
      <vt:lpstr>Managers</vt:lpstr>
      <vt:lpstr>Managers</vt:lpstr>
      <vt:lpstr>Managers</vt:lpstr>
      <vt:lpstr>Managerial functions</vt:lpstr>
      <vt:lpstr>Exercise 1</vt:lpstr>
      <vt:lpstr>Prezentacja programu PowerPoint</vt:lpstr>
      <vt:lpstr>Managerial skills</vt:lpstr>
      <vt:lpstr>Managerial skills</vt:lpstr>
      <vt:lpstr>Managerial skills</vt:lpstr>
      <vt:lpstr>Managerial roles</vt:lpstr>
      <vt:lpstr>Managerial roles</vt:lpstr>
      <vt:lpstr>Managerial roles</vt:lpstr>
      <vt:lpstr>Managerial roles</vt:lpstr>
      <vt:lpstr>Exercise 2</vt:lpstr>
      <vt:lpstr>Example 1</vt:lpstr>
      <vt:lpstr>Example 1</vt:lpstr>
      <vt:lpstr>Example 2</vt:lpstr>
      <vt:lpstr>Example 2</vt:lpstr>
      <vt:lpstr>Example 3</vt:lpstr>
      <vt:lpstr>Example 3</vt:lpstr>
      <vt:lpstr>Example 4</vt:lpstr>
      <vt:lpstr>Example 4</vt:lpstr>
      <vt:lpstr>Example 5</vt:lpstr>
      <vt:lpstr>Example 5</vt:lpstr>
      <vt:lpstr>Exercise 3</vt:lpstr>
      <vt:lpstr>Tips for improvement</vt:lpstr>
      <vt:lpstr>Tips for improvement</vt:lpstr>
      <vt:lpstr>Tips for improvement</vt:lpstr>
      <vt:lpstr>Exercise 4</vt:lpstr>
      <vt:lpstr>Check your knowledge</vt:lpstr>
      <vt:lpstr>Homework</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Głaszczka</cp:lastModifiedBy>
  <cp:revision>23</cp:revision>
  <dcterms:created xsi:type="dcterms:W3CDTF">2022-09-23T12:53:53Z</dcterms:created>
  <dcterms:modified xsi:type="dcterms:W3CDTF">2025-09-22T16:11:29Z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
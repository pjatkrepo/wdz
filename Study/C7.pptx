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8" r:id="rId4"/>
  </p:sldMasterIdLst>
  <p:notesMasterIdLst>
    <p:notesMasterId r:id="rId31"/>
  </p:notesMasterIdLst>
  <p:handoutMasterIdLst>
    <p:handoutMasterId r:id="rId32"/>
  </p:handoutMasterIdLst>
  <p:sldIdLst>
    <p:sldId id="256" r:id="rId5"/>
    <p:sldId id="419" r:id="rId6"/>
    <p:sldId id="452" r:id="rId7"/>
    <p:sldId id="453" r:id="rId8"/>
    <p:sldId id="454" r:id="rId9"/>
    <p:sldId id="444" r:id="rId10"/>
    <p:sldId id="455" r:id="rId11"/>
    <p:sldId id="456" r:id="rId12"/>
    <p:sldId id="457" r:id="rId13"/>
    <p:sldId id="458" r:id="rId14"/>
    <p:sldId id="473" r:id="rId15"/>
    <p:sldId id="459" r:id="rId16"/>
    <p:sldId id="460" r:id="rId17"/>
    <p:sldId id="461" r:id="rId18"/>
    <p:sldId id="462" r:id="rId19"/>
    <p:sldId id="463" r:id="rId20"/>
    <p:sldId id="464" r:id="rId21"/>
    <p:sldId id="465" r:id="rId22"/>
    <p:sldId id="466" r:id="rId23"/>
    <p:sldId id="467" r:id="rId24"/>
    <p:sldId id="468" r:id="rId25"/>
    <p:sldId id="469" r:id="rId26"/>
    <p:sldId id="470" r:id="rId27"/>
    <p:sldId id="471" r:id="rId28"/>
    <p:sldId id="472" r:id="rId29"/>
    <p:sldId id="268" r:id="rId30"/>
  </p:sldIdLst>
  <p:sldSz cx="12192000" cy="6858000"/>
  <p:notesSz cx="6858000" cy="9144000"/>
  <p:defaultTextStyle>
    <a:defPPr rtl="0">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3300"/>
    <a:srgbClr val="5E5441"/>
    <a:srgbClr val="68598D"/>
    <a:srgbClr val="646C92"/>
    <a:srgbClr val="5A6B76"/>
    <a:srgbClr val="5A6E6E"/>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Styl pośredni 2 — Ak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033" autoAdjust="0"/>
    <p:restoredTop sz="96247" autoAdjust="0"/>
  </p:normalViewPr>
  <p:slideViewPr>
    <p:cSldViewPr snapToGrid="0">
      <p:cViewPr varScale="1">
        <p:scale>
          <a:sx n="113" d="100"/>
          <a:sy n="113" d="100"/>
        </p:scale>
        <p:origin x="282" y="114"/>
      </p:cViewPr>
      <p:guideLst/>
    </p:cSldViewPr>
  </p:slid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86" d="100"/>
          <a:sy n="86" d="100"/>
        </p:scale>
        <p:origin x="3840"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Nagłówek — symbol zastępczy 1">
            <a:extLst>
              <a:ext uri="{FF2B5EF4-FFF2-40B4-BE49-F238E27FC236}">
                <a16:creationId xmlns:a16="http://schemas.microsoft.com/office/drawing/2014/main" id="{B214C67D-B906-455D-BA57-3AC7BDDD5AB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pl-PL"/>
          </a:p>
        </p:txBody>
      </p:sp>
      <p:sp>
        <p:nvSpPr>
          <p:cNvPr id="3" name="Data — symbol zastępczy 2">
            <a:extLst>
              <a:ext uri="{FF2B5EF4-FFF2-40B4-BE49-F238E27FC236}">
                <a16:creationId xmlns:a16="http://schemas.microsoft.com/office/drawing/2014/main" id="{0D332E0C-8512-4414-B261-B516F8BA774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BF40BB49-C64B-4514-8B91-76664D4C6F5D}" type="datetime1">
              <a:rPr lang="pl-PL" smtClean="0"/>
              <a:t>7.11.2025</a:t>
            </a:fld>
            <a:endParaRPr lang="pl-PL" dirty="0"/>
          </a:p>
        </p:txBody>
      </p:sp>
      <p:sp>
        <p:nvSpPr>
          <p:cNvPr id="4" name="Stopka — symbol zastępczy 3">
            <a:extLst>
              <a:ext uri="{FF2B5EF4-FFF2-40B4-BE49-F238E27FC236}">
                <a16:creationId xmlns:a16="http://schemas.microsoft.com/office/drawing/2014/main" id="{9286510F-EAB7-49FF-882B-FACF21CCB66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pl-PL"/>
          </a:p>
        </p:txBody>
      </p:sp>
      <p:sp>
        <p:nvSpPr>
          <p:cNvPr id="5" name="Numer slajdu — symbol zastępczy 4">
            <a:extLst>
              <a:ext uri="{FF2B5EF4-FFF2-40B4-BE49-F238E27FC236}">
                <a16:creationId xmlns:a16="http://schemas.microsoft.com/office/drawing/2014/main" id="{4B226CFF-3858-4E44-8689-2174855E048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9F9FA676-98A1-4ED8-86AE-3FF061B14C58}" type="slidenum">
              <a:rPr lang="pl-PL" smtClean="0"/>
              <a:t>‹#›</a:t>
            </a:fld>
            <a:endParaRPr lang="pl-PL"/>
          </a:p>
        </p:txBody>
      </p:sp>
    </p:spTree>
    <p:extLst>
      <p:ext uri="{BB962C8B-B14F-4D97-AF65-F5344CB8AC3E}">
        <p14:creationId xmlns:p14="http://schemas.microsoft.com/office/powerpoint/2010/main" val="194386203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Nagłówek — symbol zastępczy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pl-PL" noProof="0"/>
          </a:p>
        </p:txBody>
      </p:sp>
      <p:sp>
        <p:nvSpPr>
          <p:cNvPr id="3" name="Data — symbol zastępczy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EA92BC-5B6A-4BBA-9D49-4B6964D53BD3}" type="datetime1">
              <a:rPr lang="pl-PL" smtClean="0"/>
              <a:pPr/>
              <a:t>7.11.2025</a:t>
            </a:fld>
            <a:endParaRPr lang="pl-PL" dirty="0"/>
          </a:p>
        </p:txBody>
      </p:sp>
      <p:sp>
        <p:nvSpPr>
          <p:cNvPr id="4" name="Obraz slajdu — symbol zastępczy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pl-PL" noProof="0"/>
          </a:p>
        </p:txBody>
      </p:sp>
      <p:sp>
        <p:nvSpPr>
          <p:cNvPr id="5" name="Notatki — symbol zastępczy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6" name="Stopka — symbol zastępczy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pl-PL" noProof="0"/>
          </a:p>
        </p:txBody>
      </p:sp>
      <p:sp>
        <p:nvSpPr>
          <p:cNvPr id="7" name="Numer slajdu — symbol zastępczy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5B8B270D-091D-4ED2-8C85-0898DD7D9F21}" type="slidenum">
              <a:rPr lang="pl-PL" noProof="0" smtClean="0"/>
              <a:t>‹#›</a:t>
            </a:fld>
            <a:endParaRPr lang="pl-PL" noProof="0"/>
          </a:p>
        </p:txBody>
      </p:sp>
    </p:spTree>
    <p:extLst>
      <p:ext uri="{BB962C8B-B14F-4D97-AF65-F5344CB8AC3E}">
        <p14:creationId xmlns:p14="http://schemas.microsoft.com/office/powerpoint/2010/main" val="225311874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raz slajdu — symbol zastępczy 1"/>
          <p:cNvSpPr>
            <a:spLocks noGrp="1" noRot="1" noChangeAspect="1"/>
          </p:cNvSpPr>
          <p:nvPr>
            <p:ph type="sldImg"/>
          </p:nvPr>
        </p:nvSpPr>
        <p:spPr/>
      </p:sp>
      <p:sp>
        <p:nvSpPr>
          <p:cNvPr id="3" name="Notatki — symbol zastępczy 2"/>
          <p:cNvSpPr>
            <a:spLocks noGrp="1"/>
          </p:cNvSpPr>
          <p:nvPr>
            <p:ph type="body" idx="1"/>
          </p:nvPr>
        </p:nvSpPr>
        <p:spPr/>
        <p:txBody>
          <a:bodyPr rtlCol="0"/>
          <a:lstStyle/>
          <a:p>
            <a:pPr rtl="0"/>
            <a:endParaRPr lang="pl-PL"/>
          </a:p>
        </p:txBody>
      </p:sp>
      <p:sp>
        <p:nvSpPr>
          <p:cNvPr id="4" name="Numer slajdu — symbol zastępczy 3"/>
          <p:cNvSpPr>
            <a:spLocks noGrp="1"/>
          </p:cNvSpPr>
          <p:nvPr>
            <p:ph type="sldNum" sz="quarter" idx="5"/>
          </p:nvPr>
        </p:nvSpPr>
        <p:spPr/>
        <p:txBody>
          <a:bodyPr rtlCol="0"/>
          <a:lstStyle/>
          <a:p>
            <a:pPr rtl="0"/>
            <a:fld id="{5B8B270D-091D-4ED2-8C85-0898DD7D9F21}" type="slidenum">
              <a:rPr lang="pl-PL" smtClean="0"/>
              <a:t>1</a:t>
            </a:fld>
            <a:endParaRPr lang="pl-PL"/>
          </a:p>
        </p:txBody>
      </p:sp>
    </p:spTree>
    <p:extLst>
      <p:ext uri="{BB962C8B-B14F-4D97-AF65-F5344CB8AC3E}">
        <p14:creationId xmlns:p14="http://schemas.microsoft.com/office/powerpoint/2010/main" val="24901021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pPr algn="l"/>
            <a:endParaRPr lang="pl-PL" dirty="0"/>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2</a:t>
            </a:fld>
            <a:endParaRPr lang="pl-PL"/>
          </a:p>
        </p:txBody>
      </p:sp>
    </p:spTree>
    <p:extLst>
      <p:ext uri="{BB962C8B-B14F-4D97-AF65-F5344CB8AC3E}">
        <p14:creationId xmlns:p14="http://schemas.microsoft.com/office/powerpoint/2010/main" val="32569219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pPr algn="l"/>
            <a:endParaRPr lang="pl-PL" dirty="0"/>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3</a:t>
            </a:fld>
            <a:endParaRPr lang="pl-PL"/>
          </a:p>
        </p:txBody>
      </p:sp>
    </p:spTree>
    <p:extLst>
      <p:ext uri="{BB962C8B-B14F-4D97-AF65-F5344CB8AC3E}">
        <p14:creationId xmlns:p14="http://schemas.microsoft.com/office/powerpoint/2010/main" val="37326465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pPr algn="l"/>
            <a:endParaRPr lang="pl-PL" dirty="0"/>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4</a:t>
            </a:fld>
            <a:endParaRPr lang="pl-PL"/>
          </a:p>
        </p:txBody>
      </p:sp>
    </p:spTree>
    <p:extLst>
      <p:ext uri="{BB962C8B-B14F-4D97-AF65-F5344CB8AC3E}">
        <p14:creationId xmlns:p14="http://schemas.microsoft.com/office/powerpoint/2010/main" val="12884015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pPr algn="l"/>
            <a:endParaRPr lang="pl-PL" dirty="0"/>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5</a:t>
            </a:fld>
            <a:endParaRPr lang="pl-PL"/>
          </a:p>
        </p:txBody>
      </p:sp>
    </p:spTree>
    <p:extLst>
      <p:ext uri="{BB962C8B-B14F-4D97-AF65-F5344CB8AC3E}">
        <p14:creationId xmlns:p14="http://schemas.microsoft.com/office/powerpoint/2010/main" val="12455608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pPr algn="l"/>
            <a:endParaRPr lang="pl-PL" dirty="0"/>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6</a:t>
            </a:fld>
            <a:endParaRPr lang="pl-PL"/>
          </a:p>
        </p:txBody>
      </p:sp>
    </p:spTree>
    <p:extLst>
      <p:ext uri="{BB962C8B-B14F-4D97-AF65-F5344CB8AC3E}">
        <p14:creationId xmlns:p14="http://schemas.microsoft.com/office/powerpoint/2010/main" val="36040995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pPr algn="l"/>
            <a:endParaRPr lang="pl-PL" dirty="0"/>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7</a:t>
            </a:fld>
            <a:endParaRPr lang="pl-PL"/>
          </a:p>
        </p:txBody>
      </p:sp>
    </p:spTree>
    <p:extLst>
      <p:ext uri="{BB962C8B-B14F-4D97-AF65-F5344CB8AC3E}">
        <p14:creationId xmlns:p14="http://schemas.microsoft.com/office/powerpoint/2010/main" val="16062771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pPr algn="l"/>
            <a:endParaRPr lang="pl-PL" dirty="0"/>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8</a:t>
            </a:fld>
            <a:endParaRPr lang="pl-PL"/>
          </a:p>
        </p:txBody>
      </p:sp>
    </p:spTree>
    <p:extLst>
      <p:ext uri="{BB962C8B-B14F-4D97-AF65-F5344CB8AC3E}">
        <p14:creationId xmlns:p14="http://schemas.microsoft.com/office/powerpoint/2010/main" val="9723697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pPr algn="l"/>
            <a:endParaRPr lang="pl-PL" dirty="0"/>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9</a:t>
            </a:fld>
            <a:endParaRPr lang="pl-PL"/>
          </a:p>
        </p:txBody>
      </p:sp>
    </p:spTree>
    <p:extLst>
      <p:ext uri="{BB962C8B-B14F-4D97-AF65-F5344CB8AC3E}">
        <p14:creationId xmlns:p14="http://schemas.microsoft.com/office/powerpoint/2010/main" val="11292185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pPr algn="l"/>
            <a:endParaRPr lang="pl-PL" dirty="0"/>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10</a:t>
            </a:fld>
            <a:endParaRPr lang="pl-PL"/>
          </a:p>
        </p:txBody>
      </p:sp>
    </p:spTree>
    <p:extLst>
      <p:ext uri="{BB962C8B-B14F-4D97-AF65-F5344CB8AC3E}">
        <p14:creationId xmlns:p14="http://schemas.microsoft.com/office/powerpoint/2010/main" val="26058681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pPr algn="l"/>
            <a:endParaRPr lang="pl-PL" dirty="0"/>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11</a:t>
            </a:fld>
            <a:endParaRPr lang="pl-PL"/>
          </a:p>
        </p:txBody>
      </p:sp>
    </p:spTree>
    <p:extLst>
      <p:ext uri="{BB962C8B-B14F-4D97-AF65-F5344CB8AC3E}">
        <p14:creationId xmlns:p14="http://schemas.microsoft.com/office/powerpoint/2010/main" val="40946220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pPr algn="l"/>
            <a:endParaRPr lang="pl-PL" dirty="0"/>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12</a:t>
            </a:fld>
            <a:endParaRPr lang="pl-PL"/>
          </a:p>
        </p:txBody>
      </p:sp>
    </p:spTree>
    <p:extLst>
      <p:ext uri="{BB962C8B-B14F-4D97-AF65-F5344CB8AC3E}">
        <p14:creationId xmlns:p14="http://schemas.microsoft.com/office/powerpoint/2010/main" val="29137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pPr algn="l"/>
            <a:endParaRPr lang="pl-PL" dirty="0"/>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13</a:t>
            </a:fld>
            <a:endParaRPr lang="pl-PL"/>
          </a:p>
        </p:txBody>
      </p:sp>
    </p:spTree>
    <p:extLst>
      <p:ext uri="{BB962C8B-B14F-4D97-AF65-F5344CB8AC3E}">
        <p14:creationId xmlns:p14="http://schemas.microsoft.com/office/powerpoint/2010/main" val="23507593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pPr algn="l"/>
            <a:endParaRPr lang="pl-PL" dirty="0"/>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14</a:t>
            </a:fld>
            <a:endParaRPr lang="pl-PL"/>
          </a:p>
        </p:txBody>
      </p:sp>
    </p:spTree>
    <p:extLst>
      <p:ext uri="{BB962C8B-B14F-4D97-AF65-F5344CB8AC3E}">
        <p14:creationId xmlns:p14="http://schemas.microsoft.com/office/powerpoint/2010/main" val="22903961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pPr algn="l"/>
            <a:endParaRPr lang="pl-PL" dirty="0"/>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15</a:t>
            </a:fld>
            <a:endParaRPr lang="pl-PL"/>
          </a:p>
        </p:txBody>
      </p:sp>
    </p:spTree>
    <p:extLst>
      <p:ext uri="{BB962C8B-B14F-4D97-AF65-F5344CB8AC3E}">
        <p14:creationId xmlns:p14="http://schemas.microsoft.com/office/powerpoint/2010/main" val="14422119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pPr algn="l"/>
            <a:endParaRPr lang="pl-PL" dirty="0"/>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16</a:t>
            </a:fld>
            <a:endParaRPr lang="pl-PL"/>
          </a:p>
        </p:txBody>
      </p:sp>
    </p:spTree>
    <p:extLst>
      <p:ext uri="{BB962C8B-B14F-4D97-AF65-F5344CB8AC3E}">
        <p14:creationId xmlns:p14="http://schemas.microsoft.com/office/powerpoint/2010/main" val="9317090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pPr algn="l"/>
            <a:endParaRPr lang="pl-PL" dirty="0"/>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17</a:t>
            </a:fld>
            <a:endParaRPr lang="pl-PL"/>
          </a:p>
        </p:txBody>
      </p:sp>
    </p:spTree>
    <p:extLst>
      <p:ext uri="{BB962C8B-B14F-4D97-AF65-F5344CB8AC3E}">
        <p14:creationId xmlns:p14="http://schemas.microsoft.com/office/powerpoint/2010/main" val="26032518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pPr algn="l"/>
            <a:endParaRPr lang="pl-PL" dirty="0"/>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18</a:t>
            </a:fld>
            <a:endParaRPr lang="pl-PL"/>
          </a:p>
        </p:txBody>
      </p:sp>
    </p:spTree>
    <p:extLst>
      <p:ext uri="{BB962C8B-B14F-4D97-AF65-F5344CB8AC3E}">
        <p14:creationId xmlns:p14="http://schemas.microsoft.com/office/powerpoint/2010/main" val="24912287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pPr algn="l"/>
            <a:endParaRPr lang="pl-PL" dirty="0"/>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19</a:t>
            </a:fld>
            <a:endParaRPr lang="pl-PL"/>
          </a:p>
        </p:txBody>
      </p:sp>
    </p:spTree>
    <p:extLst>
      <p:ext uri="{BB962C8B-B14F-4D97-AF65-F5344CB8AC3E}">
        <p14:creationId xmlns:p14="http://schemas.microsoft.com/office/powerpoint/2010/main" val="18282599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pPr algn="l"/>
            <a:endParaRPr lang="pl-PL" dirty="0"/>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20</a:t>
            </a:fld>
            <a:endParaRPr lang="pl-PL"/>
          </a:p>
        </p:txBody>
      </p:sp>
    </p:spTree>
    <p:extLst>
      <p:ext uri="{BB962C8B-B14F-4D97-AF65-F5344CB8AC3E}">
        <p14:creationId xmlns:p14="http://schemas.microsoft.com/office/powerpoint/2010/main" val="27812829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pPr algn="l"/>
            <a:endParaRPr lang="pl-PL" dirty="0"/>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21</a:t>
            </a:fld>
            <a:endParaRPr lang="pl-PL"/>
          </a:p>
        </p:txBody>
      </p:sp>
    </p:spTree>
    <p:extLst>
      <p:ext uri="{BB962C8B-B14F-4D97-AF65-F5344CB8AC3E}">
        <p14:creationId xmlns:p14="http://schemas.microsoft.com/office/powerpoint/2010/main" val="14107595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pPr algn="l"/>
            <a:endParaRPr lang="pl-PL" dirty="0"/>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22</a:t>
            </a:fld>
            <a:endParaRPr lang="pl-PL"/>
          </a:p>
        </p:txBody>
      </p:sp>
    </p:spTree>
    <p:extLst>
      <p:ext uri="{BB962C8B-B14F-4D97-AF65-F5344CB8AC3E}">
        <p14:creationId xmlns:p14="http://schemas.microsoft.com/office/powerpoint/2010/main" val="11885665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pPr algn="l"/>
            <a:endParaRPr lang="pl-PL" dirty="0"/>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23</a:t>
            </a:fld>
            <a:endParaRPr lang="pl-PL"/>
          </a:p>
        </p:txBody>
      </p:sp>
    </p:spTree>
    <p:extLst>
      <p:ext uri="{BB962C8B-B14F-4D97-AF65-F5344CB8AC3E}">
        <p14:creationId xmlns:p14="http://schemas.microsoft.com/office/powerpoint/2010/main" val="14192173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pPr algn="l"/>
            <a:endParaRPr lang="pl-PL" dirty="0"/>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24</a:t>
            </a:fld>
            <a:endParaRPr lang="pl-PL"/>
          </a:p>
        </p:txBody>
      </p:sp>
    </p:spTree>
    <p:extLst>
      <p:ext uri="{BB962C8B-B14F-4D97-AF65-F5344CB8AC3E}">
        <p14:creationId xmlns:p14="http://schemas.microsoft.com/office/powerpoint/2010/main" val="42022676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pPr algn="l"/>
            <a:endParaRPr lang="pl-PL" dirty="0"/>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25</a:t>
            </a:fld>
            <a:endParaRPr lang="pl-PL"/>
          </a:p>
        </p:txBody>
      </p:sp>
    </p:spTree>
    <p:extLst>
      <p:ext uri="{BB962C8B-B14F-4D97-AF65-F5344CB8AC3E}">
        <p14:creationId xmlns:p14="http://schemas.microsoft.com/office/powerpoint/2010/main" val="23626162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rtl="0"/>
            <a:fld id="{5B8B270D-091D-4ED2-8C85-0898DD7D9F21}" type="slidenum">
              <a:rPr lang="pl-PL" smtClean="0"/>
              <a:t>26</a:t>
            </a:fld>
            <a:endParaRPr lang="pl-PL"/>
          </a:p>
        </p:txBody>
      </p:sp>
    </p:spTree>
    <p:extLst>
      <p:ext uri="{BB962C8B-B14F-4D97-AF65-F5344CB8AC3E}">
        <p14:creationId xmlns:p14="http://schemas.microsoft.com/office/powerpoint/2010/main" val="4729081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ytuł">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033B6B0-54DE-4F2D-84DD-D06CD3B117B4}"/>
              </a:ext>
            </a:extLst>
          </p:cNvPr>
          <p:cNvSpPr>
            <a:spLocks noGrp="1"/>
          </p:cNvSpPr>
          <p:nvPr>
            <p:ph type="title" hasCustomPrompt="1"/>
          </p:nvPr>
        </p:nvSpPr>
        <p:spPr>
          <a:xfrm>
            <a:off x="984522" y="874663"/>
            <a:ext cx="4650901" cy="2334637"/>
          </a:xfrm>
        </p:spPr>
        <p:txBody>
          <a:bodyPr rtlCol="0">
            <a:normAutofit/>
          </a:bodyPr>
          <a:lstStyle>
            <a:lvl1pPr algn="ctr">
              <a:defRPr sz="4800"/>
            </a:lvl1pPr>
          </a:lstStyle>
          <a:p>
            <a:pPr rtl="0"/>
            <a:r>
              <a:rPr lang="pl-PL" noProof="0"/>
              <a:t>Kliknij, aby edytować styl wzorca tytułu</a:t>
            </a:r>
          </a:p>
        </p:txBody>
      </p:sp>
      <p:grpSp>
        <p:nvGrpSpPr>
          <p:cNvPr id="6" name="Grupa 5">
            <a:extLst>
              <a:ext uri="{FF2B5EF4-FFF2-40B4-BE49-F238E27FC236}">
                <a16:creationId xmlns:a16="http://schemas.microsoft.com/office/drawing/2014/main" id="{F44A4473-D4D4-4E24-B542-C5D63C28DA75}"/>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6153976" y="457964"/>
            <a:ext cx="6009066" cy="5914582"/>
            <a:chOff x="6153976" y="457964"/>
            <a:chExt cx="6009066" cy="5914582"/>
          </a:xfrm>
        </p:grpSpPr>
        <p:grpSp>
          <p:nvGrpSpPr>
            <p:cNvPr id="7" name="Grupa 6">
              <a:extLst>
                <a:ext uri="{FF2B5EF4-FFF2-40B4-BE49-F238E27FC236}">
                  <a16:creationId xmlns:a16="http://schemas.microsoft.com/office/drawing/2014/main" id="{14CA4A32-A016-460F-8B99-22A5D265B4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9012621" y="2980002"/>
              <a:ext cx="317159" cy="932400"/>
              <a:chOff x="6376988" y="280988"/>
              <a:chExt cx="633413" cy="1862138"/>
            </a:xfrm>
          </p:grpSpPr>
          <p:sp>
            <p:nvSpPr>
              <p:cNvPr id="86" name="Freeform 68">
                <a:extLst>
                  <a:ext uri="{FF2B5EF4-FFF2-40B4-BE49-F238E27FC236}">
                    <a16:creationId xmlns:a16="http://schemas.microsoft.com/office/drawing/2014/main" id="{84DB1BC2-B158-4DA5-9164-843E6B566C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376988"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7" name="Freeform 69">
                <a:extLst>
                  <a:ext uri="{FF2B5EF4-FFF2-40B4-BE49-F238E27FC236}">
                    <a16:creationId xmlns:a16="http://schemas.microsoft.com/office/drawing/2014/main" id="{751FDE2E-D749-401E-B3BA-66B2F5231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696076" y="280988"/>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8" name="Line 70">
                <a:extLst>
                  <a:ext uri="{FF2B5EF4-FFF2-40B4-BE49-F238E27FC236}">
                    <a16:creationId xmlns:a16="http://schemas.microsoft.com/office/drawing/2014/main" id="{49546377-E2EE-4854-AA84-5575789BAF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6696076" y="280988"/>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nvGrpSpPr>
            <p:cNvPr id="8" name="Grupa 7">
              <a:extLst>
                <a:ext uri="{FF2B5EF4-FFF2-40B4-BE49-F238E27FC236}">
                  <a16:creationId xmlns:a16="http://schemas.microsoft.com/office/drawing/2014/main" id="{04FCC465-42B8-456F-951F-8C51A42F97E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324466" y="457964"/>
              <a:ext cx="3838576" cy="5838297"/>
              <a:chOff x="8324466" y="457964"/>
              <a:chExt cx="3838576" cy="5838297"/>
            </a:xfrm>
          </p:grpSpPr>
          <p:sp>
            <p:nvSpPr>
              <p:cNvPr id="48" name="Oval 47">
                <a:extLst>
                  <a:ext uri="{FF2B5EF4-FFF2-40B4-BE49-F238E27FC236}">
                    <a16:creationId xmlns:a16="http://schemas.microsoft.com/office/drawing/2014/main" id="{3D7F8A9A-8A53-4FD3-855C-C49B035CE8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solidFill>
                    <a:schemeClr val="tx1"/>
                  </a:solidFill>
                  <a:latin typeface="Calibri" panose="020F0502020204030204" pitchFamily="34" charset="0"/>
                </a:endParaRPr>
              </a:p>
            </p:txBody>
          </p:sp>
          <p:grpSp>
            <p:nvGrpSpPr>
              <p:cNvPr id="49" name="Grupa 48">
                <a:extLst>
                  <a:ext uri="{FF2B5EF4-FFF2-40B4-BE49-F238E27FC236}">
                    <a16:creationId xmlns:a16="http://schemas.microsoft.com/office/drawing/2014/main" id="{AC347F99-AC7C-4DB2-8AAF-9E2A7AE629C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64" name="Freeform 64">
                  <a:extLst>
                    <a:ext uri="{FF2B5EF4-FFF2-40B4-BE49-F238E27FC236}">
                      <a16:creationId xmlns:a16="http://schemas.microsoft.com/office/drawing/2014/main" id="{89B06C37-E219-479D-B324-0DC7D0565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65" name="Freeform 81">
                  <a:extLst>
                    <a:ext uri="{FF2B5EF4-FFF2-40B4-BE49-F238E27FC236}">
                      <a16:creationId xmlns:a16="http://schemas.microsoft.com/office/drawing/2014/main" id="{29A1D878-CEA2-41DC-8638-A852316726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66" name="Freeform 61">
                  <a:extLst>
                    <a:ext uri="{FF2B5EF4-FFF2-40B4-BE49-F238E27FC236}">
                      <a16:creationId xmlns:a16="http://schemas.microsoft.com/office/drawing/2014/main" id="{99394209-57ED-4126-A8DC-0862D1FA11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67" name="Freeform 78">
                  <a:extLst>
                    <a:ext uri="{FF2B5EF4-FFF2-40B4-BE49-F238E27FC236}">
                      <a16:creationId xmlns:a16="http://schemas.microsoft.com/office/drawing/2014/main" id="{A48B0004-4618-4D71-88D1-A2FEE4F0AD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68" name="Freeform 84">
                  <a:extLst>
                    <a:ext uri="{FF2B5EF4-FFF2-40B4-BE49-F238E27FC236}">
                      <a16:creationId xmlns:a16="http://schemas.microsoft.com/office/drawing/2014/main" id="{4D1C172B-2446-428A-A518-FE1B5FCE0D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69" name="Freeform 87">
                  <a:extLst>
                    <a:ext uri="{FF2B5EF4-FFF2-40B4-BE49-F238E27FC236}">
                      <a16:creationId xmlns:a16="http://schemas.microsoft.com/office/drawing/2014/main" id="{E359C795-FCC1-401F-B0B6-F722AE632A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0" name="Freeform 60">
                  <a:extLst>
                    <a:ext uri="{FF2B5EF4-FFF2-40B4-BE49-F238E27FC236}">
                      <a16:creationId xmlns:a16="http://schemas.microsoft.com/office/drawing/2014/main" id="{8260D102-71BB-497E-A5CF-743FB59874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1" name="Freeform 59">
                  <a:extLst>
                    <a:ext uri="{FF2B5EF4-FFF2-40B4-BE49-F238E27FC236}">
                      <a16:creationId xmlns:a16="http://schemas.microsoft.com/office/drawing/2014/main" id="{811E3D98-A5FB-4BDE-A07D-A03EB898C6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2" name="Freeform 62">
                  <a:extLst>
                    <a:ext uri="{FF2B5EF4-FFF2-40B4-BE49-F238E27FC236}">
                      <a16:creationId xmlns:a16="http://schemas.microsoft.com/office/drawing/2014/main" id="{9E48CE7F-B4EF-4629-8706-6838C171EF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3" name="Freeform 65">
                  <a:extLst>
                    <a:ext uri="{FF2B5EF4-FFF2-40B4-BE49-F238E27FC236}">
                      <a16:creationId xmlns:a16="http://schemas.microsoft.com/office/drawing/2014/main" id="{C8EBC77A-0887-4128-A73B-2C0165C6F9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4" name="Freeform 79">
                  <a:extLst>
                    <a:ext uri="{FF2B5EF4-FFF2-40B4-BE49-F238E27FC236}">
                      <a16:creationId xmlns:a16="http://schemas.microsoft.com/office/drawing/2014/main" id="{7AF3D400-AAAA-47BD-922E-AA3A2AFA30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5" name="Freeform 82">
                  <a:extLst>
                    <a:ext uri="{FF2B5EF4-FFF2-40B4-BE49-F238E27FC236}">
                      <a16:creationId xmlns:a16="http://schemas.microsoft.com/office/drawing/2014/main" id="{B0A3E6A0-609D-427D-9D34-E7CF184B45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6" name="Freeform 85">
                  <a:extLst>
                    <a:ext uri="{FF2B5EF4-FFF2-40B4-BE49-F238E27FC236}">
                      <a16:creationId xmlns:a16="http://schemas.microsoft.com/office/drawing/2014/main" id="{DDE08965-A3F4-426A-924B-102A6F6FE2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7" name="Freeform 88">
                  <a:extLst>
                    <a:ext uri="{FF2B5EF4-FFF2-40B4-BE49-F238E27FC236}">
                      <a16:creationId xmlns:a16="http://schemas.microsoft.com/office/drawing/2014/main" id="{13FA8E6E-7F53-47E9-9BF8-1CD3130F42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nvGrpSpPr>
                <p:cNvPr id="78" name="Grupa 77">
                  <a:extLst>
                    <a:ext uri="{FF2B5EF4-FFF2-40B4-BE49-F238E27FC236}">
                      <a16:creationId xmlns:a16="http://schemas.microsoft.com/office/drawing/2014/main" id="{7A8A9991-EF8F-4128-9DB7-A2FA8CF2F68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79" name="Line 63">
                    <a:extLst>
                      <a:ext uri="{FF2B5EF4-FFF2-40B4-BE49-F238E27FC236}">
                        <a16:creationId xmlns:a16="http://schemas.microsoft.com/office/drawing/2014/main" id="{41E966B6-186E-4D17-B570-969B6951A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0" name="Line 66">
                    <a:extLst>
                      <a:ext uri="{FF2B5EF4-FFF2-40B4-BE49-F238E27FC236}">
                        <a16:creationId xmlns:a16="http://schemas.microsoft.com/office/drawing/2014/main" id="{918B08AD-5F3C-4FC5-8998-8524763C75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1" name="Line 67">
                    <a:extLst>
                      <a:ext uri="{FF2B5EF4-FFF2-40B4-BE49-F238E27FC236}">
                        <a16:creationId xmlns:a16="http://schemas.microsoft.com/office/drawing/2014/main" id="{EDF72260-B0A1-47A1-9459-FDF4600ACA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2" name="Line 80">
                    <a:extLst>
                      <a:ext uri="{FF2B5EF4-FFF2-40B4-BE49-F238E27FC236}">
                        <a16:creationId xmlns:a16="http://schemas.microsoft.com/office/drawing/2014/main" id="{C6A7FA58-53F7-4C2F-96D5-E97BB3CC67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3" name="Line 83">
                    <a:extLst>
                      <a:ext uri="{FF2B5EF4-FFF2-40B4-BE49-F238E27FC236}">
                        <a16:creationId xmlns:a16="http://schemas.microsoft.com/office/drawing/2014/main" id="{1B986617-481E-450F-8FAD-CA3086A3E0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4" name="Line 86">
                    <a:extLst>
                      <a:ext uri="{FF2B5EF4-FFF2-40B4-BE49-F238E27FC236}">
                        <a16:creationId xmlns:a16="http://schemas.microsoft.com/office/drawing/2014/main" id="{4D24CAEB-B2FE-4796-8E6E-DB5148C380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5" name="Line 89">
                    <a:extLst>
                      <a:ext uri="{FF2B5EF4-FFF2-40B4-BE49-F238E27FC236}">
                        <a16:creationId xmlns:a16="http://schemas.microsoft.com/office/drawing/2014/main" id="{3D577B03-E6D9-4FFA-A799-E504CBF8D7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grpSp>
            <p:nvGrpSpPr>
              <p:cNvPr id="50" name="Grupa 49">
                <a:extLst>
                  <a:ext uri="{FF2B5EF4-FFF2-40B4-BE49-F238E27FC236}">
                    <a16:creationId xmlns:a16="http://schemas.microsoft.com/office/drawing/2014/main" id="{43509C13-FDEE-45B0-B954-D80D6F38F00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56" name="Grupa 55">
                  <a:extLst>
                    <a:ext uri="{FF2B5EF4-FFF2-40B4-BE49-F238E27FC236}">
                      <a16:creationId xmlns:a16="http://schemas.microsoft.com/office/drawing/2014/main" id="{21FF647D-8D8A-43E8-A2E2-46D1117839F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60" name="Łącznik prosty 59">
                    <a:extLst>
                      <a:ext uri="{FF2B5EF4-FFF2-40B4-BE49-F238E27FC236}">
                        <a16:creationId xmlns:a16="http://schemas.microsoft.com/office/drawing/2014/main" id="{87B8728B-0A45-4551-99F0-CF33B850DA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1" name="Łącznik prosty 60">
                    <a:extLst>
                      <a:ext uri="{FF2B5EF4-FFF2-40B4-BE49-F238E27FC236}">
                        <a16:creationId xmlns:a16="http://schemas.microsoft.com/office/drawing/2014/main" id="{CCFAA15D-9EFC-4A70-AC98-CB3EF00C3A4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62" name="Rectangle 30">
                    <a:extLst>
                      <a:ext uri="{FF2B5EF4-FFF2-40B4-BE49-F238E27FC236}">
                        <a16:creationId xmlns:a16="http://schemas.microsoft.com/office/drawing/2014/main" id="{AD80CCBD-3F02-48A0-A24E-5971D22951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latin typeface="Calibri" panose="020F0502020204030204" pitchFamily="34" charset="0"/>
                    </a:endParaRPr>
                  </a:p>
                </p:txBody>
              </p:sp>
              <p:sp>
                <p:nvSpPr>
                  <p:cNvPr id="63" name="Rectangle 30">
                    <a:extLst>
                      <a:ext uri="{FF2B5EF4-FFF2-40B4-BE49-F238E27FC236}">
                        <a16:creationId xmlns:a16="http://schemas.microsoft.com/office/drawing/2014/main" id="{AB5B7D34-5A4E-48DE-8893-0F022E4CC9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latin typeface="Calibri" panose="020F0502020204030204" pitchFamily="34" charset="0"/>
                    </a:endParaRPr>
                  </a:p>
                </p:txBody>
              </p:sp>
            </p:grpSp>
            <p:grpSp>
              <p:nvGrpSpPr>
                <p:cNvPr id="57" name="Grupa 56">
                  <a:extLst>
                    <a:ext uri="{FF2B5EF4-FFF2-40B4-BE49-F238E27FC236}">
                      <a16:creationId xmlns:a16="http://schemas.microsoft.com/office/drawing/2014/main" id="{2341ADC6-0CC2-46C0-BA6F-9D991366980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58" name="Freeform: Shape 57">
                    <a:extLst>
                      <a:ext uri="{FF2B5EF4-FFF2-40B4-BE49-F238E27FC236}">
                        <a16:creationId xmlns:a16="http://schemas.microsoft.com/office/drawing/2014/main" id="{A93316DB-546B-41BA-AD1B-94D5C46702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solidFill>
                        <a:schemeClr val="tx1"/>
                      </a:solidFill>
                      <a:latin typeface="Calibri" panose="020F0502020204030204" pitchFamily="34" charset="0"/>
                    </a:endParaRPr>
                  </a:p>
                </p:txBody>
              </p:sp>
              <p:sp>
                <p:nvSpPr>
                  <p:cNvPr id="59" name="Freeform: Shape 58">
                    <a:extLst>
                      <a:ext uri="{FF2B5EF4-FFF2-40B4-BE49-F238E27FC236}">
                        <a16:creationId xmlns:a16="http://schemas.microsoft.com/office/drawing/2014/main" id="{35105C82-44C4-41C2-96AE-ADE6DD1D71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solidFill>
                        <a:schemeClr val="tx1"/>
                      </a:solidFill>
                      <a:latin typeface="Calibri" panose="020F0502020204030204" pitchFamily="34" charset="0"/>
                    </a:endParaRPr>
                  </a:p>
                </p:txBody>
              </p:sp>
            </p:grpSp>
          </p:grpSp>
          <p:grpSp>
            <p:nvGrpSpPr>
              <p:cNvPr id="51" name="Grupa 50">
                <a:extLst>
                  <a:ext uri="{FF2B5EF4-FFF2-40B4-BE49-F238E27FC236}">
                    <a16:creationId xmlns:a16="http://schemas.microsoft.com/office/drawing/2014/main" id="{A7A634F2-054C-4614-9ECB-96BE809893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52" name="Grupa 51">
                  <a:extLst>
                    <a:ext uri="{FF2B5EF4-FFF2-40B4-BE49-F238E27FC236}">
                      <a16:creationId xmlns:a16="http://schemas.microsoft.com/office/drawing/2014/main" id="{1764AB7F-1912-4909-A04A-C8D125467E1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54" name="Freeform 68">
                    <a:extLst>
                      <a:ext uri="{FF2B5EF4-FFF2-40B4-BE49-F238E27FC236}">
                        <a16:creationId xmlns:a16="http://schemas.microsoft.com/office/drawing/2014/main" id="{6B93639B-DE1C-4A46-A4B5-B88FD6FC20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55" name="Freeform 69">
                    <a:extLst>
                      <a:ext uri="{FF2B5EF4-FFF2-40B4-BE49-F238E27FC236}">
                        <a16:creationId xmlns:a16="http://schemas.microsoft.com/office/drawing/2014/main" id="{A6C5D17F-13E7-4861-A839-3C56ABD56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sp>
              <p:nvSpPr>
                <p:cNvPr id="53" name="Line 70">
                  <a:extLst>
                    <a:ext uri="{FF2B5EF4-FFF2-40B4-BE49-F238E27FC236}">
                      <a16:creationId xmlns:a16="http://schemas.microsoft.com/office/drawing/2014/main" id="{1C343C91-0F9E-4530-939D-2D9F15DF4A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grpSp>
          <p:nvGrpSpPr>
            <p:cNvPr id="9" name="Grupa 8">
              <a:extLst>
                <a:ext uri="{FF2B5EF4-FFF2-40B4-BE49-F238E27FC236}">
                  <a16:creationId xmlns:a16="http://schemas.microsoft.com/office/drawing/2014/main" id="{92109E9F-E572-4202-B7A6-630155DD5BB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6153976" y="534249"/>
              <a:ext cx="3838576" cy="5838297"/>
              <a:chOff x="8324466" y="457964"/>
              <a:chExt cx="3838576" cy="5838297"/>
            </a:xfrm>
          </p:grpSpPr>
          <p:sp>
            <p:nvSpPr>
              <p:cNvPr id="10" name="Oval 9">
                <a:extLst>
                  <a:ext uri="{FF2B5EF4-FFF2-40B4-BE49-F238E27FC236}">
                    <a16:creationId xmlns:a16="http://schemas.microsoft.com/office/drawing/2014/main" id="{B4FF54B2-44F5-42F7-8353-111D80A8D2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solidFill>
                    <a:schemeClr val="tx1"/>
                  </a:solidFill>
                  <a:latin typeface="Calibri" panose="020F0502020204030204" pitchFamily="34" charset="0"/>
                </a:endParaRPr>
              </a:p>
            </p:txBody>
          </p:sp>
          <p:grpSp>
            <p:nvGrpSpPr>
              <p:cNvPr id="11" name="Grupa 10">
                <a:extLst>
                  <a:ext uri="{FF2B5EF4-FFF2-40B4-BE49-F238E27FC236}">
                    <a16:creationId xmlns:a16="http://schemas.microsoft.com/office/drawing/2014/main" id="{19A2BBF4-4F54-4179-B672-AD4C8D58A30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26" name="Freeform 64">
                  <a:extLst>
                    <a:ext uri="{FF2B5EF4-FFF2-40B4-BE49-F238E27FC236}">
                      <a16:creationId xmlns:a16="http://schemas.microsoft.com/office/drawing/2014/main" id="{2F2D95CF-DAE2-4601-B9A6-233F4F2F30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27" name="Freeform 81">
                  <a:extLst>
                    <a:ext uri="{FF2B5EF4-FFF2-40B4-BE49-F238E27FC236}">
                      <a16:creationId xmlns:a16="http://schemas.microsoft.com/office/drawing/2014/main" id="{3CD52B72-C30B-4570-A8AB-78CB884F8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28" name="Freeform 61">
                  <a:extLst>
                    <a:ext uri="{FF2B5EF4-FFF2-40B4-BE49-F238E27FC236}">
                      <a16:creationId xmlns:a16="http://schemas.microsoft.com/office/drawing/2014/main" id="{696A9FBF-C89D-4CF9-A1DC-C0275A3B3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29" name="Freeform 78">
                  <a:extLst>
                    <a:ext uri="{FF2B5EF4-FFF2-40B4-BE49-F238E27FC236}">
                      <a16:creationId xmlns:a16="http://schemas.microsoft.com/office/drawing/2014/main" id="{C50B0ACE-17B4-4F11-BA43-0159796B83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0" name="Freeform 84">
                  <a:extLst>
                    <a:ext uri="{FF2B5EF4-FFF2-40B4-BE49-F238E27FC236}">
                      <a16:creationId xmlns:a16="http://schemas.microsoft.com/office/drawing/2014/main" id="{F0346B01-7019-48B2-9BE7-3E90F590FD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1" name="Freeform 87">
                  <a:extLst>
                    <a:ext uri="{FF2B5EF4-FFF2-40B4-BE49-F238E27FC236}">
                      <a16:creationId xmlns:a16="http://schemas.microsoft.com/office/drawing/2014/main" id="{5C186E4B-7559-4E95-9BDD-7DA75E0873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2" name="Freeform 60">
                  <a:extLst>
                    <a:ext uri="{FF2B5EF4-FFF2-40B4-BE49-F238E27FC236}">
                      <a16:creationId xmlns:a16="http://schemas.microsoft.com/office/drawing/2014/main" id="{4FFE117A-211E-4BD5-AB76-05026DEC6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3" name="Freeform 59">
                  <a:extLst>
                    <a:ext uri="{FF2B5EF4-FFF2-40B4-BE49-F238E27FC236}">
                      <a16:creationId xmlns:a16="http://schemas.microsoft.com/office/drawing/2014/main" id="{5CC0C412-2859-4E97-924F-291318E6AD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4" name="Freeform 62">
                  <a:extLst>
                    <a:ext uri="{FF2B5EF4-FFF2-40B4-BE49-F238E27FC236}">
                      <a16:creationId xmlns:a16="http://schemas.microsoft.com/office/drawing/2014/main" id="{AECE441C-0FBF-4F02-9781-35F2487E3C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5" name="Freeform 65">
                  <a:extLst>
                    <a:ext uri="{FF2B5EF4-FFF2-40B4-BE49-F238E27FC236}">
                      <a16:creationId xmlns:a16="http://schemas.microsoft.com/office/drawing/2014/main" id="{951A4317-3E34-41B4-BCD9-E6E0627C18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6" name="Freeform 79">
                  <a:extLst>
                    <a:ext uri="{FF2B5EF4-FFF2-40B4-BE49-F238E27FC236}">
                      <a16:creationId xmlns:a16="http://schemas.microsoft.com/office/drawing/2014/main" id="{CE2D40E4-274B-4D43-801B-7B3BAF03E4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7" name="Freeform 82">
                  <a:extLst>
                    <a:ext uri="{FF2B5EF4-FFF2-40B4-BE49-F238E27FC236}">
                      <a16:creationId xmlns:a16="http://schemas.microsoft.com/office/drawing/2014/main" id="{2D939FC8-6395-4DCB-B28C-2342BFB72F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8" name="Freeform 85">
                  <a:extLst>
                    <a:ext uri="{FF2B5EF4-FFF2-40B4-BE49-F238E27FC236}">
                      <a16:creationId xmlns:a16="http://schemas.microsoft.com/office/drawing/2014/main" id="{620FEEF2-AE91-48CA-8FE7-B50F83E1CF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9" name="Freeform 88">
                  <a:extLst>
                    <a:ext uri="{FF2B5EF4-FFF2-40B4-BE49-F238E27FC236}">
                      <a16:creationId xmlns:a16="http://schemas.microsoft.com/office/drawing/2014/main" id="{27050D75-D26B-4BD3-A4A5-68DF13E9C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nvGrpSpPr>
                <p:cNvPr id="40" name="Grupa 39">
                  <a:extLst>
                    <a:ext uri="{FF2B5EF4-FFF2-40B4-BE49-F238E27FC236}">
                      <a16:creationId xmlns:a16="http://schemas.microsoft.com/office/drawing/2014/main" id="{37668160-F5BE-4756-B84F-C68992BC7A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1" name="Line 63">
                    <a:extLst>
                      <a:ext uri="{FF2B5EF4-FFF2-40B4-BE49-F238E27FC236}">
                        <a16:creationId xmlns:a16="http://schemas.microsoft.com/office/drawing/2014/main" id="{E7F90261-4A5A-4C39-B4B3-FEBED04E34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2" name="Line 66">
                    <a:extLst>
                      <a:ext uri="{FF2B5EF4-FFF2-40B4-BE49-F238E27FC236}">
                        <a16:creationId xmlns:a16="http://schemas.microsoft.com/office/drawing/2014/main" id="{71681E7C-A7E8-4F01-9001-3FD1105E1B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3" name="Line 67">
                    <a:extLst>
                      <a:ext uri="{FF2B5EF4-FFF2-40B4-BE49-F238E27FC236}">
                        <a16:creationId xmlns:a16="http://schemas.microsoft.com/office/drawing/2014/main" id="{901B0597-C838-4481-A49D-E8D85B631C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4" name="Line 80">
                    <a:extLst>
                      <a:ext uri="{FF2B5EF4-FFF2-40B4-BE49-F238E27FC236}">
                        <a16:creationId xmlns:a16="http://schemas.microsoft.com/office/drawing/2014/main" id="{23C2B0BF-A329-4A97-B3D5-545BC6813E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5" name="Line 83">
                    <a:extLst>
                      <a:ext uri="{FF2B5EF4-FFF2-40B4-BE49-F238E27FC236}">
                        <a16:creationId xmlns:a16="http://schemas.microsoft.com/office/drawing/2014/main" id="{DBCCCA80-4FEE-4C79-8AF3-66B97054C8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6" name="Line 86">
                    <a:extLst>
                      <a:ext uri="{FF2B5EF4-FFF2-40B4-BE49-F238E27FC236}">
                        <a16:creationId xmlns:a16="http://schemas.microsoft.com/office/drawing/2014/main" id="{4B9AD13F-808D-4464-989B-F40B3E77B7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7" name="Line 89">
                    <a:extLst>
                      <a:ext uri="{FF2B5EF4-FFF2-40B4-BE49-F238E27FC236}">
                        <a16:creationId xmlns:a16="http://schemas.microsoft.com/office/drawing/2014/main" id="{076473B5-E30F-4635-8789-51368A971B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grpSp>
            <p:nvGrpSpPr>
              <p:cNvPr id="12" name="Grupa 11">
                <a:extLst>
                  <a:ext uri="{FF2B5EF4-FFF2-40B4-BE49-F238E27FC236}">
                    <a16:creationId xmlns:a16="http://schemas.microsoft.com/office/drawing/2014/main" id="{EF568995-35CF-4C80-A63C-82B47F1BA1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8" name="Grupa 17">
                  <a:extLst>
                    <a:ext uri="{FF2B5EF4-FFF2-40B4-BE49-F238E27FC236}">
                      <a16:creationId xmlns:a16="http://schemas.microsoft.com/office/drawing/2014/main" id="{99432608-19E2-4A3E-A68B-45C8E5DD47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2" name="Łącznik prosty 21">
                    <a:extLst>
                      <a:ext uri="{FF2B5EF4-FFF2-40B4-BE49-F238E27FC236}">
                        <a16:creationId xmlns:a16="http://schemas.microsoft.com/office/drawing/2014/main" id="{127A2810-84DE-450A-986B-DE8AF8AE6F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3" name="Łącznik prosty 22">
                    <a:extLst>
                      <a:ext uri="{FF2B5EF4-FFF2-40B4-BE49-F238E27FC236}">
                        <a16:creationId xmlns:a16="http://schemas.microsoft.com/office/drawing/2014/main" id="{1A56ED6A-BBD4-4005-A99D-65BCF8047CC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4" name="Rectangle 30">
                    <a:extLst>
                      <a:ext uri="{FF2B5EF4-FFF2-40B4-BE49-F238E27FC236}">
                        <a16:creationId xmlns:a16="http://schemas.microsoft.com/office/drawing/2014/main" id="{CFC0629C-AFCE-4D39-87D5-36EF1FE5CF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latin typeface="Calibri" panose="020F0502020204030204" pitchFamily="34" charset="0"/>
                    </a:endParaRPr>
                  </a:p>
                </p:txBody>
              </p:sp>
              <p:sp>
                <p:nvSpPr>
                  <p:cNvPr id="25" name="Rectangle 30">
                    <a:extLst>
                      <a:ext uri="{FF2B5EF4-FFF2-40B4-BE49-F238E27FC236}">
                        <a16:creationId xmlns:a16="http://schemas.microsoft.com/office/drawing/2014/main" id="{81F3517A-93AD-4DF3-BEC7-E607A73E5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latin typeface="Calibri" panose="020F0502020204030204" pitchFamily="34" charset="0"/>
                    </a:endParaRPr>
                  </a:p>
                </p:txBody>
              </p:sp>
            </p:grpSp>
            <p:grpSp>
              <p:nvGrpSpPr>
                <p:cNvPr id="19" name="Grupa 18">
                  <a:extLst>
                    <a:ext uri="{FF2B5EF4-FFF2-40B4-BE49-F238E27FC236}">
                      <a16:creationId xmlns:a16="http://schemas.microsoft.com/office/drawing/2014/main" id="{4CBBC251-E8DD-438C-8733-7D65F461A4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0" name="Freeform: Shape 19">
                    <a:extLst>
                      <a:ext uri="{FF2B5EF4-FFF2-40B4-BE49-F238E27FC236}">
                        <a16:creationId xmlns:a16="http://schemas.microsoft.com/office/drawing/2014/main" id="{6A94A4D4-EFFA-4AE2-B533-75F01F0F00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solidFill>
                        <a:schemeClr val="tx1"/>
                      </a:solidFill>
                      <a:latin typeface="Calibri" panose="020F0502020204030204" pitchFamily="34" charset="0"/>
                    </a:endParaRPr>
                  </a:p>
                </p:txBody>
              </p:sp>
              <p:sp>
                <p:nvSpPr>
                  <p:cNvPr id="21" name="Freeform: Shape 20">
                    <a:extLst>
                      <a:ext uri="{FF2B5EF4-FFF2-40B4-BE49-F238E27FC236}">
                        <a16:creationId xmlns:a16="http://schemas.microsoft.com/office/drawing/2014/main" id="{1F4B0E1D-2F9C-444A-ADBA-BDE9F01D8D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solidFill>
                        <a:schemeClr val="tx1"/>
                      </a:solidFill>
                      <a:latin typeface="Calibri" panose="020F0502020204030204" pitchFamily="34" charset="0"/>
                    </a:endParaRPr>
                  </a:p>
                </p:txBody>
              </p:sp>
            </p:grpSp>
          </p:grpSp>
          <p:grpSp>
            <p:nvGrpSpPr>
              <p:cNvPr id="13" name="Grupa 12">
                <a:extLst>
                  <a:ext uri="{FF2B5EF4-FFF2-40B4-BE49-F238E27FC236}">
                    <a16:creationId xmlns:a16="http://schemas.microsoft.com/office/drawing/2014/main" id="{5F5ACA0E-A5DF-4015-8FD4-FA7A53E9D1A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14" name="Grupa 13">
                  <a:extLst>
                    <a:ext uri="{FF2B5EF4-FFF2-40B4-BE49-F238E27FC236}">
                      <a16:creationId xmlns:a16="http://schemas.microsoft.com/office/drawing/2014/main" id="{5A4DCFFD-FD3C-42EA-862E-5B792D9020A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6" name="Freeform 68">
                    <a:extLst>
                      <a:ext uri="{FF2B5EF4-FFF2-40B4-BE49-F238E27FC236}">
                        <a16:creationId xmlns:a16="http://schemas.microsoft.com/office/drawing/2014/main" id="{0089A8F3-7530-4C17-848C-580015C3ED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17" name="Freeform 69">
                    <a:extLst>
                      <a:ext uri="{FF2B5EF4-FFF2-40B4-BE49-F238E27FC236}">
                        <a16:creationId xmlns:a16="http://schemas.microsoft.com/office/drawing/2014/main" id="{61D8EA0C-1521-4C6D-8C09-DD6D8F1F22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sp>
              <p:nvSpPr>
                <p:cNvPr id="15" name="Line 70">
                  <a:extLst>
                    <a:ext uri="{FF2B5EF4-FFF2-40B4-BE49-F238E27FC236}">
                      <a16:creationId xmlns:a16="http://schemas.microsoft.com/office/drawing/2014/main" id="{517033B6-6B8A-4BD6-9A52-BF9E9EFBD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grpSp>
      <p:cxnSp>
        <p:nvCxnSpPr>
          <p:cNvPr id="173" name="Łącznik prosty 172">
            <a:extLst>
              <a:ext uri="{FF2B5EF4-FFF2-40B4-BE49-F238E27FC236}">
                <a16:creationId xmlns:a16="http://schemas.microsoft.com/office/drawing/2014/main" id="{88D7A558-4107-4032-8E5F-99B445369147}"/>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3038400" y="3690871"/>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75" name="Podtytuł 2">
            <a:extLst>
              <a:ext uri="{FF2B5EF4-FFF2-40B4-BE49-F238E27FC236}">
                <a16:creationId xmlns:a16="http://schemas.microsoft.com/office/drawing/2014/main" id="{6B5BCC80-B184-4F6C-B3E3-CFC7F4C41C95}"/>
              </a:ext>
            </a:extLst>
          </p:cNvPr>
          <p:cNvSpPr>
            <a:spLocks noGrp="1"/>
          </p:cNvSpPr>
          <p:nvPr>
            <p:ph type="subTitle" idx="1" hasCustomPrompt="1"/>
          </p:nvPr>
        </p:nvSpPr>
        <p:spPr>
          <a:xfrm>
            <a:off x="990000" y="4113213"/>
            <a:ext cx="4636800" cy="1655762"/>
          </a:xfrm>
        </p:spPr>
        <p:txBody>
          <a:bodyPr rtlCol="0">
            <a:normAutofit/>
          </a:bodyPr>
          <a:lstStyle>
            <a:lvl1pPr marL="0" indent="0" algn="ctr">
              <a:buNone/>
              <a:defRPr/>
            </a:lvl1pPr>
          </a:lstStyle>
          <a:p>
            <a:pPr rtl="0"/>
            <a:r>
              <a:rPr lang="pl-PL" noProof="0">
                <a:cs typeface="Calibri"/>
              </a:rPr>
              <a:t>Imię i nazwisko osoby prowadzącej</a:t>
            </a:r>
            <a:endParaRPr lang="pl-PL" noProof="0"/>
          </a:p>
        </p:txBody>
      </p:sp>
    </p:spTree>
    <p:extLst>
      <p:ext uri="{BB962C8B-B14F-4D97-AF65-F5344CB8AC3E}">
        <p14:creationId xmlns:p14="http://schemas.microsoft.com/office/powerpoint/2010/main" val="42291223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lan spotkania">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033B6B0-54DE-4F2D-84DD-D06CD3B117B4}"/>
              </a:ext>
            </a:extLst>
          </p:cNvPr>
          <p:cNvSpPr>
            <a:spLocks noGrp="1"/>
          </p:cNvSpPr>
          <p:nvPr>
            <p:ph type="title" hasCustomPrompt="1"/>
          </p:nvPr>
        </p:nvSpPr>
        <p:spPr>
          <a:xfrm>
            <a:off x="530307" y="536573"/>
            <a:ext cx="3856679" cy="1453003"/>
          </a:xfrm>
        </p:spPr>
        <p:txBody>
          <a:bodyPr rtlCol="0"/>
          <a:lstStyle>
            <a:lvl1pPr algn="ctr">
              <a:defRPr/>
            </a:lvl1pPr>
          </a:lstStyle>
          <a:p>
            <a:pPr rtl="0"/>
            <a:r>
              <a:rPr lang="pl-PL" noProof="0"/>
              <a:t>Kliknij, aby edytować styl wzorca tytułu</a:t>
            </a:r>
          </a:p>
        </p:txBody>
      </p:sp>
      <p:cxnSp>
        <p:nvCxnSpPr>
          <p:cNvPr id="91" name="Łącznik prosty 90">
            <a:extLst>
              <a:ext uri="{FF2B5EF4-FFF2-40B4-BE49-F238E27FC236}">
                <a16:creationId xmlns:a16="http://schemas.microsoft.com/office/drawing/2014/main" id="{A3805DED-0C97-4EF7-B1E1-0E016E053719}"/>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2179125" y="242814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03" name="Zawartość — symbol zastępczy 2">
            <a:extLst>
              <a:ext uri="{FF2B5EF4-FFF2-40B4-BE49-F238E27FC236}">
                <a16:creationId xmlns:a16="http://schemas.microsoft.com/office/drawing/2014/main" id="{E4838519-F7BD-42C9-BDE6-B4D6DF7E1175}"/>
              </a:ext>
            </a:extLst>
          </p:cNvPr>
          <p:cNvSpPr>
            <a:spLocks noGrp="1"/>
          </p:cNvSpPr>
          <p:nvPr>
            <p:ph idx="13" hasCustomPrompt="1"/>
          </p:nvPr>
        </p:nvSpPr>
        <p:spPr>
          <a:xfrm>
            <a:off x="907606" y="2877018"/>
            <a:ext cx="3060000" cy="2938561"/>
          </a:xfrm>
        </p:spPr>
        <p:txBody>
          <a:bodyPr rtlCol="0">
            <a:normAutofit/>
          </a:bodyPr>
          <a:lstStyle>
            <a:lvl1pPr algn="ctr">
              <a:defRPr/>
            </a:lvl1pPr>
          </a:lstStyle>
          <a:p>
            <a:pPr marL="0" indent="0" algn="ctr" rtl="0">
              <a:buNone/>
            </a:pPr>
            <a:r>
              <a:rPr lang="pl-PL" noProof="0"/>
              <a:t>Kliknij, aby edytować styl wzorca tekstu</a:t>
            </a:r>
          </a:p>
        </p:txBody>
      </p:sp>
      <p:sp>
        <p:nvSpPr>
          <p:cNvPr id="3" name="Data — symbol zastępczy 2">
            <a:extLst>
              <a:ext uri="{FF2B5EF4-FFF2-40B4-BE49-F238E27FC236}">
                <a16:creationId xmlns:a16="http://schemas.microsoft.com/office/drawing/2014/main" id="{AEFFE053-BB16-4940-B248-2D496BB29975}"/>
              </a:ext>
            </a:extLst>
          </p:cNvPr>
          <p:cNvSpPr>
            <a:spLocks noGrp="1"/>
          </p:cNvSpPr>
          <p:nvPr>
            <p:ph type="dt" sz="half" idx="10"/>
          </p:nvPr>
        </p:nvSpPr>
        <p:spPr>
          <a:xfrm>
            <a:off x="450000" y="6357168"/>
            <a:ext cx="1480400" cy="461665"/>
          </a:xfrm>
        </p:spPr>
        <p:txBody>
          <a:bodyPr rtlCol="0"/>
          <a:lstStyle>
            <a:lvl1pPr>
              <a:defRPr/>
            </a:lvl1pPr>
          </a:lstStyle>
          <a:p>
            <a:pPr rtl="0"/>
            <a:r>
              <a:rPr lang="pl-PL" noProof="0"/>
              <a:t>20XX</a:t>
            </a:r>
          </a:p>
        </p:txBody>
      </p:sp>
      <p:sp>
        <p:nvSpPr>
          <p:cNvPr id="4" name="Stopka — symbol zastępczy 3">
            <a:extLst>
              <a:ext uri="{FF2B5EF4-FFF2-40B4-BE49-F238E27FC236}">
                <a16:creationId xmlns:a16="http://schemas.microsoft.com/office/drawing/2014/main" id="{31FBD80C-6CA1-42DB-B732-4807A27DA8C7}"/>
              </a:ext>
            </a:extLst>
          </p:cNvPr>
          <p:cNvSpPr>
            <a:spLocks noGrp="1"/>
          </p:cNvSpPr>
          <p:nvPr>
            <p:ph type="ftr" sz="quarter" idx="11"/>
          </p:nvPr>
        </p:nvSpPr>
        <p:spPr>
          <a:xfrm>
            <a:off x="1996947" y="6357600"/>
            <a:ext cx="6683376" cy="460800"/>
          </a:xfrm>
        </p:spPr>
        <p:txBody>
          <a:bodyPr rtlCol="0"/>
          <a:lstStyle>
            <a:lvl1pPr algn="l">
              <a:defRPr/>
            </a:lvl1pPr>
          </a:lstStyle>
          <a:p>
            <a:pPr rtl="0"/>
            <a:endParaRPr lang="pl-PL" noProof="0"/>
          </a:p>
        </p:txBody>
      </p:sp>
      <p:sp>
        <p:nvSpPr>
          <p:cNvPr id="9" name="Obraz — symbol zastępczy 8">
            <a:extLst>
              <a:ext uri="{FF2B5EF4-FFF2-40B4-BE49-F238E27FC236}">
                <a16:creationId xmlns:a16="http://schemas.microsoft.com/office/drawing/2014/main" id="{EF1A84F6-2D30-446A-9D91-44FBCB825679}"/>
              </a:ext>
            </a:extLst>
          </p:cNvPr>
          <p:cNvSpPr>
            <a:spLocks noGrp="1"/>
          </p:cNvSpPr>
          <p:nvPr>
            <p:ph type="pic" sz="quarter" idx="14"/>
          </p:nvPr>
        </p:nvSpPr>
        <p:spPr>
          <a:xfrm>
            <a:off x="4979987" y="0"/>
            <a:ext cx="7212013" cy="6858000"/>
          </a:xfrm>
        </p:spPr>
        <p:txBody>
          <a:bodyPr rtlCol="0"/>
          <a:lstStyle/>
          <a:p>
            <a:pPr rtl="0"/>
            <a:r>
              <a:rPr lang="pl-PL" noProof="0"/>
              <a:t>Kliknij ikonę, aby dodać obraz</a:t>
            </a:r>
          </a:p>
        </p:txBody>
      </p:sp>
      <p:sp>
        <p:nvSpPr>
          <p:cNvPr id="5" name="Numer slajdu — symbol zastępczy 4">
            <a:extLst>
              <a:ext uri="{FF2B5EF4-FFF2-40B4-BE49-F238E27FC236}">
                <a16:creationId xmlns:a16="http://schemas.microsoft.com/office/drawing/2014/main" id="{B7A9DA86-C177-42C6-90F8-37C6844A2AA8}"/>
              </a:ext>
            </a:extLst>
          </p:cNvPr>
          <p:cNvSpPr>
            <a:spLocks noGrp="1"/>
          </p:cNvSpPr>
          <p:nvPr>
            <p:ph type="sldNum" sz="quarter" idx="12"/>
          </p:nvPr>
        </p:nvSpPr>
        <p:spPr/>
        <p:txBody>
          <a:bodyPr rtlCol="0"/>
          <a:lstStyle/>
          <a:p>
            <a:pPr rtl="0"/>
            <a:fld id="{294A09A9-5501-47C1-A89A-A340965A2BE2}" type="slidenum">
              <a:rPr lang="pl-PL" noProof="0" smtClean="0"/>
              <a:t>‹#›</a:t>
            </a:fld>
            <a:endParaRPr lang="pl-PL" noProof="0"/>
          </a:p>
        </p:txBody>
      </p:sp>
    </p:spTree>
    <p:extLst>
      <p:ext uri="{BB962C8B-B14F-4D97-AF65-F5344CB8AC3E}">
        <p14:creationId xmlns:p14="http://schemas.microsoft.com/office/powerpoint/2010/main" val="4464651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stęp">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033B6B0-54DE-4F2D-84DD-D06CD3B117B4}"/>
              </a:ext>
            </a:extLst>
          </p:cNvPr>
          <p:cNvSpPr>
            <a:spLocks noGrp="1"/>
          </p:cNvSpPr>
          <p:nvPr>
            <p:ph type="title" hasCustomPrompt="1"/>
          </p:nvPr>
        </p:nvSpPr>
        <p:spPr>
          <a:xfrm>
            <a:off x="4056600" y="536573"/>
            <a:ext cx="4078800" cy="1453003"/>
          </a:xfrm>
        </p:spPr>
        <p:txBody>
          <a:bodyPr rtlCol="0"/>
          <a:lstStyle>
            <a:lvl1pPr algn="ctr">
              <a:defRPr/>
            </a:lvl1pPr>
          </a:lstStyle>
          <a:p>
            <a:pPr rtl="0"/>
            <a:r>
              <a:rPr lang="pl-PL" noProof="0"/>
              <a:t>Kliknij, aby edytować styl wzorca tytułu</a:t>
            </a:r>
          </a:p>
        </p:txBody>
      </p:sp>
      <p:sp>
        <p:nvSpPr>
          <p:cNvPr id="95" name="Tekst — symbol zastępczy 94">
            <a:extLst>
              <a:ext uri="{FF2B5EF4-FFF2-40B4-BE49-F238E27FC236}">
                <a16:creationId xmlns:a16="http://schemas.microsoft.com/office/drawing/2014/main" id="{376C93AE-577A-4E39-B37B-F54DD619E8E9}"/>
              </a:ext>
            </a:extLst>
          </p:cNvPr>
          <p:cNvSpPr>
            <a:spLocks noGrp="1"/>
          </p:cNvSpPr>
          <p:nvPr>
            <p:ph type="body" sz="quarter" idx="13" hasCustomPrompt="1"/>
          </p:nvPr>
        </p:nvSpPr>
        <p:spPr>
          <a:xfrm>
            <a:off x="3686175" y="2876550"/>
            <a:ext cx="4819650" cy="2875321"/>
          </a:xfrm>
        </p:spPr>
        <p:txBody>
          <a:bodyPr rtlCol="0">
            <a:normAutofit/>
          </a:bodyPr>
          <a:lstStyle>
            <a:lvl1pPr marL="0" indent="0" algn="ctr">
              <a:buNone/>
              <a:defRPr sz="1600" baseline="0"/>
            </a:lvl1pPr>
            <a:lvl2pPr marL="360000" indent="0" algn="ctr">
              <a:buFont typeface="Arial" panose="020B0604020202020204" pitchFamily="34" charset="0"/>
              <a:buNone/>
              <a:defRPr/>
            </a:lvl2pPr>
            <a:lvl3pPr marL="720000" indent="0" algn="ctr">
              <a:buNone/>
              <a:defRPr/>
            </a:lvl3pPr>
            <a:lvl4pPr marL="1080000" indent="0" algn="ctr">
              <a:buFont typeface="Arial" panose="020B0604020202020204" pitchFamily="34" charset="0"/>
              <a:buNone/>
              <a:defRPr/>
            </a:lvl4pPr>
            <a:lvl5pPr marL="1440000" indent="0" algn="ctr">
              <a:buNone/>
              <a:defRPr/>
            </a:lvl5pPr>
          </a:lstStyle>
          <a:p>
            <a:pPr lvl="0" rtl="0"/>
            <a:r>
              <a:rPr lang="pl-PL" noProof="0"/>
              <a:t>Kliknij, aby dodać tekst</a:t>
            </a:r>
          </a:p>
        </p:txBody>
      </p:sp>
      <p:sp>
        <p:nvSpPr>
          <p:cNvPr id="3" name="Data — symbol zastępczy 2">
            <a:extLst>
              <a:ext uri="{FF2B5EF4-FFF2-40B4-BE49-F238E27FC236}">
                <a16:creationId xmlns:a16="http://schemas.microsoft.com/office/drawing/2014/main" id="{AEFFE053-BB16-4940-B248-2D496BB29975}"/>
              </a:ext>
            </a:extLst>
          </p:cNvPr>
          <p:cNvSpPr>
            <a:spLocks noGrp="1"/>
          </p:cNvSpPr>
          <p:nvPr>
            <p:ph type="dt" sz="half" idx="10"/>
          </p:nvPr>
        </p:nvSpPr>
        <p:spPr/>
        <p:txBody>
          <a:bodyPr rtlCol="0"/>
          <a:lstStyle>
            <a:lvl1pPr>
              <a:defRPr/>
            </a:lvl1pPr>
          </a:lstStyle>
          <a:p>
            <a:pPr rtl="0"/>
            <a:r>
              <a:rPr lang="pl-PL" noProof="0"/>
              <a:t>20XX</a:t>
            </a:r>
          </a:p>
        </p:txBody>
      </p:sp>
      <p:sp>
        <p:nvSpPr>
          <p:cNvPr id="4" name="Stopka — symbol zastępczy 3">
            <a:extLst>
              <a:ext uri="{FF2B5EF4-FFF2-40B4-BE49-F238E27FC236}">
                <a16:creationId xmlns:a16="http://schemas.microsoft.com/office/drawing/2014/main" id="{31FBD80C-6CA1-42DB-B732-4807A27DA8C7}"/>
              </a:ext>
            </a:extLst>
          </p:cNvPr>
          <p:cNvSpPr>
            <a:spLocks noGrp="1"/>
          </p:cNvSpPr>
          <p:nvPr>
            <p:ph type="ftr" sz="quarter" idx="11"/>
          </p:nvPr>
        </p:nvSpPr>
        <p:spPr/>
        <p:txBody>
          <a:bodyPr rtlCol="0"/>
          <a:lstStyle/>
          <a:p>
            <a:pPr rtl="0"/>
            <a:endParaRPr lang="pl-PL" noProof="0"/>
          </a:p>
        </p:txBody>
      </p:sp>
      <p:sp>
        <p:nvSpPr>
          <p:cNvPr id="5" name="Numer slajdu — symbol zastępczy 4">
            <a:extLst>
              <a:ext uri="{FF2B5EF4-FFF2-40B4-BE49-F238E27FC236}">
                <a16:creationId xmlns:a16="http://schemas.microsoft.com/office/drawing/2014/main" id="{B7A9DA86-C177-42C6-90F8-37C6844A2AA8}"/>
              </a:ext>
            </a:extLst>
          </p:cNvPr>
          <p:cNvSpPr>
            <a:spLocks noGrp="1"/>
          </p:cNvSpPr>
          <p:nvPr>
            <p:ph type="sldNum" sz="quarter" idx="12"/>
          </p:nvPr>
        </p:nvSpPr>
        <p:spPr/>
        <p:txBody>
          <a:bodyPr rtlCol="0"/>
          <a:lstStyle/>
          <a:p>
            <a:pPr rtl="0"/>
            <a:fld id="{294A09A9-5501-47C1-A89A-A340965A2BE2}" type="slidenum">
              <a:rPr lang="pl-PL" noProof="0" smtClean="0"/>
              <a:t>‹#›</a:t>
            </a:fld>
            <a:endParaRPr lang="pl-PL" noProof="0"/>
          </a:p>
        </p:txBody>
      </p:sp>
      <p:grpSp>
        <p:nvGrpSpPr>
          <p:cNvPr id="6" name="Grupa 5">
            <a:extLst>
              <a:ext uri="{FF2B5EF4-FFF2-40B4-BE49-F238E27FC236}">
                <a16:creationId xmlns:a16="http://schemas.microsoft.com/office/drawing/2014/main" id="{4DF41F26-BFC3-471C-AEBF-8D613043F8A1}"/>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a:off x="199766" y="716800"/>
            <a:ext cx="3838575" cy="5583025"/>
            <a:chOff x="199766" y="716800"/>
            <a:chExt cx="3838575" cy="5583025"/>
          </a:xfrm>
        </p:grpSpPr>
        <p:grpSp>
          <p:nvGrpSpPr>
            <p:cNvPr id="7" name="Grupa 6">
              <a:extLst>
                <a:ext uri="{FF2B5EF4-FFF2-40B4-BE49-F238E27FC236}">
                  <a16:creationId xmlns:a16="http://schemas.microsoft.com/office/drawing/2014/main" id="{CD3F709F-F0BC-4149-B83C-D6E0B13F9CA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26" name="Freeform 64">
                <a:extLst>
                  <a:ext uri="{FF2B5EF4-FFF2-40B4-BE49-F238E27FC236}">
                    <a16:creationId xmlns:a16="http://schemas.microsoft.com/office/drawing/2014/main" id="{5C5EF830-776D-4D9D-B2AD-E2EF27FE2B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27" name="Freeform 81">
                <a:extLst>
                  <a:ext uri="{FF2B5EF4-FFF2-40B4-BE49-F238E27FC236}">
                    <a16:creationId xmlns:a16="http://schemas.microsoft.com/office/drawing/2014/main" id="{24555386-DD07-47B5-8731-6188F04409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28" name="Freeform 61">
                <a:extLst>
                  <a:ext uri="{FF2B5EF4-FFF2-40B4-BE49-F238E27FC236}">
                    <a16:creationId xmlns:a16="http://schemas.microsoft.com/office/drawing/2014/main" id="{98AACD5A-587D-4523-8687-E39554A9EE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29" name="Freeform 78">
                <a:extLst>
                  <a:ext uri="{FF2B5EF4-FFF2-40B4-BE49-F238E27FC236}">
                    <a16:creationId xmlns:a16="http://schemas.microsoft.com/office/drawing/2014/main" id="{056E6FE3-AE0B-4665-BDC4-C43B088EA3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0" name="Freeform 84">
                <a:extLst>
                  <a:ext uri="{FF2B5EF4-FFF2-40B4-BE49-F238E27FC236}">
                    <a16:creationId xmlns:a16="http://schemas.microsoft.com/office/drawing/2014/main" id="{3341E111-158B-46EB-85CF-76ACE2E63E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1" name="Freeform 87">
                <a:extLst>
                  <a:ext uri="{FF2B5EF4-FFF2-40B4-BE49-F238E27FC236}">
                    <a16:creationId xmlns:a16="http://schemas.microsoft.com/office/drawing/2014/main" id="{B6BAC346-F465-42C1-B326-511CDAAFCD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2" name="Freeform 60">
                <a:extLst>
                  <a:ext uri="{FF2B5EF4-FFF2-40B4-BE49-F238E27FC236}">
                    <a16:creationId xmlns:a16="http://schemas.microsoft.com/office/drawing/2014/main" id="{41EFAE7C-FB00-406B-B543-258ECBA85C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3" name="Freeform 59">
                <a:extLst>
                  <a:ext uri="{FF2B5EF4-FFF2-40B4-BE49-F238E27FC236}">
                    <a16:creationId xmlns:a16="http://schemas.microsoft.com/office/drawing/2014/main" id="{7B8E44F7-B4B5-407F-8CBF-2EF396585A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4" name="Freeform 62">
                <a:extLst>
                  <a:ext uri="{FF2B5EF4-FFF2-40B4-BE49-F238E27FC236}">
                    <a16:creationId xmlns:a16="http://schemas.microsoft.com/office/drawing/2014/main" id="{E5CB4BB7-46DD-4D14-AF85-0E13EFBA6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5" name="Freeform 65">
                <a:extLst>
                  <a:ext uri="{FF2B5EF4-FFF2-40B4-BE49-F238E27FC236}">
                    <a16:creationId xmlns:a16="http://schemas.microsoft.com/office/drawing/2014/main" id="{F7F8EDDC-B124-4CF0-9C0B-036D7E9203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6" name="Freeform 79">
                <a:extLst>
                  <a:ext uri="{FF2B5EF4-FFF2-40B4-BE49-F238E27FC236}">
                    <a16:creationId xmlns:a16="http://schemas.microsoft.com/office/drawing/2014/main" id="{F9979D20-23CA-44BF-94E4-277FAA877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7" name="Freeform 82">
                <a:extLst>
                  <a:ext uri="{FF2B5EF4-FFF2-40B4-BE49-F238E27FC236}">
                    <a16:creationId xmlns:a16="http://schemas.microsoft.com/office/drawing/2014/main" id="{64DA53E4-1E27-44B2-9EA5-375E3D20A7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8" name="Freeform 85">
                <a:extLst>
                  <a:ext uri="{FF2B5EF4-FFF2-40B4-BE49-F238E27FC236}">
                    <a16:creationId xmlns:a16="http://schemas.microsoft.com/office/drawing/2014/main" id="{AF41DBD5-F7CA-43C7-B477-6E93D8DC0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39" name="Freeform 88">
                <a:extLst>
                  <a:ext uri="{FF2B5EF4-FFF2-40B4-BE49-F238E27FC236}">
                    <a16:creationId xmlns:a16="http://schemas.microsoft.com/office/drawing/2014/main" id="{8DE355CC-A733-4109-AC9E-4E5E96E355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nvGrpSpPr>
              <p:cNvPr id="40" name="Grupa 39">
                <a:extLst>
                  <a:ext uri="{FF2B5EF4-FFF2-40B4-BE49-F238E27FC236}">
                    <a16:creationId xmlns:a16="http://schemas.microsoft.com/office/drawing/2014/main" id="{C60E99C1-AC1B-4267-A404-07CA28EA1AA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1" name="Line 63">
                  <a:extLst>
                    <a:ext uri="{FF2B5EF4-FFF2-40B4-BE49-F238E27FC236}">
                      <a16:creationId xmlns:a16="http://schemas.microsoft.com/office/drawing/2014/main" id="{46BA754B-AF8C-4E32-B5D4-BD2CA1341E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2" name="Line 66">
                  <a:extLst>
                    <a:ext uri="{FF2B5EF4-FFF2-40B4-BE49-F238E27FC236}">
                      <a16:creationId xmlns:a16="http://schemas.microsoft.com/office/drawing/2014/main" id="{AA7154F4-DAA9-42B8-9C79-E7D89EB926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3" name="Line 67">
                  <a:extLst>
                    <a:ext uri="{FF2B5EF4-FFF2-40B4-BE49-F238E27FC236}">
                      <a16:creationId xmlns:a16="http://schemas.microsoft.com/office/drawing/2014/main" id="{CFCCE002-4181-4663-B8B4-5B5CC711B8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4" name="Line 80">
                  <a:extLst>
                    <a:ext uri="{FF2B5EF4-FFF2-40B4-BE49-F238E27FC236}">
                      <a16:creationId xmlns:a16="http://schemas.microsoft.com/office/drawing/2014/main" id="{B3C1286A-A92F-45A8-A144-C4EBF3B8BC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5" name="Line 83">
                  <a:extLst>
                    <a:ext uri="{FF2B5EF4-FFF2-40B4-BE49-F238E27FC236}">
                      <a16:creationId xmlns:a16="http://schemas.microsoft.com/office/drawing/2014/main" id="{31993490-8FCD-4048-A2E8-0A217FF656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6" name="Line 86">
                  <a:extLst>
                    <a:ext uri="{FF2B5EF4-FFF2-40B4-BE49-F238E27FC236}">
                      <a16:creationId xmlns:a16="http://schemas.microsoft.com/office/drawing/2014/main" id="{33AF3440-700A-44B0-A0D1-1E6301F18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47" name="Line 89">
                  <a:extLst>
                    <a:ext uri="{FF2B5EF4-FFF2-40B4-BE49-F238E27FC236}">
                      <a16:creationId xmlns:a16="http://schemas.microsoft.com/office/drawing/2014/main" id="{F17E7CAB-5E29-47AC-91E8-B488D357FB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grpSp>
          <p:nvGrpSpPr>
            <p:cNvPr id="8" name="Grupa 7">
              <a:extLst>
                <a:ext uri="{FF2B5EF4-FFF2-40B4-BE49-F238E27FC236}">
                  <a16:creationId xmlns:a16="http://schemas.microsoft.com/office/drawing/2014/main" id="{D713AE0B-3A03-4CCB-B15E-CAF75D85583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18" name="Grupa 17">
                <a:extLst>
                  <a:ext uri="{FF2B5EF4-FFF2-40B4-BE49-F238E27FC236}">
                    <a16:creationId xmlns:a16="http://schemas.microsoft.com/office/drawing/2014/main" id="{94CC0330-760F-4B4E-BE37-D345B5B2E8E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2" name="Łącznik prosty 21">
                  <a:extLst>
                    <a:ext uri="{FF2B5EF4-FFF2-40B4-BE49-F238E27FC236}">
                      <a16:creationId xmlns:a16="http://schemas.microsoft.com/office/drawing/2014/main" id="{8B6C8306-3715-4107-BA99-68EB308CA19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3" name="Łącznik prosty 22">
                  <a:extLst>
                    <a:ext uri="{FF2B5EF4-FFF2-40B4-BE49-F238E27FC236}">
                      <a16:creationId xmlns:a16="http://schemas.microsoft.com/office/drawing/2014/main" id="{5A4B3797-F2A4-43E3-B8F8-8BC4B0FBDE9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4" name="Rectangle 30">
                  <a:extLst>
                    <a:ext uri="{FF2B5EF4-FFF2-40B4-BE49-F238E27FC236}">
                      <a16:creationId xmlns:a16="http://schemas.microsoft.com/office/drawing/2014/main" id="{BB27766D-84D5-4D02-AE36-3149427B22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latin typeface="Calibri" panose="020F0502020204030204" pitchFamily="34" charset="0"/>
                  </a:endParaRPr>
                </a:p>
              </p:txBody>
            </p:sp>
            <p:sp>
              <p:nvSpPr>
                <p:cNvPr id="25" name="Rectangle 30">
                  <a:extLst>
                    <a:ext uri="{FF2B5EF4-FFF2-40B4-BE49-F238E27FC236}">
                      <a16:creationId xmlns:a16="http://schemas.microsoft.com/office/drawing/2014/main" id="{8F1C8A62-8495-422A-9A73-9C59C603F6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latin typeface="Calibri" panose="020F0502020204030204" pitchFamily="34" charset="0"/>
                  </a:endParaRPr>
                </a:p>
              </p:txBody>
            </p:sp>
          </p:grpSp>
          <p:grpSp>
            <p:nvGrpSpPr>
              <p:cNvPr id="19" name="Grupa 18">
                <a:extLst>
                  <a:ext uri="{FF2B5EF4-FFF2-40B4-BE49-F238E27FC236}">
                    <a16:creationId xmlns:a16="http://schemas.microsoft.com/office/drawing/2014/main" id="{B1CEBFBC-BC6E-4C5F-BEC4-DD2079D8E2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0" name="Freeform: Shape 19">
                  <a:extLst>
                    <a:ext uri="{FF2B5EF4-FFF2-40B4-BE49-F238E27FC236}">
                      <a16:creationId xmlns:a16="http://schemas.microsoft.com/office/drawing/2014/main" id="{969A298F-AA6C-4139-992B-E27C085461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solidFill>
                      <a:schemeClr val="tx1"/>
                    </a:solidFill>
                    <a:latin typeface="Calibri" panose="020F0502020204030204" pitchFamily="34" charset="0"/>
                  </a:endParaRPr>
                </a:p>
              </p:txBody>
            </p:sp>
            <p:sp>
              <p:nvSpPr>
                <p:cNvPr id="21" name="Freeform: Shape 20">
                  <a:extLst>
                    <a:ext uri="{FF2B5EF4-FFF2-40B4-BE49-F238E27FC236}">
                      <a16:creationId xmlns:a16="http://schemas.microsoft.com/office/drawing/2014/main" id="{972AA363-33A2-4979-9DE5-9FA8ACADE0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solidFill>
                      <a:schemeClr val="tx1"/>
                    </a:solidFill>
                    <a:latin typeface="Calibri" panose="020F0502020204030204" pitchFamily="34" charset="0"/>
                  </a:endParaRPr>
                </a:p>
              </p:txBody>
            </p:sp>
          </p:grpSp>
        </p:grpSp>
        <p:grpSp>
          <p:nvGrpSpPr>
            <p:cNvPr id="9" name="Grupa 8">
              <a:extLst>
                <a:ext uri="{FF2B5EF4-FFF2-40B4-BE49-F238E27FC236}">
                  <a16:creationId xmlns:a16="http://schemas.microsoft.com/office/drawing/2014/main" id="{A3822750-6B8C-4F83-9CAD-F924EF49378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10" name="Grupa 9">
                <a:extLst>
                  <a:ext uri="{FF2B5EF4-FFF2-40B4-BE49-F238E27FC236}">
                    <a16:creationId xmlns:a16="http://schemas.microsoft.com/office/drawing/2014/main" id="{58523E1A-71CD-4B09-A4F4-07F86003B4A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15" name="Freeform 68">
                  <a:extLst>
                    <a:ext uri="{FF2B5EF4-FFF2-40B4-BE49-F238E27FC236}">
                      <a16:creationId xmlns:a16="http://schemas.microsoft.com/office/drawing/2014/main" id="{169972B1-6443-4F74-80F9-BB4943CD30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16" name="Freeform 69">
                  <a:extLst>
                    <a:ext uri="{FF2B5EF4-FFF2-40B4-BE49-F238E27FC236}">
                      <a16:creationId xmlns:a16="http://schemas.microsoft.com/office/drawing/2014/main" id="{EB69F32F-40CA-458E-B833-E909ADFDD9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17" name="Line 70">
                  <a:extLst>
                    <a:ext uri="{FF2B5EF4-FFF2-40B4-BE49-F238E27FC236}">
                      <a16:creationId xmlns:a16="http://schemas.microsoft.com/office/drawing/2014/main" id="{5B2FEC36-803B-49C9-8313-D558457B25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nvGrpSpPr>
              <p:cNvPr id="11" name="Grupa 10">
                <a:extLst>
                  <a:ext uri="{FF2B5EF4-FFF2-40B4-BE49-F238E27FC236}">
                    <a16:creationId xmlns:a16="http://schemas.microsoft.com/office/drawing/2014/main" id="{5178F1E3-F49B-4E7A-BA5C-B2BFD9A636E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12" name="Freeform 68">
                  <a:extLst>
                    <a:ext uri="{FF2B5EF4-FFF2-40B4-BE49-F238E27FC236}">
                      <a16:creationId xmlns:a16="http://schemas.microsoft.com/office/drawing/2014/main" id="{9F18055A-6D8B-4373-A010-59AE8C813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13" name="Freeform 69">
                  <a:extLst>
                    <a:ext uri="{FF2B5EF4-FFF2-40B4-BE49-F238E27FC236}">
                      <a16:creationId xmlns:a16="http://schemas.microsoft.com/office/drawing/2014/main" id="{2612E838-0F14-4DE7-AD23-6A83078511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14" name="Line 70">
                  <a:extLst>
                    <a:ext uri="{FF2B5EF4-FFF2-40B4-BE49-F238E27FC236}">
                      <a16:creationId xmlns:a16="http://schemas.microsoft.com/office/drawing/2014/main" id="{AF3F8EED-B567-43E0-8B31-5A5E7AFB2D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grpSp>
      <p:grpSp>
        <p:nvGrpSpPr>
          <p:cNvPr id="48" name="Grupa 47">
            <a:extLst>
              <a:ext uri="{FF2B5EF4-FFF2-40B4-BE49-F238E27FC236}">
                <a16:creationId xmlns:a16="http://schemas.microsoft.com/office/drawing/2014/main" id="{952B8C31-9649-4E69-B31C-D77394EE2339}"/>
              </a:ext>
              <a:ext uri="{C183D7F6-B498-43B3-948B-1728B52AA6E4}">
                <adec:decorative xmlns:adec="http://schemas.microsoft.com/office/drawing/2017/decorative" val="1"/>
              </a:ext>
            </a:extLst>
          </p:cNvPr>
          <p:cNvGrpSpPr>
            <a:grpSpLocks noGrp="1" noUngrp="1" noRot="1" noChangeAspect="1" noMove="1" noResize="1"/>
          </p:cNvGrpSpPr>
          <p:nvPr userDrawn="1">
            <p:extLst>
              <p:ext uri="{386F3935-93C4-4BCD-93E2-E3B085C9AB24}">
                <p16:designElem xmlns:p16="http://schemas.microsoft.com/office/powerpoint/2015/main" val="1"/>
              </p:ext>
            </p:extLst>
          </p:nvPr>
        </p:nvGrpSpPr>
        <p:grpSpPr>
          <a:xfrm flipH="1">
            <a:off x="8153659" y="716800"/>
            <a:ext cx="3838575" cy="5583025"/>
            <a:chOff x="199766" y="716800"/>
            <a:chExt cx="3838575" cy="5583025"/>
          </a:xfrm>
        </p:grpSpPr>
        <p:grpSp>
          <p:nvGrpSpPr>
            <p:cNvPr id="49" name="Grupa 48">
              <a:extLst>
                <a:ext uri="{FF2B5EF4-FFF2-40B4-BE49-F238E27FC236}">
                  <a16:creationId xmlns:a16="http://schemas.microsoft.com/office/drawing/2014/main" id="{269D1249-EDCC-41AC-BA08-E670FB4E338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68" name="Freeform 64">
                <a:extLst>
                  <a:ext uri="{FF2B5EF4-FFF2-40B4-BE49-F238E27FC236}">
                    <a16:creationId xmlns:a16="http://schemas.microsoft.com/office/drawing/2014/main" id="{EA5EA6EB-846A-4897-AE83-5BDD96A4F2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69" name="Freeform 81">
                <a:extLst>
                  <a:ext uri="{FF2B5EF4-FFF2-40B4-BE49-F238E27FC236}">
                    <a16:creationId xmlns:a16="http://schemas.microsoft.com/office/drawing/2014/main" id="{185EF0DB-BE87-4CDD-823B-E665113797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0" name="Freeform 61">
                <a:extLst>
                  <a:ext uri="{FF2B5EF4-FFF2-40B4-BE49-F238E27FC236}">
                    <a16:creationId xmlns:a16="http://schemas.microsoft.com/office/drawing/2014/main" id="{9AC9E234-4400-46EB-92D7-9B53A68B91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1" name="Freeform 78">
                <a:extLst>
                  <a:ext uri="{FF2B5EF4-FFF2-40B4-BE49-F238E27FC236}">
                    <a16:creationId xmlns:a16="http://schemas.microsoft.com/office/drawing/2014/main" id="{A0C06F74-3085-4BB3-9758-D97415975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2" name="Freeform 84">
                <a:extLst>
                  <a:ext uri="{FF2B5EF4-FFF2-40B4-BE49-F238E27FC236}">
                    <a16:creationId xmlns:a16="http://schemas.microsoft.com/office/drawing/2014/main" id="{9EA54D9F-32B0-4B48-B93A-B5A9E3DC6B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3" name="Freeform 87">
                <a:extLst>
                  <a:ext uri="{FF2B5EF4-FFF2-40B4-BE49-F238E27FC236}">
                    <a16:creationId xmlns:a16="http://schemas.microsoft.com/office/drawing/2014/main" id="{3858A715-B583-4779-A1D2-86822F2CB8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4" name="Freeform 60">
                <a:extLst>
                  <a:ext uri="{FF2B5EF4-FFF2-40B4-BE49-F238E27FC236}">
                    <a16:creationId xmlns:a16="http://schemas.microsoft.com/office/drawing/2014/main" id="{ECAE61B9-0396-4F89-85E9-EB174D639A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5" name="Freeform 59">
                <a:extLst>
                  <a:ext uri="{FF2B5EF4-FFF2-40B4-BE49-F238E27FC236}">
                    <a16:creationId xmlns:a16="http://schemas.microsoft.com/office/drawing/2014/main" id="{46E4F030-726A-40ED-810F-C9F2379183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6" name="Freeform 62">
                <a:extLst>
                  <a:ext uri="{FF2B5EF4-FFF2-40B4-BE49-F238E27FC236}">
                    <a16:creationId xmlns:a16="http://schemas.microsoft.com/office/drawing/2014/main" id="{B3148C64-AE70-4F9D-B6CE-5C92B9922B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7" name="Freeform 65">
                <a:extLst>
                  <a:ext uri="{FF2B5EF4-FFF2-40B4-BE49-F238E27FC236}">
                    <a16:creationId xmlns:a16="http://schemas.microsoft.com/office/drawing/2014/main" id="{78C97992-BC56-40D7-A639-3D314871C8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8" name="Freeform 79">
                <a:extLst>
                  <a:ext uri="{FF2B5EF4-FFF2-40B4-BE49-F238E27FC236}">
                    <a16:creationId xmlns:a16="http://schemas.microsoft.com/office/drawing/2014/main" id="{469CAD99-0EFE-4B8E-922B-0C2BCFFD5D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79" name="Freeform 82">
                <a:extLst>
                  <a:ext uri="{FF2B5EF4-FFF2-40B4-BE49-F238E27FC236}">
                    <a16:creationId xmlns:a16="http://schemas.microsoft.com/office/drawing/2014/main" id="{1D00B441-E5A3-4411-9B05-8E09BFF62D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0" name="Freeform 85">
                <a:extLst>
                  <a:ext uri="{FF2B5EF4-FFF2-40B4-BE49-F238E27FC236}">
                    <a16:creationId xmlns:a16="http://schemas.microsoft.com/office/drawing/2014/main" id="{3FFE4E0B-A703-4655-B55F-44B3A3902F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1" name="Freeform 88">
                <a:extLst>
                  <a:ext uri="{FF2B5EF4-FFF2-40B4-BE49-F238E27FC236}">
                    <a16:creationId xmlns:a16="http://schemas.microsoft.com/office/drawing/2014/main" id="{F19632C2-B953-4CD1-9EAA-5C1FEA3EFD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nvGrpSpPr>
              <p:cNvPr id="82" name="Grupa 81">
                <a:extLst>
                  <a:ext uri="{FF2B5EF4-FFF2-40B4-BE49-F238E27FC236}">
                    <a16:creationId xmlns:a16="http://schemas.microsoft.com/office/drawing/2014/main" id="{DBDC3951-9E4C-4062-9B43-3038D9058A6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83" name="Line 63">
                  <a:extLst>
                    <a:ext uri="{FF2B5EF4-FFF2-40B4-BE49-F238E27FC236}">
                      <a16:creationId xmlns:a16="http://schemas.microsoft.com/office/drawing/2014/main" id="{2764EF0E-A104-46C9-B242-778009E49E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4" name="Line 66">
                  <a:extLst>
                    <a:ext uri="{FF2B5EF4-FFF2-40B4-BE49-F238E27FC236}">
                      <a16:creationId xmlns:a16="http://schemas.microsoft.com/office/drawing/2014/main" id="{D0A8B652-41E0-456C-9C9F-1F0EC00891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5" name="Line 67">
                  <a:extLst>
                    <a:ext uri="{FF2B5EF4-FFF2-40B4-BE49-F238E27FC236}">
                      <a16:creationId xmlns:a16="http://schemas.microsoft.com/office/drawing/2014/main" id="{802E547A-C876-460C-B6A4-BCE8D39DA0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6" name="Line 80">
                  <a:extLst>
                    <a:ext uri="{FF2B5EF4-FFF2-40B4-BE49-F238E27FC236}">
                      <a16:creationId xmlns:a16="http://schemas.microsoft.com/office/drawing/2014/main" id="{00363E6C-7B8D-4E1D-A93E-E73306E130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7" name="Line 83">
                  <a:extLst>
                    <a:ext uri="{FF2B5EF4-FFF2-40B4-BE49-F238E27FC236}">
                      <a16:creationId xmlns:a16="http://schemas.microsoft.com/office/drawing/2014/main" id="{206E174F-B8D0-4FFD-A1B5-56BFC5CCE9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8" name="Line 86">
                  <a:extLst>
                    <a:ext uri="{FF2B5EF4-FFF2-40B4-BE49-F238E27FC236}">
                      <a16:creationId xmlns:a16="http://schemas.microsoft.com/office/drawing/2014/main" id="{3A10191E-76B5-4841-B32D-0DF6EAB639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89" name="Line 89">
                  <a:extLst>
                    <a:ext uri="{FF2B5EF4-FFF2-40B4-BE49-F238E27FC236}">
                      <a16:creationId xmlns:a16="http://schemas.microsoft.com/office/drawing/2014/main" id="{CF67EF0B-5FE7-4D99-8B38-95B1706F07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grpSp>
          <p:nvGrpSpPr>
            <p:cNvPr id="50" name="Grupa 49">
              <a:extLst>
                <a:ext uri="{FF2B5EF4-FFF2-40B4-BE49-F238E27FC236}">
                  <a16:creationId xmlns:a16="http://schemas.microsoft.com/office/drawing/2014/main" id="{0B39CF0F-2997-4D96-8F17-211C97D87DB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60" name="Grupa 59">
                <a:extLst>
                  <a:ext uri="{FF2B5EF4-FFF2-40B4-BE49-F238E27FC236}">
                    <a16:creationId xmlns:a16="http://schemas.microsoft.com/office/drawing/2014/main" id="{6408937D-7FFE-4D6C-AF79-1F60035CC7C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64" name="Łącznik prosty 63">
                  <a:extLst>
                    <a:ext uri="{FF2B5EF4-FFF2-40B4-BE49-F238E27FC236}">
                      <a16:creationId xmlns:a16="http://schemas.microsoft.com/office/drawing/2014/main" id="{749AA60A-BD5D-4647-AE8A-DF411C654BD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5" name="Łącznik prosty 64">
                  <a:extLst>
                    <a:ext uri="{FF2B5EF4-FFF2-40B4-BE49-F238E27FC236}">
                      <a16:creationId xmlns:a16="http://schemas.microsoft.com/office/drawing/2014/main" id="{3F335D2B-768D-4700-A35C-F54A7BD352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66" name="Rectangle 30">
                  <a:extLst>
                    <a:ext uri="{FF2B5EF4-FFF2-40B4-BE49-F238E27FC236}">
                      <a16:creationId xmlns:a16="http://schemas.microsoft.com/office/drawing/2014/main" id="{B6F1EDEE-EDB1-4759-9339-8F60B631A3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latin typeface="Calibri" panose="020F0502020204030204" pitchFamily="34" charset="0"/>
                  </a:endParaRPr>
                </a:p>
              </p:txBody>
            </p:sp>
            <p:sp>
              <p:nvSpPr>
                <p:cNvPr id="67" name="Rectangle 30">
                  <a:extLst>
                    <a:ext uri="{FF2B5EF4-FFF2-40B4-BE49-F238E27FC236}">
                      <a16:creationId xmlns:a16="http://schemas.microsoft.com/office/drawing/2014/main" id="{305D4D3B-BD5E-44BE-BE6A-4C91845930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latin typeface="Calibri" panose="020F0502020204030204" pitchFamily="34" charset="0"/>
                  </a:endParaRPr>
                </a:p>
              </p:txBody>
            </p:sp>
          </p:grpSp>
          <p:grpSp>
            <p:nvGrpSpPr>
              <p:cNvPr id="61" name="Grupa 60">
                <a:extLst>
                  <a:ext uri="{FF2B5EF4-FFF2-40B4-BE49-F238E27FC236}">
                    <a16:creationId xmlns:a16="http://schemas.microsoft.com/office/drawing/2014/main" id="{30748E9E-1F8D-4FB9-89D6-F5B35B5049F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62" name="Freeform: Shape 61">
                  <a:extLst>
                    <a:ext uri="{FF2B5EF4-FFF2-40B4-BE49-F238E27FC236}">
                      <a16:creationId xmlns:a16="http://schemas.microsoft.com/office/drawing/2014/main" id="{B56CFFBA-D942-451F-B4E0-133DEA264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solidFill>
                      <a:schemeClr val="tx1"/>
                    </a:solidFill>
                    <a:latin typeface="Calibri" panose="020F0502020204030204" pitchFamily="34" charset="0"/>
                  </a:endParaRPr>
                </a:p>
              </p:txBody>
            </p:sp>
            <p:sp>
              <p:nvSpPr>
                <p:cNvPr id="63" name="Freeform: Shape 62">
                  <a:extLst>
                    <a:ext uri="{FF2B5EF4-FFF2-40B4-BE49-F238E27FC236}">
                      <a16:creationId xmlns:a16="http://schemas.microsoft.com/office/drawing/2014/main" id="{1B25F38B-03B2-435D-82ED-142D2AB4D1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solidFill>
                      <a:schemeClr val="tx1"/>
                    </a:solidFill>
                    <a:latin typeface="Calibri" panose="020F0502020204030204" pitchFamily="34" charset="0"/>
                  </a:endParaRPr>
                </a:p>
              </p:txBody>
            </p:sp>
          </p:grpSp>
        </p:grpSp>
        <p:grpSp>
          <p:nvGrpSpPr>
            <p:cNvPr id="51" name="Grupa 50">
              <a:extLst>
                <a:ext uri="{FF2B5EF4-FFF2-40B4-BE49-F238E27FC236}">
                  <a16:creationId xmlns:a16="http://schemas.microsoft.com/office/drawing/2014/main" id="{E1A0A593-F414-4B02-A355-AC7A50A7E08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52" name="Grupa 51">
                <a:extLst>
                  <a:ext uri="{FF2B5EF4-FFF2-40B4-BE49-F238E27FC236}">
                    <a16:creationId xmlns:a16="http://schemas.microsoft.com/office/drawing/2014/main" id="{1BA06E81-194E-43F2-B418-BF8101EAAE2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57" name="Freeform 68">
                  <a:extLst>
                    <a:ext uri="{FF2B5EF4-FFF2-40B4-BE49-F238E27FC236}">
                      <a16:creationId xmlns:a16="http://schemas.microsoft.com/office/drawing/2014/main" id="{ABE6BF78-8FF2-4595-9072-48ACEBE207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58" name="Freeform 69">
                  <a:extLst>
                    <a:ext uri="{FF2B5EF4-FFF2-40B4-BE49-F238E27FC236}">
                      <a16:creationId xmlns:a16="http://schemas.microsoft.com/office/drawing/2014/main" id="{E182745B-1C12-49AC-97AD-501D806E9F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59" name="Line 70">
                  <a:extLst>
                    <a:ext uri="{FF2B5EF4-FFF2-40B4-BE49-F238E27FC236}">
                      <a16:creationId xmlns:a16="http://schemas.microsoft.com/office/drawing/2014/main" id="{56B38515-A1C4-46D9-AEC6-E55E1CB733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nvGrpSpPr>
              <p:cNvPr id="53" name="Grupa 52">
                <a:extLst>
                  <a:ext uri="{FF2B5EF4-FFF2-40B4-BE49-F238E27FC236}">
                    <a16:creationId xmlns:a16="http://schemas.microsoft.com/office/drawing/2014/main" id="{C9A4424F-2DA0-4E5A-9291-0A5FCE5575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54" name="Freeform 68">
                  <a:extLst>
                    <a:ext uri="{FF2B5EF4-FFF2-40B4-BE49-F238E27FC236}">
                      <a16:creationId xmlns:a16="http://schemas.microsoft.com/office/drawing/2014/main" id="{8609BA22-8E70-41AA-BACA-C9F8A789B2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55" name="Freeform 69">
                  <a:extLst>
                    <a:ext uri="{FF2B5EF4-FFF2-40B4-BE49-F238E27FC236}">
                      <a16:creationId xmlns:a16="http://schemas.microsoft.com/office/drawing/2014/main" id="{C2F49FC5-EFC3-4A02-9782-EC06564A94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sp>
              <p:nvSpPr>
                <p:cNvPr id="56" name="Line 70">
                  <a:extLst>
                    <a:ext uri="{FF2B5EF4-FFF2-40B4-BE49-F238E27FC236}">
                      <a16:creationId xmlns:a16="http://schemas.microsoft.com/office/drawing/2014/main" id="{782187F0-090B-4C65-B604-5DD33B4FF2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en-US" dirty="0">
                    <a:latin typeface="Calibri" panose="020F0502020204030204" pitchFamily="34" charset="0"/>
                  </a:endParaRPr>
                </a:p>
              </p:txBody>
            </p:sp>
          </p:grpSp>
        </p:grpSp>
      </p:grpSp>
      <p:cxnSp>
        <p:nvCxnSpPr>
          <p:cNvPr id="91" name="Łącznik prosty 90">
            <a:extLst>
              <a:ext uri="{FF2B5EF4-FFF2-40B4-BE49-F238E27FC236}">
                <a16:creationId xmlns:a16="http://schemas.microsoft.com/office/drawing/2014/main" id="{A3805DED-0C97-4EF7-B1E1-0E016E053719}"/>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5826000" y="242814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94386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odział sekcji">
    <p:spTree>
      <p:nvGrpSpPr>
        <p:cNvPr id="1" name=""/>
        <p:cNvGrpSpPr/>
        <p:nvPr/>
      </p:nvGrpSpPr>
      <p:grpSpPr>
        <a:xfrm>
          <a:off x="0" y="0"/>
          <a:ext cx="0" cy="0"/>
          <a:chOff x="0" y="0"/>
          <a:chExt cx="0" cy="0"/>
        </a:xfrm>
      </p:grpSpPr>
      <p:sp>
        <p:nvSpPr>
          <p:cNvPr id="18" name="Prostokąt 17">
            <a:extLst>
              <a:ext uri="{FF2B5EF4-FFF2-40B4-BE49-F238E27FC236}">
                <a16:creationId xmlns:a16="http://schemas.microsoft.com/office/drawing/2014/main" id="{07C0FA93-7C0D-4CC0-BB42-DF569688ED82}"/>
              </a:ext>
              <a:ext uri="{C183D7F6-B498-43B3-948B-1728B52AA6E4}">
                <adec:decorative xmlns:adec="http://schemas.microsoft.com/office/drawing/2017/decorative" val="1"/>
              </a:ext>
            </a:extLst>
          </p:cNvPr>
          <p:cNvSpPr/>
          <p:nvPr userDrawn="1">
            <p:extLst>
              <p:ext uri="{386F3935-93C4-4BCD-93E2-E3B085C9AB24}">
                <p16:designElem xmlns:p16="http://schemas.microsoft.com/office/powerpoint/2015/main" val="1"/>
              </p:ext>
            </p:extLst>
          </p:nvPr>
        </p:nvSpPr>
        <p:spPr>
          <a:xfrm>
            <a:off x="6096000" y="0"/>
            <a:ext cx="6096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a:solidFill>
                <a:schemeClr val="bg1">
                  <a:alpha val="20000"/>
                </a:schemeClr>
              </a:solidFill>
              <a:latin typeface="Calibri" panose="020F0502020204030204" pitchFamily="34" charset="0"/>
            </a:endParaRPr>
          </a:p>
        </p:txBody>
      </p:sp>
      <p:sp>
        <p:nvSpPr>
          <p:cNvPr id="2" name="Tytuł 1">
            <a:extLst>
              <a:ext uri="{FF2B5EF4-FFF2-40B4-BE49-F238E27FC236}">
                <a16:creationId xmlns:a16="http://schemas.microsoft.com/office/drawing/2014/main" id="{D033B6B0-54DE-4F2D-84DD-D06CD3B117B4}"/>
              </a:ext>
            </a:extLst>
          </p:cNvPr>
          <p:cNvSpPr>
            <a:spLocks noGrp="1"/>
          </p:cNvSpPr>
          <p:nvPr>
            <p:ph type="title" hasCustomPrompt="1"/>
          </p:nvPr>
        </p:nvSpPr>
        <p:spPr>
          <a:xfrm>
            <a:off x="989400" y="563402"/>
            <a:ext cx="4075200" cy="2058573"/>
          </a:xfrm>
        </p:spPr>
        <p:txBody>
          <a:bodyPr rtlCol="0">
            <a:noAutofit/>
          </a:bodyPr>
          <a:lstStyle>
            <a:lvl1pPr algn="ctr">
              <a:defRPr sz="3200"/>
            </a:lvl1pPr>
          </a:lstStyle>
          <a:p>
            <a:pPr rtl="0"/>
            <a:r>
              <a:rPr lang="pl-PL" noProof="0"/>
              <a:t>Kliknij, aby edytować styl wzorca tytułu</a:t>
            </a:r>
          </a:p>
        </p:txBody>
      </p:sp>
      <p:sp>
        <p:nvSpPr>
          <p:cNvPr id="20" name="Podtytuł 7">
            <a:extLst>
              <a:ext uri="{FF2B5EF4-FFF2-40B4-BE49-F238E27FC236}">
                <a16:creationId xmlns:a16="http://schemas.microsoft.com/office/drawing/2014/main" id="{C2777538-58E6-494C-A27B-B70346B0F395}"/>
              </a:ext>
            </a:extLst>
          </p:cNvPr>
          <p:cNvSpPr>
            <a:spLocks noGrp="1"/>
          </p:cNvSpPr>
          <p:nvPr>
            <p:ph type="subTitle" idx="1" hasCustomPrompt="1"/>
          </p:nvPr>
        </p:nvSpPr>
        <p:spPr>
          <a:xfrm>
            <a:off x="990000" y="4248000"/>
            <a:ext cx="4075200" cy="1520975"/>
          </a:xfrm>
        </p:spPr>
        <p:txBody>
          <a:bodyPr rtlCol="0">
            <a:normAutofit/>
          </a:bodyPr>
          <a:lstStyle>
            <a:lvl1pPr marL="0" indent="0" algn="ctr">
              <a:buNone/>
              <a:defRPr/>
            </a:lvl1pPr>
          </a:lstStyle>
          <a:p>
            <a:pPr rtl="0"/>
            <a:r>
              <a:rPr lang="pl-PL" noProof="0"/>
              <a:t>Podtytuł</a:t>
            </a:r>
          </a:p>
        </p:txBody>
      </p:sp>
      <p:sp>
        <p:nvSpPr>
          <p:cNvPr id="24" name="Obraz — symbol zastępczy 23">
            <a:extLst>
              <a:ext uri="{FF2B5EF4-FFF2-40B4-BE49-F238E27FC236}">
                <a16:creationId xmlns:a16="http://schemas.microsoft.com/office/drawing/2014/main" id="{C9D32952-2D0C-4A3E-9354-E014C717894E}"/>
              </a:ext>
            </a:extLst>
          </p:cNvPr>
          <p:cNvSpPr>
            <a:spLocks noGrp="1"/>
          </p:cNvSpPr>
          <p:nvPr>
            <p:ph type="pic" sz="quarter" idx="13"/>
          </p:nvPr>
        </p:nvSpPr>
        <p:spPr>
          <a:xfrm>
            <a:off x="6654800" y="563563"/>
            <a:ext cx="4995863" cy="2706687"/>
          </a:xfrm>
        </p:spPr>
        <p:txBody>
          <a:bodyPr rtlCol="0"/>
          <a:lstStyle/>
          <a:p>
            <a:pPr rtl="0"/>
            <a:r>
              <a:rPr lang="pl-PL" noProof="0"/>
              <a:t>Kliknij ikonę, aby dodać obraz</a:t>
            </a:r>
          </a:p>
        </p:txBody>
      </p:sp>
      <p:sp>
        <p:nvSpPr>
          <p:cNvPr id="26" name="Obraz — symbol zastępczy 25">
            <a:extLst>
              <a:ext uri="{FF2B5EF4-FFF2-40B4-BE49-F238E27FC236}">
                <a16:creationId xmlns:a16="http://schemas.microsoft.com/office/drawing/2014/main" id="{92FA415D-7F98-4C81-A18F-A114BF021CC5}"/>
              </a:ext>
            </a:extLst>
          </p:cNvPr>
          <p:cNvSpPr>
            <a:spLocks noGrp="1"/>
          </p:cNvSpPr>
          <p:nvPr>
            <p:ph type="pic" sz="quarter" idx="14"/>
          </p:nvPr>
        </p:nvSpPr>
        <p:spPr>
          <a:xfrm>
            <a:off x="6654800" y="3587750"/>
            <a:ext cx="4995863" cy="2698750"/>
          </a:xfrm>
        </p:spPr>
        <p:txBody>
          <a:bodyPr rtlCol="0"/>
          <a:lstStyle/>
          <a:p>
            <a:pPr rtl="0"/>
            <a:r>
              <a:rPr lang="pl-PL" noProof="0"/>
              <a:t>Kliknij ikonę, aby dodać obraz</a:t>
            </a:r>
          </a:p>
        </p:txBody>
      </p:sp>
      <p:grpSp>
        <p:nvGrpSpPr>
          <p:cNvPr id="6" name="Grupa 5">
            <a:extLst>
              <a:ext uri="{FF2B5EF4-FFF2-40B4-BE49-F238E27FC236}">
                <a16:creationId xmlns:a16="http://schemas.microsoft.com/office/drawing/2014/main" id="{36D3DA45-FD99-405B-8BF9-260DD97C0D4F}"/>
              </a:ext>
              <a:ext uri="{C183D7F6-B498-43B3-948B-1728B52AA6E4}">
                <adec:decorative xmlns:adec="http://schemas.microsoft.com/office/drawing/2017/decorative" val="1"/>
              </a:ext>
            </a:extLst>
          </p:cNvPr>
          <p:cNvGrpSpPr/>
          <p:nvPr userDrawn="1">
            <p:extLst>
              <p:ext uri="{386F3935-93C4-4BCD-93E2-E3B085C9AB24}">
                <p16:designElem xmlns:p16="http://schemas.microsoft.com/office/powerpoint/2015/main" val="1"/>
              </p:ext>
            </p:extLst>
          </p:nvPr>
        </p:nvGrpSpPr>
        <p:grpSpPr>
          <a:xfrm>
            <a:off x="1919525" y="2840038"/>
            <a:ext cx="2216150" cy="1177924"/>
            <a:chOff x="4987925" y="2840038"/>
            <a:chExt cx="2216150" cy="1177924"/>
          </a:xfrm>
        </p:grpSpPr>
        <p:sp>
          <p:nvSpPr>
            <p:cNvPr id="7" name="Rectangle 6">
              <a:extLst>
                <a:ext uri="{FF2B5EF4-FFF2-40B4-BE49-F238E27FC236}">
                  <a16:creationId xmlns:a16="http://schemas.microsoft.com/office/drawing/2014/main" id="{C5C2A03C-F372-4C6D-929D-FD97AD4396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a:latin typeface="Calibri" panose="020F0502020204030204" pitchFamily="34" charset="0"/>
              </a:endParaRPr>
            </a:p>
          </p:txBody>
        </p:sp>
        <p:grpSp>
          <p:nvGrpSpPr>
            <p:cNvPr id="8" name="Grupa 7">
              <a:extLst>
                <a:ext uri="{FF2B5EF4-FFF2-40B4-BE49-F238E27FC236}">
                  <a16:creationId xmlns:a16="http://schemas.microsoft.com/office/drawing/2014/main" id="{E8FEDBB3-0BD6-41BC-BB57-9FEC2E96C0F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9" name="Grupa 8">
                <a:extLst>
                  <a:ext uri="{FF2B5EF4-FFF2-40B4-BE49-F238E27FC236}">
                    <a16:creationId xmlns:a16="http://schemas.microsoft.com/office/drawing/2014/main" id="{7D12B81D-3F14-4DA1-BECA-669824832A0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14" name="Freeform 68">
                  <a:extLst>
                    <a:ext uri="{FF2B5EF4-FFF2-40B4-BE49-F238E27FC236}">
                      <a16:creationId xmlns:a16="http://schemas.microsoft.com/office/drawing/2014/main" id="{EA11E57D-88DD-4899-907A-2A5772002FE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15" name="Freeform 69">
                  <a:extLst>
                    <a:ext uri="{FF2B5EF4-FFF2-40B4-BE49-F238E27FC236}">
                      <a16:creationId xmlns:a16="http://schemas.microsoft.com/office/drawing/2014/main" id="{7A5AEE18-30A4-4777-975F-02D107A171B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16" name="Line 70">
                  <a:extLst>
                    <a:ext uri="{FF2B5EF4-FFF2-40B4-BE49-F238E27FC236}">
                      <a16:creationId xmlns:a16="http://schemas.microsoft.com/office/drawing/2014/main" id="{39EA21FB-AE36-478E-9770-CB8428143903}"/>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grpSp>
          <p:grpSp>
            <p:nvGrpSpPr>
              <p:cNvPr id="10" name="Grupa 9">
                <a:extLst>
                  <a:ext uri="{FF2B5EF4-FFF2-40B4-BE49-F238E27FC236}">
                    <a16:creationId xmlns:a16="http://schemas.microsoft.com/office/drawing/2014/main" id="{BC45D5C4-2D3A-4F84-BED1-D9B75234B075}"/>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11" name="Freeform 68">
                  <a:extLst>
                    <a:ext uri="{FF2B5EF4-FFF2-40B4-BE49-F238E27FC236}">
                      <a16:creationId xmlns:a16="http://schemas.microsoft.com/office/drawing/2014/main" id="{259762E8-7432-4501-9FE5-92B04D37C76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12" name="Freeform 69">
                  <a:extLst>
                    <a:ext uri="{FF2B5EF4-FFF2-40B4-BE49-F238E27FC236}">
                      <a16:creationId xmlns:a16="http://schemas.microsoft.com/office/drawing/2014/main" id="{FF91FD3E-0148-4B50-8906-7D9CD382A35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13" name="Line 70">
                  <a:extLst>
                    <a:ext uri="{FF2B5EF4-FFF2-40B4-BE49-F238E27FC236}">
                      <a16:creationId xmlns:a16="http://schemas.microsoft.com/office/drawing/2014/main" id="{506FA1AD-488A-4FD4-A79F-4343698EA734}"/>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grpSp>
        </p:grpSp>
      </p:grpSp>
    </p:spTree>
    <p:extLst>
      <p:ext uri="{BB962C8B-B14F-4D97-AF65-F5344CB8AC3E}">
        <p14:creationId xmlns:p14="http://schemas.microsoft.com/office/powerpoint/2010/main" val="19387243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5732E59-6597-437B-B2F8-E2DD1F86A8F8}"/>
              </a:ext>
            </a:extLst>
          </p:cNvPr>
          <p:cNvSpPr>
            <a:spLocks noGrp="1"/>
          </p:cNvSpPr>
          <p:nvPr>
            <p:ph type="title" hasCustomPrompt="1"/>
          </p:nvPr>
        </p:nvSpPr>
        <p:spPr/>
        <p:txBody>
          <a:bodyPr rtlCol="0"/>
          <a:lstStyle/>
          <a:p>
            <a:pPr rtl="0"/>
            <a:r>
              <a:rPr lang="pl-PL" noProof="0"/>
              <a:t>Kliknij, aby edytować styl wzorca tytułu</a:t>
            </a:r>
          </a:p>
        </p:txBody>
      </p:sp>
      <p:sp>
        <p:nvSpPr>
          <p:cNvPr id="3" name="Zawartość — symbol zastępczy 2">
            <a:extLst>
              <a:ext uri="{FF2B5EF4-FFF2-40B4-BE49-F238E27FC236}">
                <a16:creationId xmlns:a16="http://schemas.microsoft.com/office/drawing/2014/main" id="{70E3BC1D-912E-4012-84AC-A509C9EF4F4E}"/>
              </a:ext>
            </a:extLst>
          </p:cNvPr>
          <p:cNvSpPr>
            <a:spLocks noGrp="1"/>
          </p:cNvSpPr>
          <p:nvPr>
            <p:ph idx="1" hasCustomPrompt="1"/>
          </p:nvPr>
        </p:nvSpPr>
        <p:spPr/>
        <p:txBody>
          <a:bodyPr rtlCol="0"/>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4" name="Data — symbol zastępczy 3">
            <a:extLst>
              <a:ext uri="{FF2B5EF4-FFF2-40B4-BE49-F238E27FC236}">
                <a16:creationId xmlns:a16="http://schemas.microsoft.com/office/drawing/2014/main" id="{E977110C-4AA3-4101-B3BD-140B90AF99C9}"/>
              </a:ext>
            </a:extLst>
          </p:cNvPr>
          <p:cNvSpPr>
            <a:spLocks noGrp="1"/>
          </p:cNvSpPr>
          <p:nvPr>
            <p:ph type="dt" sz="half" idx="10"/>
          </p:nvPr>
        </p:nvSpPr>
        <p:spPr/>
        <p:txBody>
          <a:bodyPr rtlCol="0"/>
          <a:lstStyle>
            <a:lvl1pPr>
              <a:defRPr/>
            </a:lvl1pPr>
          </a:lstStyle>
          <a:p>
            <a:pPr rtl="0"/>
            <a:r>
              <a:rPr lang="pl-PL" noProof="0"/>
              <a:t>20XX</a:t>
            </a:r>
          </a:p>
        </p:txBody>
      </p:sp>
      <p:sp>
        <p:nvSpPr>
          <p:cNvPr id="5" name="Stopka — symbol zastępczy 4">
            <a:extLst>
              <a:ext uri="{FF2B5EF4-FFF2-40B4-BE49-F238E27FC236}">
                <a16:creationId xmlns:a16="http://schemas.microsoft.com/office/drawing/2014/main" id="{4C50F189-4D8E-4DE6-8295-CF92FA8BFDEF}"/>
              </a:ext>
            </a:extLst>
          </p:cNvPr>
          <p:cNvSpPr>
            <a:spLocks noGrp="1"/>
          </p:cNvSpPr>
          <p:nvPr>
            <p:ph type="ftr" sz="quarter" idx="11"/>
          </p:nvPr>
        </p:nvSpPr>
        <p:spPr/>
        <p:txBody>
          <a:bodyPr rtlCol="0"/>
          <a:lstStyle/>
          <a:p>
            <a:pPr rtl="0"/>
            <a:endParaRPr lang="pl-PL" noProof="0"/>
          </a:p>
        </p:txBody>
      </p:sp>
      <p:sp>
        <p:nvSpPr>
          <p:cNvPr id="6" name="Numer slajdu — symbol zastępczy 5">
            <a:extLst>
              <a:ext uri="{FF2B5EF4-FFF2-40B4-BE49-F238E27FC236}">
                <a16:creationId xmlns:a16="http://schemas.microsoft.com/office/drawing/2014/main" id="{575F33EC-1ACF-4D46-AEA5-A20802210B75}"/>
              </a:ext>
            </a:extLst>
          </p:cNvPr>
          <p:cNvSpPr>
            <a:spLocks noGrp="1"/>
          </p:cNvSpPr>
          <p:nvPr>
            <p:ph type="sldNum" sz="quarter" idx="12"/>
          </p:nvPr>
        </p:nvSpPr>
        <p:spPr/>
        <p:txBody>
          <a:bodyPr rtlCol="0"/>
          <a:lstStyle/>
          <a:p>
            <a:pPr rtl="0"/>
            <a:fld id="{FF2BD96E-3838-45D2-9031-D3AF67C920A5}" type="slidenum">
              <a:rPr lang="pl-PL" noProof="0" smtClean="0"/>
              <a:t>‹#›</a:t>
            </a:fld>
            <a:endParaRPr lang="pl-PL" noProof="0"/>
          </a:p>
        </p:txBody>
      </p:sp>
    </p:spTree>
    <p:extLst>
      <p:ext uri="{BB962C8B-B14F-4D97-AF65-F5344CB8AC3E}">
        <p14:creationId xmlns:p14="http://schemas.microsoft.com/office/powerpoint/2010/main" val="13720533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1_Oś czasu">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5732E59-6597-437B-B2F8-E2DD1F86A8F8}"/>
              </a:ext>
            </a:extLst>
          </p:cNvPr>
          <p:cNvSpPr>
            <a:spLocks noGrp="1"/>
          </p:cNvSpPr>
          <p:nvPr>
            <p:ph type="title" hasCustomPrompt="1"/>
          </p:nvPr>
        </p:nvSpPr>
        <p:spPr/>
        <p:txBody>
          <a:bodyPr rtlCol="0"/>
          <a:lstStyle/>
          <a:p>
            <a:pPr rtl="0"/>
            <a:r>
              <a:rPr lang="pl-PL" noProof="0"/>
              <a:t>Kliknij, aby edytować styl wzorca tytułu</a:t>
            </a:r>
          </a:p>
        </p:txBody>
      </p:sp>
      <p:sp>
        <p:nvSpPr>
          <p:cNvPr id="3" name="Zawartość — symbol zastępczy 2">
            <a:extLst>
              <a:ext uri="{FF2B5EF4-FFF2-40B4-BE49-F238E27FC236}">
                <a16:creationId xmlns:a16="http://schemas.microsoft.com/office/drawing/2014/main" id="{70E3BC1D-912E-4012-84AC-A509C9EF4F4E}"/>
              </a:ext>
            </a:extLst>
          </p:cNvPr>
          <p:cNvSpPr>
            <a:spLocks noGrp="1"/>
          </p:cNvSpPr>
          <p:nvPr>
            <p:ph idx="1" hasCustomPrompt="1"/>
          </p:nvPr>
        </p:nvSpPr>
        <p:spPr>
          <a:xfrm>
            <a:off x="838200" y="1839595"/>
            <a:ext cx="10515600" cy="4154488"/>
          </a:xfrm>
        </p:spPr>
        <p:txBody>
          <a:bodyPr rtlCol="0"/>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4" name="Data — symbol zastępczy 3">
            <a:extLst>
              <a:ext uri="{FF2B5EF4-FFF2-40B4-BE49-F238E27FC236}">
                <a16:creationId xmlns:a16="http://schemas.microsoft.com/office/drawing/2014/main" id="{E977110C-4AA3-4101-B3BD-140B90AF99C9}"/>
              </a:ext>
            </a:extLst>
          </p:cNvPr>
          <p:cNvSpPr>
            <a:spLocks noGrp="1"/>
          </p:cNvSpPr>
          <p:nvPr>
            <p:ph type="dt" sz="half" idx="10"/>
          </p:nvPr>
        </p:nvSpPr>
        <p:spPr/>
        <p:txBody>
          <a:bodyPr rtlCol="0"/>
          <a:lstStyle>
            <a:lvl1pPr>
              <a:defRPr/>
            </a:lvl1pPr>
          </a:lstStyle>
          <a:p>
            <a:pPr rtl="0"/>
            <a:r>
              <a:rPr lang="pl-PL" noProof="0"/>
              <a:t>20XX</a:t>
            </a:r>
          </a:p>
        </p:txBody>
      </p:sp>
      <p:sp>
        <p:nvSpPr>
          <p:cNvPr id="5" name="Stopka — symbol zastępczy 4">
            <a:extLst>
              <a:ext uri="{FF2B5EF4-FFF2-40B4-BE49-F238E27FC236}">
                <a16:creationId xmlns:a16="http://schemas.microsoft.com/office/drawing/2014/main" id="{4C50F189-4D8E-4DE6-8295-CF92FA8BFDEF}"/>
              </a:ext>
            </a:extLst>
          </p:cNvPr>
          <p:cNvSpPr>
            <a:spLocks noGrp="1"/>
          </p:cNvSpPr>
          <p:nvPr>
            <p:ph type="ftr" sz="quarter" idx="11"/>
          </p:nvPr>
        </p:nvSpPr>
        <p:spPr/>
        <p:txBody>
          <a:bodyPr rtlCol="0"/>
          <a:lstStyle/>
          <a:p>
            <a:pPr rtl="0"/>
            <a:endParaRPr lang="pl-PL" noProof="0"/>
          </a:p>
        </p:txBody>
      </p:sp>
      <p:sp>
        <p:nvSpPr>
          <p:cNvPr id="6" name="Numer slajdu — symbol zastępczy 5">
            <a:extLst>
              <a:ext uri="{FF2B5EF4-FFF2-40B4-BE49-F238E27FC236}">
                <a16:creationId xmlns:a16="http://schemas.microsoft.com/office/drawing/2014/main" id="{575F33EC-1ACF-4D46-AEA5-A20802210B75}"/>
              </a:ext>
            </a:extLst>
          </p:cNvPr>
          <p:cNvSpPr>
            <a:spLocks noGrp="1"/>
          </p:cNvSpPr>
          <p:nvPr>
            <p:ph type="sldNum" sz="quarter" idx="12"/>
          </p:nvPr>
        </p:nvSpPr>
        <p:spPr/>
        <p:txBody>
          <a:bodyPr rtlCol="0"/>
          <a:lstStyle/>
          <a:p>
            <a:pPr rtl="0"/>
            <a:fld id="{FF2BD96E-3838-45D2-9031-D3AF67C920A5}" type="slidenum">
              <a:rPr lang="pl-PL" noProof="0" smtClean="0"/>
              <a:t>‹#›</a:t>
            </a:fld>
            <a:endParaRPr lang="pl-PL" noProof="0"/>
          </a:p>
        </p:txBody>
      </p:sp>
    </p:spTree>
    <p:extLst>
      <p:ext uri="{BB962C8B-B14F-4D97-AF65-F5344CB8AC3E}">
        <p14:creationId xmlns:p14="http://schemas.microsoft.com/office/powerpoint/2010/main" val="6372565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ytat">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CBA1826-1B3E-4E2E-8D6C-93BCEAA3D6C6}"/>
              </a:ext>
            </a:extLst>
          </p:cNvPr>
          <p:cNvSpPr>
            <a:spLocks noGrp="1"/>
          </p:cNvSpPr>
          <p:nvPr>
            <p:ph type="ctrTitle" hasCustomPrompt="1"/>
          </p:nvPr>
        </p:nvSpPr>
        <p:spPr>
          <a:xfrm>
            <a:off x="7324726" y="4217899"/>
            <a:ext cx="4079874" cy="1132373"/>
          </a:xfrm>
        </p:spPr>
        <p:txBody>
          <a:bodyPr rtlCol="0" anchor="t">
            <a:noAutofit/>
          </a:bodyPr>
          <a:lstStyle>
            <a:lvl1pPr algn="ctr">
              <a:defRPr sz="3200"/>
            </a:lvl1pPr>
          </a:lstStyle>
          <a:p>
            <a:pPr rtl="0"/>
            <a:r>
              <a:rPr lang="pl-PL" noProof="0"/>
              <a:t>Kliknij, aby edytować styl wzorca tytułu</a:t>
            </a:r>
          </a:p>
        </p:txBody>
      </p:sp>
      <p:sp>
        <p:nvSpPr>
          <p:cNvPr id="3" name="Podtytuł 2">
            <a:extLst>
              <a:ext uri="{FF2B5EF4-FFF2-40B4-BE49-F238E27FC236}">
                <a16:creationId xmlns:a16="http://schemas.microsoft.com/office/drawing/2014/main" id="{AAB5F0CE-1714-4650-9690-5676C06349A0}"/>
              </a:ext>
            </a:extLst>
          </p:cNvPr>
          <p:cNvSpPr>
            <a:spLocks noGrp="1"/>
          </p:cNvSpPr>
          <p:nvPr>
            <p:ph type="subTitle" idx="1"/>
          </p:nvPr>
        </p:nvSpPr>
        <p:spPr>
          <a:xfrm>
            <a:off x="7324726" y="1541995"/>
            <a:ext cx="4079874" cy="2457819"/>
          </a:xfrm>
        </p:spPr>
        <p:txBody>
          <a:bodyPr rtlCol="0" anchor="b">
            <a:normAutofit/>
          </a:bodyPr>
          <a:lstStyle>
            <a:lvl1pPr marL="0" indent="0" algn="ctr">
              <a:lnSpc>
                <a:spcPct val="125000"/>
              </a:lnSpc>
              <a:buNone/>
              <a:defRPr sz="3200" i="0" spc="5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pl-PL" noProof="0"/>
              <a:t>Kliknij, aby edytować styl wzorca podtytułu</a:t>
            </a:r>
          </a:p>
        </p:txBody>
      </p:sp>
      <p:sp>
        <p:nvSpPr>
          <p:cNvPr id="43" name="Obraz — symbol zastępczy 42">
            <a:extLst>
              <a:ext uri="{FF2B5EF4-FFF2-40B4-BE49-F238E27FC236}">
                <a16:creationId xmlns:a16="http://schemas.microsoft.com/office/drawing/2014/main" id="{E0B6C055-B48A-412B-88B0-737289AC0BDB}"/>
              </a:ext>
            </a:extLst>
          </p:cNvPr>
          <p:cNvSpPr>
            <a:spLocks noGrp="1"/>
          </p:cNvSpPr>
          <p:nvPr>
            <p:ph type="pic" sz="quarter" idx="10"/>
          </p:nvPr>
        </p:nvSpPr>
        <p:spPr>
          <a:xfrm>
            <a:off x="539750" y="536575"/>
            <a:ext cx="2366963" cy="2760663"/>
          </a:xfrm>
        </p:spPr>
        <p:txBody>
          <a:bodyPr rtlCol="0"/>
          <a:lstStyle/>
          <a:p>
            <a:pPr rtl="0"/>
            <a:r>
              <a:rPr lang="pl-PL" noProof="0"/>
              <a:t>Kliknij ikonę, aby dodać obraz</a:t>
            </a:r>
          </a:p>
        </p:txBody>
      </p:sp>
      <p:sp>
        <p:nvSpPr>
          <p:cNvPr id="44" name="Obraz — symbol zastępczy 42">
            <a:extLst>
              <a:ext uri="{FF2B5EF4-FFF2-40B4-BE49-F238E27FC236}">
                <a16:creationId xmlns:a16="http://schemas.microsoft.com/office/drawing/2014/main" id="{AE13F241-D0A7-491D-81D3-CB6450291490}"/>
              </a:ext>
            </a:extLst>
          </p:cNvPr>
          <p:cNvSpPr>
            <a:spLocks noGrp="1"/>
          </p:cNvSpPr>
          <p:nvPr>
            <p:ph type="pic" sz="quarter" idx="11"/>
          </p:nvPr>
        </p:nvSpPr>
        <p:spPr>
          <a:xfrm>
            <a:off x="3174887" y="543842"/>
            <a:ext cx="2366963" cy="2760663"/>
          </a:xfrm>
        </p:spPr>
        <p:txBody>
          <a:bodyPr rtlCol="0"/>
          <a:lstStyle/>
          <a:p>
            <a:pPr rtl="0"/>
            <a:r>
              <a:rPr lang="pl-PL" noProof="0"/>
              <a:t>Kliknij ikonę, aby dodać obraz</a:t>
            </a:r>
          </a:p>
        </p:txBody>
      </p:sp>
      <p:sp>
        <p:nvSpPr>
          <p:cNvPr id="46" name="Obraz — symbol zastępczy 42">
            <a:extLst>
              <a:ext uri="{FF2B5EF4-FFF2-40B4-BE49-F238E27FC236}">
                <a16:creationId xmlns:a16="http://schemas.microsoft.com/office/drawing/2014/main" id="{DC189B8E-5A5B-400F-8F5F-63F61759E081}"/>
              </a:ext>
            </a:extLst>
          </p:cNvPr>
          <p:cNvSpPr>
            <a:spLocks noGrp="1"/>
          </p:cNvSpPr>
          <p:nvPr>
            <p:ph type="pic" sz="quarter" idx="12"/>
          </p:nvPr>
        </p:nvSpPr>
        <p:spPr>
          <a:xfrm>
            <a:off x="539642" y="3563566"/>
            <a:ext cx="2366963" cy="2760663"/>
          </a:xfrm>
        </p:spPr>
        <p:txBody>
          <a:bodyPr rtlCol="0"/>
          <a:lstStyle/>
          <a:p>
            <a:pPr rtl="0"/>
            <a:r>
              <a:rPr lang="pl-PL" noProof="0"/>
              <a:t>Kliknij ikonę, aby dodać obraz</a:t>
            </a:r>
          </a:p>
        </p:txBody>
      </p:sp>
      <p:sp>
        <p:nvSpPr>
          <p:cNvPr id="47" name="Obraz — symbol zastępczy 42">
            <a:extLst>
              <a:ext uri="{FF2B5EF4-FFF2-40B4-BE49-F238E27FC236}">
                <a16:creationId xmlns:a16="http://schemas.microsoft.com/office/drawing/2014/main" id="{07055732-D9B3-42AF-9ADA-0D1F8DC2D5FB}"/>
              </a:ext>
            </a:extLst>
          </p:cNvPr>
          <p:cNvSpPr>
            <a:spLocks noGrp="1"/>
          </p:cNvSpPr>
          <p:nvPr>
            <p:ph type="pic" sz="quarter" idx="13"/>
          </p:nvPr>
        </p:nvSpPr>
        <p:spPr>
          <a:xfrm>
            <a:off x="3174779" y="3570833"/>
            <a:ext cx="2366963" cy="2760663"/>
          </a:xfrm>
        </p:spPr>
        <p:txBody>
          <a:bodyPr rtlCol="0"/>
          <a:lstStyle/>
          <a:p>
            <a:pPr rtl="0"/>
            <a:r>
              <a:rPr lang="pl-PL" noProof="0"/>
              <a:t>Kliknij ikonę, aby dodać obraz</a:t>
            </a:r>
          </a:p>
        </p:txBody>
      </p:sp>
      <p:sp>
        <p:nvSpPr>
          <p:cNvPr id="28" name="Data — symbol zastępczy 47">
            <a:extLst>
              <a:ext uri="{FF2B5EF4-FFF2-40B4-BE49-F238E27FC236}">
                <a16:creationId xmlns:a16="http://schemas.microsoft.com/office/drawing/2014/main" id="{5B51C357-082C-45A5-80C8-69FD4B94D329}"/>
              </a:ext>
            </a:extLst>
          </p:cNvPr>
          <p:cNvSpPr txBox="1">
            <a:spLocks/>
          </p:cNvSpPr>
          <p:nvPr userDrawn="1"/>
        </p:nvSpPr>
        <p:spPr>
          <a:xfrm>
            <a:off x="450000" y="6357168"/>
            <a:ext cx="1760150" cy="461665"/>
          </a:xfrm>
          <a:prstGeom prst="rect">
            <a:avLst/>
          </a:prstGeom>
        </p:spPr>
        <p:txBody>
          <a:bodyPr vert="horz" lIns="91440" tIns="45720" rIns="91440" bIns="45720" rtlCol="0" anchor="ctr">
            <a:normAutofit/>
          </a:bodyPr>
          <a:lstStyle>
            <a:defPPr>
              <a:defRPr lang="en-US"/>
            </a:defPPr>
            <a:lvl1pPr marL="0" algn="l" defTabSz="914400" rtl="0" eaLnBrk="1" latinLnBrk="0" hangingPunct="1">
              <a:defRPr sz="1000" kern="1200" cap="all" spc="200" baseline="0">
                <a:solidFill>
                  <a:schemeClr val="tx1">
                    <a:alpha val="6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r>
              <a:rPr lang="pl-PL" noProof="0">
                <a:latin typeface="Times New Roman" panose="02020603050405020304" pitchFamily="18" charset="0"/>
              </a:rPr>
              <a:t>20XX</a:t>
            </a:r>
          </a:p>
        </p:txBody>
      </p:sp>
      <p:cxnSp>
        <p:nvCxnSpPr>
          <p:cNvPr id="18" name="Łącznik prosty 17">
            <a:extLst>
              <a:ext uri="{FF2B5EF4-FFF2-40B4-BE49-F238E27FC236}">
                <a16:creationId xmlns:a16="http://schemas.microsoft.com/office/drawing/2014/main" id="{D7ED9792-4CB9-419E-9961-050A9E00E2FA}"/>
              </a:ext>
              <a:ext uri="{C183D7F6-B498-43B3-948B-1728B52AA6E4}">
                <adec:decorative xmlns:adec="http://schemas.microsoft.com/office/drawing/2017/decorative" val="1"/>
              </a:ext>
            </a:extLst>
          </p:cNvPr>
          <p:cNvCxnSpPr>
            <a:cxnSpLocks/>
          </p:cNvCxnSpPr>
          <p:nvPr userDrawn="1"/>
        </p:nvCxnSpPr>
        <p:spPr>
          <a:xfrm>
            <a:off x="6096000" y="540000"/>
            <a:ext cx="0" cy="577800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19" name="Grupa 18">
            <a:extLst>
              <a:ext uri="{FF2B5EF4-FFF2-40B4-BE49-F238E27FC236}">
                <a16:creationId xmlns:a16="http://schemas.microsoft.com/office/drawing/2014/main" id="{E1EC9E08-1228-4409-88CC-9D1927E83943}"/>
              </a:ext>
              <a:ext uri="{C183D7F6-B498-43B3-948B-1728B52AA6E4}">
                <adec:decorative xmlns:adec="http://schemas.microsoft.com/office/drawing/2017/decorative" val="1"/>
              </a:ext>
            </a:extLst>
          </p:cNvPr>
          <p:cNvGrpSpPr/>
          <p:nvPr userDrawn="1"/>
        </p:nvGrpSpPr>
        <p:grpSpPr>
          <a:xfrm rot="8100000" flipH="1">
            <a:off x="6674373" y="402322"/>
            <a:ext cx="641184" cy="1069728"/>
            <a:chOff x="6484111" y="2967038"/>
            <a:chExt cx="641184" cy="1069728"/>
          </a:xfrm>
        </p:grpSpPr>
        <p:grpSp>
          <p:nvGrpSpPr>
            <p:cNvPr id="20" name="Grupa 19">
              <a:extLst>
                <a:ext uri="{FF2B5EF4-FFF2-40B4-BE49-F238E27FC236}">
                  <a16:creationId xmlns:a16="http://schemas.microsoft.com/office/drawing/2014/main" id="{0A892AB7-AE89-4F73-AE0D-3503473E251A}"/>
                </a:ext>
              </a:extLst>
            </p:cNvPr>
            <p:cNvGrpSpPr/>
            <p:nvPr/>
          </p:nvGrpSpPr>
          <p:grpSpPr>
            <a:xfrm>
              <a:off x="6808136" y="2967038"/>
              <a:ext cx="317159" cy="932400"/>
              <a:chOff x="6808136" y="2967038"/>
              <a:chExt cx="317159" cy="932400"/>
            </a:xfrm>
          </p:grpSpPr>
          <p:sp>
            <p:nvSpPr>
              <p:cNvPr id="25" name="Freeform 68">
                <a:extLst>
                  <a:ext uri="{FF2B5EF4-FFF2-40B4-BE49-F238E27FC236}">
                    <a16:creationId xmlns:a16="http://schemas.microsoft.com/office/drawing/2014/main" id="{734AFAA3-AA68-425A-834B-00F9D3690BA0}"/>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26" name="Freeform 69">
                <a:extLst>
                  <a:ext uri="{FF2B5EF4-FFF2-40B4-BE49-F238E27FC236}">
                    <a16:creationId xmlns:a16="http://schemas.microsoft.com/office/drawing/2014/main" id="{36ED0F24-8619-4AED-A07A-D075DF2AF24B}"/>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27" name="Line 70">
                <a:extLst>
                  <a:ext uri="{FF2B5EF4-FFF2-40B4-BE49-F238E27FC236}">
                    <a16:creationId xmlns:a16="http://schemas.microsoft.com/office/drawing/2014/main" id="{21E04150-0D06-4DFB-A73B-66DED0A5CFCB}"/>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grpSp>
        <p:grpSp>
          <p:nvGrpSpPr>
            <p:cNvPr id="21" name="Grupa 20">
              <a:extLst>
                <a:ext uri="{FF2B5EF4-FFF2-40B4-BE49-F238E27FC236}">
                  <a16:creationId xmlns:a16="http://schemas.microsoft.com/office/drawing/2014/main" id="{EA3C053E-6843-4D44-A64D-A37FD38410B0}"/>
                </a:ext>
              </a:extLst>
            </p:cNvPr>
            <p:cNvGrpSpPr/>
            <p:nvPr/>
          </p:nvGrpSpPr>
          <p:grpSpPr>
            <a:xfrm rot="18900000" flipH="1">
              <a:off x="6484111" y="3104366"/>
              <a:ext cx="317159" cy="932400"/>
              <a:chOff x="6808136" y="2967038"/>
              <a:chExt cx="317159" cy="932400"/>
            </a:xfrm>
          </p:grpSpPr>
          <p:sp>
            <p:nvSpPr>
              <p:cNvPr id="22" name="Freeform 68">
                <a:extLst>
                  <a:ext uri="{FF2B5EF4-FFF2-40B4-BE49-F238E27FC236}">
                    <a16:creationId xmlns:a16="http://schemas.microsoft.com/office/drawing/2014/main" id="{A84DD506-3B91-4CE4-AE62-8E2FCA17D931}"/>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23" name="Freeform 69">
                <a:extLst>
                  <a:ext uri="{FF2B5EF4-FFF2-40B4-BE49-F238E27FC236}">
                    <a16:creationId xmlns:a16="http://schemas.microsoft.com/office/drawing/2014/main" id="{18C6659C-7CBF-419E-B2AB-53A6FBB4FFEA}"/>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24" name="Line 70">
                <a:extLst>
                  <a:ext uri="{FF2B5EF4-FFF2-40B4-BE49-F238E27FC236}">
                    <a16:creationId xmlns:a16="http://schemas.microsoft.com/office/drawing/2014/main" id="{C7B1B371-3EFF-4F0E-8B44-1A397B69DDFB}"/>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grpSp>
      </p:grpSp>
      <p:sp>
        <p:nvSpPr>
          <p:cNvPr id="29" name="Stopka — symbol zastępczy 48">
            <a:extLst>
              <a:ext uri="{FF2B5EF4-FFF2-40B4-BE49-F238E27FC236}">
                <a16:creationId xmlns:a16="http://schemas.microsoft.com/office/drawing/2014/main" id="{B217CCF8-D1B0-4B96-AF9D-78BFAEE6D77D}"/>
              </a:ext>
            </a:extLst>
          </p:cNvPr>
          <p:cNvSpPr txBox="1">
            <a:spLocks/>
          </p:cNvSpPr>
          <p:nvPr userDrawn="1"/>
        </p:nvSpPr>
        <p:spPr>
          <a:xfrm>
            <a:off x="2754312" y="6357600"/>
            <a:ext cx="6683376" cy="460800"/>
          </a:xfrm>
          <a:prstGeom prst="rect">
            <a:avLst/>
          </a:prstGeom>
        </p:spPr>
        <p:txBody>
          <a:bodyPr vert="horz" lIns="91440" tIns="45720" rIns="91440" bIns="45720" rtlCol="0" anchor="ctr"/>
          <a:lstStyle>
            <a:defPPr>
              <a:defRPr lang="en-US"/>
            </a:defPPr>
            <a:lvl1pPr marL="0" algn="ctr" defTabSz="914400" rtl="0" eaLnBrk="1" latinLnBrk="0" hangingPunct="1">
              <a:defRPr sz="1000" kern="1200" cap="all" spc="300" baseline="0">
                <a:solidFill>
                  <a:schemeClr val="tx1">
                    <a:alpha val="6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r>
              <a:rPr lang="pl-PL" noProof="0">
                <a:latin typeface="Times New Roman" panose="02020603050405020304" pitchFamily="18" charset="0"/>
              </a:rPr>
              <a:t>Przykładowy tekst stopki</a:t>
            </a:r>
          </a:p>
        </p:txBody>
      </p:sp>
      <p:grpSp>
        <p:nvGrpSpPr>
          <p:cNvPr id="30" name="Grupa 29">
            <a:extLst>
              <a:ext uri="{FF2B5EF4-FFF2-40B4-BE49-F238E27FC236}">
                <a16:creationId xmlns:a16="http://schemas.microsoft.com/office/drawing/2014/main" id="{615108B9-F897-467F-809F-6A4A2AE7EA20}"/>
              </a:ext>
              <a:ext uri="{C183D7F6-B498-43B3-948B-1728B52AA6E4}">
                <adec:decorative xmlns:adec="http://schemas.microsoft.com/office/drawing/2017/decorative" val="1"/>
              </a:ext>
            </a:extLst>
          </p:cNvPr>
          <p:cNvGrpSpPr/>
          <p:nvPr userDrawn="1"/>
        </p:nvGrpSpPr>
        <p:grpSpPr>
          <a:xfrm rot="18900000" flipH="1">
            <a:off x="11020475" y="5368081"/>
            <a:ext cx="641184" cy="1069728"/>
            <a:chOff x="6484111" y="2967038"/>
            <a:chExt cx="641184" cy="1069728"/>
          </a:xfrm>
        </p:grpSpPr>
        <p:grpSp>
          <p:nvGrpSpPr>
            <p:cNvPr id="31" name="Grupa 30">
              <a:extLst>
                <a:ext uri="{FF2B5EF4-FFF2-40B4-BE49-F238E27FC236}">
                  <a16:creationId xmlns:a16="http://schemas.microsoft.com/office/drawing/2014/main" id="{86413051-FD79-4060-A702-60F38BF4A35C}"/>
                </a:ext>
              </a:extLst>
            </p:cNvPr>
            <p:cNvGrpSpPr/>
            <p:nvPr/>
          </p:nvGrpSpPr>
          <p:grpSpPr>
            <a:xfrm>
              <a:off x="6808136" y="2967038"/>
              <a:ext cx="317159" cy="932400"/>
              <a:chOff x="6808136" y="2967038"/>
              <a:chExt cx="317159" cy="932400"/>
            </a:xfrm>
          </p:grpSpPr>
          <p:sp>
            <p:nvSpPr>
              <p:cNvPr id="36" name="Freeform 68">
                <a:extLst>
                  <a:ext uri="{FF2B5EF4-FFF2-40B4-BE49-F238E27FC236}">
                    <a16:creationId xmlns:a16="http://schemas.microsoft.com/office/drawing/2014/main" id="{B764F2D9-1B19-42EA-9AF0-6050DDABAA0D}"/>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37" name="Freeform 69">
                <a:extLst>
                  <a:ext uri="{FF2B5EF4-FFF2-40B4-BE49-F238E27FC236}">
                    <a16:creationId xmlns:a16="http://schemas.microsoft.com/office/drawing/2014/main" id="{557F4B3F-3926-4C1D-ABBF-B23809871796}"/>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38" name="Line 70">
                <a:extLst>
                  <a:ext uri="{FF2B5EF4-FFF2-40B4-BE49-F238E27FC236}">
                    <a16:creationId xmlns:a16="http://schemas.microsoft.com/office/drawing/2014/main" id="{81E74331-4EEB-49F8-912F-1DF74636E772}"/>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grpSp>
        <p:grpSp>
          <p:nvGrpSpPr>
            <p:cNvPr id="32" name="Grupa 31">
              <a:extLst>
                <a:ext uri="{FF2B5EF4-FFF2-40B4-BE49-F238E27FC236}">
                  <a16:creationId xmlns:a16="http://schemas.microsoft.com/office/drawing/2014/main" id="{E88BEEF7-57D3-43D4-9EBA-6948ED40B433}"/>
                </a:ext>
              </a:extLst>
            </p:cNvPr>
            <p:cNvGrpSpPr/>
            <p:nvPr/>
          </p:nvGrpSpPr>
          <p:grpSpPr>
            <a:xfrm rot="18900000" flipH="1">
              <a:off x="6484111" y="3104366"/>
              <a:ext cx="317159" cy="932400"/>
              <a:chOff x="6808136" y="2967038"/>
              <a:chExt cx="317159" cy="932400"/>
            </a:xfrm>
          </p:grpSpPr>
          <p:sp>
            <p:nvSpPr>
              <p:cNvPr id="33" name="Freeform 68">
                <a:extLst>
                  <a:ext uri="{FF2B5EF4-FFF2-40B4-BE49-F238E27FC236}">
                    <a16:creationId xmlns:a16="http://schemas.microsoft.com/office/drawing/2014/main" id="{0CD7B047-B489-4D5B-9C32-1BA667136A12}"/>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34" name="Freeform 69">
                <a:extLst>
                  <a:ext uri="{FF2B5EF4-FFF2-40B4-BE49-F238E27FC236}">
                    <a16:creationId xmlns:a16="http://schemas.microsoft.com/office/drawing/2014/main" id="{2B703141-C1B3-4AFF-991F-D77B298AE8B4}"/>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sp>
            <p:nvSpPr>
              <p:cNvPr id="35" name="Line 70">
                <a:extLst>
                  <a:ext uri="{FF2B5EF4-FFF2-40B4-BE49-F238E27FC236}">
                    <a16:creationId xmlns:a16="http://schemas.microsoft.com/office/drawing/2014/main" id="{FEEBB32D-FA5C-432C-B55F-1F74A4D13F17}"/>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a:latin typeface="Calibri" panose="020F0502020204030204" pitchFamily="34" charset="0"/>
                </a:endParaRPr>
              </a:p>
            </p:txBody>
          </p:sp>
        </p:grpSp>
      </p:grpSp>
      <p:sp>
        <p:nvSpPr>
          <p:cNvPr id="39" name="Numer slajdu — symbol zastępczy 49">
            <a:extLst>
              <a:ext uri="{FF2B5EF4-FFF2-40B4-BE49-F238E27FC236}">
                <a16:creationId xmlns:a16="http://schemas.microsoft.com/office/drawing/2014/main" id="{FAE9A1BE-DDB9-4362-A4F6-BE1A07DBF6F1}"/>
              </a:ext>
            </a:extLst>
          </p:cNvPr>
          <p:cNvSpPr txBox="1">
            <a:spLocks/>
          </p:cNvSpPr>
          <p:nvPr userDrawn="1"/>
        </p:nvSpPr>
        <p:spPr>
          <a:xfrm>
            <a:off x="9982800" y="6357600"/>
            <a:ext cx="1760150" cy="460800"/>
          </a:xfrm>
          <a:prstGeom prst="rect">
            <a:avLst/>
          </a:prstGeom>
        </p:spPr>
        <p:txBody>
          <a:bodyPr vert="horz" lIns="91440" tIns="45720" rIns="91440" bIns="45720" rtlCol="0" anchor="ctr"/>
          <a:lstStyle>
            <a:defPPr>
              <a:defRPr lang="en-US"/>
            </a:defPPr>
            <a:lvl1pPr marL="0" algn="r" defTabSz="914400" rtl="0" eaLnBrk="1" latinLnBrk="0" hangingPunct="1">
              <a:defRPr sz="1000" kern="1200" cap="all" spc="200" baseline="0">
                <a:solidFill>
                  <a:schemeClr val="tx1">
                    <a:alpha val="6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fld id="{D39607A7-8386-47DB-8578-DDEDD194E5D4}" type="slidenum">
              <a:rPr lang="pl-PL" noProof="0" smtClean="0">
                <a:latin typeface="Times New Roman" panose="02020603050405020304" pitchFamily="18" charset="0"/>
              </a:rPr>
              <a:pPr/>
              <a:t>‹#›</a:t>
            </a:fld>
            <a:endParaRPr lang="pl-PL" noProof="0">
              <a:latin typeface="Times New Roman" panose="02020603050405020304" pitchFamily="18" charset="0"/>
            </a:endParaRPr>
          </a:p>
        </p:txBody>
      </p:sp>
    </p:spTree>
    <p:extLst>
      <p:ext uri="{BB962C8B-B14F-4D97-AF65-F5344CB8AC3E}">
        <p14:creationId xmlns:p14="http://schemas.microsoft.com/office/powerpoint/2010/main" val="12837641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Zespół">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033B6B0-54DE-4F2D-84DD-D06CD3B117B4}"/>
              </a:ext>
            </a:extLst>
          </p:cNvPr>
          <p:cNvSpPr>
            <a:spLocks noGrp="1"/>
          </p:cNvSpPr>
          <p:nvPr>
            <p:ph type="title" hasCustomPrompt="1"/>
          </p:nvPr>
        </p:nvSpPr>
        <p:spPr/>
        <p:txBody>
          <a:bodyPr rtlCol="0"/>
          <a:lstStyle>
            <a:lvl1pPr algn="ctr">
              <a:defRPr/>
            </a:lvl1pPr>
          </a:lstStyle>
          <a:p>
            <a:pPr rtl="0"/>
            <a:r>
              <a:rPr lang="pl-PL" noProof="0"/>
              <a:t>Kliknij, aby edytować styl wzorca tytułu</a:t>
            </a:r>
          </a:p>
        </p:txBody>
      </p:sp>
      <p:sp>
        <p:nvSpPr>
          <p:cNvPr id="14" name="Obraz — symbol zastępczy 13">
            <a:extLst>
              <a:ext uri="{FF2B5EF4-FFF2-40B4-BE49-F238E27FC236}">
                <a16:creationId xmlns:a16="http://schemas.microsoft.com/office/drawing/2014/main" id="{BC50FC60-9736-40BD-8EF0-51BD04771675}"/>
              </a:ext>
            </a:extLst>
          </p:cNvPr>
          <p:cNvSpPr>
            <a:spLocks noGrp="1"/>
          </p:cNvSpPr>
          <p:nvPr>
            <p:ph type="pic" sz="quarter" idx="13"/>
          </p:nvPr>
        </p:nvSpPr>
        <p:spPr>
          <a:xfrm>
            <a:off x="1166813" y="2479675"/>
            <a:ext cx="1587500" cy="2330450"/>
          </a:xfrm>
        </p:spPr>
        <p:txBody>
          <a:bodyPr rtlCol="0"/>
          <a:lstStyle/>
          <a:p>
            <a:pPr rtl="0"/>
            <a:r>
              <a:rPr lang="pl-PL" noProof="0"/>
              <a:t>Kliknij ikonę, aby dodać obraz</a:t>
            </a:r>
          </a:p>
        </p:txBody>
      </p:sp>
      <p:sp>
        <p:nvSpPr>
          <p:cNvPr id="15" name="Obraz — symbol zastępczy 13">
            <a:extLst>
              <a:ext uri="{FF2B5EF4-FFF2-40B4-BE49-F238E27FC236}">
                <a16:creationId xmlns:a16="http://schemas.microsoft.com/office/drawing/2014/main" id="{7D564077-E600-44C8-B691-00C1C3ECC1C6}"/>
              </a:ext>
            </a:extLst>
          </p:cNvPr>
          <p:cNvSpPr>
            <a:spLocks noGrp="1"/>
          </p:cNvSpPr>
          <p:nvPr>
            <p:ph type="pic" sz="quarter" idx="14"/>
          </p:nvPr>
        </p:nvSpPr>
        <p:spPr>
          <a:xfrm>
            <a:off x="3228885" y="2479675"/>
            <a:ext cx="1587500" cy="2330450"/>
          </a:xfrm>
        </p:spPr>
        <p:txBody>
          <a:bodyPr rtlCol="0"/>
          <a:lstStyle/>
          <a:p>
            <a:pPr rtl="0"/>
            <a:r>
              <a:rPr lang="pl-PL" noProof="0"/>
              <a:t>Kliknij ikonę, aby dodać obraz</a:t>
            </a:r>
          </a:p>
        </p:txBody>
      </p:sp>
      <p:sp>
        <p:nvSpPr>
          <p:cNvPr id="16" name="Obraz — symbol zastępczy 13">
            <a:extLst>
              <a:ext uri="{FF2B5EF4-FFF2-40B4-BE49-F238E27FC236}">
                <a16:creationId xmlns:a16="http://schemas.microsoft.com/office/drawing/2014/main" id="{5EF6670B-24A6-4EC1-AB19-83414A6BFC81}"/>
              </a:ext>
            </a:extLst>
          </p:cNvPr>
          <p:cNvSpPr>
            <a:spLocks noGrp="1"/>
          </p:cNvSpPr>
          <p:nvPr>
            <p:ph type="pic" sz="quarter" idx="15"/>
          </p:nvPr>
        </p:nvSpPr>
        <p:spPr>
          <a:xfrm>
            <a:off x="5302249" y="2479675"/>
            <a:ext cx="1587500" cy="2330450"/>
          </a:xfrm>
        </p:spPr>
        <p:txBody>
          <a:bodyPr rtlCol="0"/>
          <a:lstStyle/>
          <a:p>
            <a:pPr rtl="0"/>
            <a:r>
              <a:rPr lang="pl-PL" noProof="0"/>
              <a:t>Kliknij ikonę, aby dodać obraz</a:t>
            </a:r>
          </a:p>
        </p:txBody>
      </p:sp>
      <p:sp>
        <p:nvSpPr>
          <p:cNvPr id="17" name="Obraz — symbol zastępczy 13">
            <a:extLst>
              <a:ext uri="{FF2B5EF4-FFF2-40B4-BE49-F238E27FC236}">
                <a16:creationId xmlns:a16="http://schemas.microsoft.com/office/drawing/2014/main" id="{DCE770BA-A562-4780-AEC9-94BC0C7C53FA}"/>
              </a:ext>
            </a:extLst>
          </p:cNvPr>
          <p:cNvSpPr>
            <a:spLocks noGrp="1"/>
          </p:cNvSpPr>
          <p:nvPr>
            <p:ph type="pic" sz="quarter" idx="16"/>
          </p:nvPr>
        </p:nvSpPr>
        <p:spPr>
          <a:xfrm>
            <a:off x="7364764" y="2479675"/>
            <a:ext cx="1587500" cy="2330450"/>
          </a:xfrm>
        </p:spPr>
        <p:txBody>
          <a:bodyPr rtlCol="0"/>
          <a:lstStyle/>
          <a:p>
            <a:pPr rtl="0"/>
            <a:r>
              <a:rPr lang="pl-PL" noProof="0"/>
              <a:t>Kliknij ikonę, aby dodać obraz</a:t>
            </a:r>
          </a:p>
        </p:txBody>
      </p:sp>
      <p:sp>
        <p:nvSpPr>
          <p:cNvPr id="18" name="Obraz — symbol zastępczy 13">
            <a:extLst>
              <a:ext uri="{FF2B5EF4-FFF2-40B4-BE49-F238E27FC236}">
                <a16:creationId xmlns:a16="http://schemas.microsoft.com/office/drawing/2014/main" id="{C627DB31-AE80-40F1-A5C7-E1FBE1521BD4}"/>
              </a:ext>
            </a:extLst>
          </p:cNvPr>
          <p:cNvSpPr>
            <a:spLocks noGrp="1"/>
          </p:cNvSpPr>
          <p:nvPr>
            <p:ph type="pic" sz="quarter" idx="17"/>
          </p:nvPr>
        </p:nvSpPr>
        <p:spPr>
          <a:xfrm>
            <a:off x="9437688" y="2479675"/>
            <a:ext cx="1587500" cy="2330450"/>
          </a:xfrm>
        </p:spPr>
        <p:txBody>
          <a:bodyPr rtlCol="0"/>
          <a:lstStyle/>
          <a:p>
            <a:pPr rtl="0"/>
            <a:r>
              <a:rPr lang="pl-PL" noProof="0"/>
              <a:t>Kliknij ikonę, aby dodać obraz</a:t>
            </a:r>
          </a:p>
        </p:txBody>
      </p:sp>
      <p:cxnSp>
        <p:nvCxnSpPr>
          <p:cNvPr id="11" name="Łącznik prosty 10">
            <a:extLst>
              <a:ext uri="{FF2B5EF4-FFF2-40B4-BE49-F238E27FC236}">
                <a16:creationId xmlns:a16="http://schemas.microsoft.com/office/drawing/2014/main" id="{CDA79604-04BA-44C3-8188-694F8E9C2360}"/>
              </a:ext>
              <a:ext uri="{C183D7F6-B498-43B3-948B-1728B52AA6E4}">
                <adec:decorative xmlns:adec="http://schemas.microsoft.com/office/drawing/2017/decorative" val="1"/>
              </a:ext>
            </a:extLst>
          </p:cNvPr>
          <p:cNvCxnSpPr>
            <a:cxnSpLocks/>
          </p:cNvCxnSpPr>
          <p:nvPr userDrawn="1"/>
        </p:nvCxnSpPr>
        <p:spPr>
          <a:xfrm>
            <a:off x="5826000" y="1911592"/>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9" name="Tekst — symbol zastępczy 27">
            <a:extLst>
              <a:ext uri="{FF2B5EF4-FFF2-40B4-BE49-F238E27FC236}">
                <a16:creationId xmlns:a16="http://schemas.microsoft.com/office/drawing/2014/main" id="{325542BB-A1DE-421A-898F-007CCBCC1040}"/>
              </a:ext>
            </a:extLst>
          </p:cNvPr>
          <p:cNvSpPr>
            <a:spLocks noGrp="1"/>
          </p:cNvSpPr>
          <p:nvPr>
            <p:ph type="body" sz="quarter" idx="18"/>
          </p:nvPr>
        </p:nvSpPr>
        <p:spPr>
          <a:xfrm>
            <a:off x="1166813" y="5094555"/>
            <a:ext cx="1587499" cy="350292"/>
          </a:xfrm>
        </p:spPr>
        <p:txBody>
          <a:bodyPr rtlCol="0" anchor="ctr">
            <a:noAutofit/>
          </a:bodyPr>
          <a:lstStyle>
            <a:lvl1pPr marL="0" indent="0" algn="ctr">
              <a:buNone/>
              <a:defRPr lang="en-US" sz="1600" kern="1200" dirty="0" smtClean="0">
                <a:solidFill>
                  <a:schemeClr val="tx1"/>
                </a:solidFill>
                <a:latin typeface="Calibri" panose="020F0502020204030204" pitchFamily="34" charset="0"/>
                <a:ea typeface="+mn-ea"/>
                <a:cs typeface="+mn-cs"/>
              </a:defRPr>
            </a:lvl1pPr>
            <a:lvl2pPr marL="0" indent="0">
              <a:buNone/>
              <a:defRPr/>
            </a:lvl2pPr>
          </a:lstStyle>
          <a:p>
            <a:pPr lvl="0" rtl="0"/>
            <a:r>
              <a:rPr lang="pl-PL" noProof="0"/>
              <a:t>Kliknij, aby edytować style wzorca tekstu</a:t>
            </a:r>
          </a:p>
        </p:txBody>
      </p:sp>
      <p:sp>
        <p:nvSpPr>
          <p:cNvPr id="20" name="Tekst — symbol zastępczy 27">
            <a:extLst>
              <a:ext uri="{FF2B5EF4-FFF2-40B4-BE49-F238E27FC236}">
                <a16:creationId xmlns:a16="http://schemas.microsoft.com/office/drawing/2014/main" id="{95E87339-255E-4557-9768-A292ED25DBA8}"/>
              </a:ext>
            </a:extLst>
          </p:cNvPr>
          <p:cNvSpPr>
            <a:spLocks noGrp="1"/>
          </p:cNvSpPr>
          <p:nvPr>
            <p:ph type="body" sz="quarter" idx="19"/>
          </p:nvPr>
        </p:nvSpPr>
        <p:spPr>
          <a:xfrm>
            <a:off x="1166813" y="5371723"/>
            <a:ext cx="1587499" cy="350292"/>
          </a:xfrm>
        </p:spPr>
        <p:txBody>
          <a:bodyPr rtlCol="0">
            <a:noAutofit/>
          </a:bodyPr>
          <a:lstStyle>
            <a:lvl1pPr marL="0" indent="0" algn="ctr">
              <a:buNone/>
              <a:defRPr lang="en-US" sz="1200" kern="1200" dirty="0" smtClean="0">
                <a:solidFill>
                  <a:schemeClr val="tx1"/>
                </a:solidFill>
                <a:latin typeface="Calibri" panose="020F0502020204030204" pitchFamily="34" charset="0"/>
                <a:ea typeface="+mn-ea"/>
                <a:cs typeface="+mn-cs"/>
              </a:defRPr>
            </a:lvl1pPr>
            <a:lvl2pPr marL="0" indent="0">
              <a:buNone/>
              <a:defRPr/>
            </a:lvl2pPr>
          </a:lstStyle>
          <a:p>
            <a:pPr lvl="0" rtl="0"/>
            <a:r>
              <a:rPr lang="pl-PL" noProof="0"/>
              <a:t>Kliknij, aby edytować style wzorca tekstu</a:t>
            </a:r>
          </a:p>
        </p:txBody>
      </p:sp>
      <p:sp>
        <p:nvSpPr>
          <p:cNvPr id="21" name="Tekst — symbol zastępczy 27">
            <a:extLst>
              <a:ext uri="{FF2B5EF4-FFF2-40B4-BE49-F238E27FC236}">
                <a16:creationId xmlns:a16="http://schemas.microsoft.com/office/drawing/2014/main" id="{969EC781-370F-41FC-AD76-0728B465E512}"/>
              </a:ext>
            </a:extLst>
          </p:cNvPr>
          <p:cNvSpPr>
            <a:spLocks noGrp="1"/>
          </p:cNvSpPr>
          <p:nvPr>
            <p:ph type="body" sz="quarter" idx="20"/>
          </p:nvPr>
        </p:nvSpPr>
        <p:spPr>
          <a:xfrm>
            <a:off x="3228885" y="5094555"/>
            <a:ext cx="1587499" cy="350292"/>
          </a:xfrm>
        </p:spPr>
        <p:txBody>
          <a:bodyPr rtlCol="0" anchor="ctr">
            <a:noAutofit/>
          </a:bodyPr>
          <a:lstStyle>
            <a:lvl1pPr marL="0" indent="0" algn="ctr">
              <a:buNone/>
              <a:defRPr lang="en-US" sz="1600" kern="1200" dirty="0" smtClean="0">
                <a:solidFill>
                  <a:schemeClr val="tx1"/>
                </a:solidFill>
                <a:latin typeface="Calibri" panose="020F0502020204030204" pitchFamily="34" charset="0"/>
                <a:ea typeface="+mn-ea"/>
                <a:cs typeface="+mn-cs"/>
              </a:defRPr>
            </a:lvl1pPr>
            <a:lvl2pPr marL="0" indent="0">
              <a:buNone/>
              <a:defRPr/>
            </a:lvl2pPr>
          </a:lstStyle>
          <a:p>
            <a:pPr lvl="0" rtl="0"/>
            <a:r>
              <a:rPr lang="pl-PL" noProof="0"/>
              <a:t>Kliknij, aby edytować style wzorca tekstu</a:t>
            </a:r>
          </a:p>
        </p:txBody>
      </p:sp>
      <p:sp>
        <p:nvSpPr>
          <p:cNvPr id="22" name="Tekst — symbol zastępczy 27">
            <a:extLst>
              <a:ext uri="{FF2B5EF4-FFF2-40B4-BE49-F238E27FC236}">
                <a16:creationId xmlns:a16="http://schemas.microsoft.com/office/drawing/2014/main" id="{50C960BB-D9A3-417D-87D9-E93363FB5850}"/>
              </a:ext>
            </a:extLst>
          </p:cNvPr>
          <p:cNvSpPr>
            <a:spLocks noGrp="1"/>
          </p:cNvSpPr>
          <p:nvPr>
            <p:ph type="body" sz="quarter" idx="21"/>
          </p:nvPr>
        </p:nvSpPr>
        <p:spPr>
          <a:xfrm>
            <a:off x="3228885" y="5371723"/>
            <a:ext cx="1587499" cy="350292"/>
          </a:xfrm>
        </p:spPr>
        <p:txBody>
          <a:bodyPr rtlCol="0">
            <a:noAutofit/>
          </a:bodyPr>
          <a:lstStyle>
            <a:lvl1pPr marL="0" indent="0" algn="ctr">
              <a:buNone/>
              <a:defRPr lang="en-US" sz="1200" kern="1200" dirty="0" smtClean="0">
                <a:solidFill>
                  <a:schemeClr val="tx1"/>
                </a:solidFill>
                <a:latin typeface="Calibri" panose="020F0502020204030204" pitchFamily="34" charset="0"/>
                <a:ea typeface="+mn-ea"/>
                <a:cs typeface="+mn-cs"/>
              </a:defRPr>
            </a:lvl1pPr>
            <a:lvl2pPr marL="0" indent="0">
              <a:buNone/>
              <a:defRPr/>
            </a:lvl2pPr>
          </a:lstStyle>
          <a:p>
            <a:pPr lvl="0" rtl="0"/>
            <a:r>
              <a:rPr lang="pl-PL" noProof="0"/>
              <a:t>Kliknij, aby edytować style wzorca tekstu</a:t>
            </a:r>
          </a:p>
        </p:txBody>
      </p:sp>
      <p:sp>
        <p:nvSpPr>
          <p:cNvPr id="23" name="Tekst — symbol zastępczy 27">
            <a:extLst>
              <a:ext uri="{FF2B5EF4-FFF2-40B4-BE49-F238E27FC236}">
                <a16:creationId xmlns:a16="http://schemas.microsoft.com/office/drawing/2014/main" id="{714B566C-453D-4E47-8BE0-2EF7145AD3AF}"/>
              </a:ext>
            </a:extLst>
          </p:cNvPr>
          <p:cNvSpPr>
            <a:spLocks noGrp="1"/>
          </p:cNvSpPr>
          <p:nvPr>
            <p:ph type="body" sz="quarter" idx="22"/>
          </p:nvPr>
        </p:nvSpPr>
        <p:spPr>
          <a:xfrm>
            <a:off x="5302249" y="5094555"/>
            <a:ext cx="1587499" cy="350292"/>
          </a:xfrm>
        </p:spPr>
        <p:txBody>
          <a:bodyPr rtlCol="0" anchor="ctr">
            <a:noAutofit/>
          </a:bodyPr>
          <a:lstStyle>
            <a:lvl1pPr marL="0" indent="0" algn="ctr">
              <a:buNone/>
              <a:defRPr lang="en-US" sz="1600" kern="1200" dirty="0" smtClean="0">
                <a:solidFill>
                  <a:schemeClr val="tx1"/>
                </a:solidFill>
                <a:latin typeface="Calibri" panose="020F0502020204030204" pitchFamily="34" charset="0"/>
                <a:ea typeface="+mn-ea"/>
                <a:cs typeface="+mn-cs"/>
              </a:defRPr>
            </a:lvl1pPr>
            <a:lvl2pPr marL="0" indent="0">
              <a:buNone/>
              <a:defRPr/>
            </a:lvl2pPr>
          </a:lstStyle>
          <a:p>
            <a:pPr lvl="0" rtl="0"/>
            <a:r>
              <a:rPr lang="pl-PL" noProof="0"/>
              <a:t>Kliknij, aby edytować style wzorca tekstu</a:t>
            </a:r>
          </a:p>
        </p:txBody>
      </p:sp>
      <p:sp>
        <p:nvSpPr>
          <p:cNvPr id="24" name="Tekst — symbol zastępczy 27">
            <a:extLst>
              <a:ext uri="{FF2B5EF4-FFF2-40B4-BE49-F238E27FC236}">
                <a16:creationId xmlns:a16="http://schemas.microsoft.com/office/drawing/2014/main" id="{8C9D423F-AE1B-476A-AC7E-F34CE6ABFA31}"/>
              </a:ext>
            </a:extLst>
          </p:cNvPr>
          <p:cNvSpPr>
            <a:spLocks noGrp="1"/>
          </p:cNvSpPr>
          <p:nvPr>
            <p:ph type="body" sz="quarter" idx="23"/>
          </p:nvPr>
        </p:nvSpPr>
        <p:spPr>
          <a:xfrm>
            <a:off x="5302249" y="5371723"/>
            <a:ext cx="1587499" cy="350292"/>
          </a:xfrm>
        </p:spPr>
        <p:txBody>
          <a:bodyPr rtlCol="0">
            <a:noAutofit/>
          </a:bodyPr>
          <a:lstStyle>
            <a:lvl1pPr marL="0" indent="0" algn="ctr">
              <a:buNone/>
              <a:defRPr lang="en-US" sz="1200" kern="1200" dirty="0" smtClean="0">
                <a:solidFill>
                  <a:schemeClr val="tx1"/>
                </a:solidFill>
                <a:latin typeface="Calibri" panose="020F0502020204030204" pitchFamily="34" charset="0"/>
                <a:ea typeface="+mn-ea"/>
                <a:cs typeface="+mn-cs"/>
              </a:defRPr>
            </a:lvl1pPr>
            <a:lvl2pPr marL="0" indent="0">
              <a:buNone/>
              <a:defRPr/>
            </a:lvl2pPr>
          </a:lstStyle>
          <a:p>
            <a:pPr lvl="0" rtl="0"/>
            <a:r>
              <a:rPr lang="pl-PL" noProof="0"/>
              <a:t>Kliknij, aby edytować style wzorca tekstu</a:t>
            </a:r>
          </a:p>
        </p:txBody>
      </p:sp>
      <p:sp>
        <p:nvSpPr>
          <p:cNvPr id="25" name="Tekst — symbol zastępczy 27">
            <a:extLst>
              <a:ext uri="{FF2B5EF4-FFF2-40B4-BE49-F238E27FC236}">
                <a16:creationId xmlns:a16="http://schemas.microsoft.com/office/drawing/2014/main" id="{F25DCDC4-ECAE-47AB-8ED3-07D8D33BF181}"/>
              </a:ext>
            </a:extLst>
          </p:cNvPr>
          <p:cNvSpPr>
            <a:spLocks noGrp="1"/>
          </p:cNvSpPr>
          <p:nvPr>
            <p:ph type="body" sz="quarter" idx="24"/>
          </p:nvPr>
        </p:nvSpPr>
        <p:spPr>
          <a:xfrm>
            <a:off x="7364765" y="5094555"/>
            <a:ext cx="1587499" cy="350292"/>
          </a:xfrm>
        </p:spPr>
        <p:txBody>
          <a:bodyPr rtlCol="0" anchor="ctr">
            <a:noAutofit/>
          </a:bodyPr>
          <a:lstStyle>
            <a:lvl1pPr marL="0" indent="0" algn="ctr">
              <a:buNone/>
              <a:defRPr lang="en-US" sz="1600" kern="1200" dirty="0" smtClean="0">
                <a:solidFill>
                  <a:schemeClr val="tx1"/>
                </a:solidFill>
                <a:latin typeface="Calibri" panose="020F0502020204030204" pitchFamily="34" charset="0"/>
                <a:ea typeface="+mn-ea"/>
                <a:cs typeface="+mn-cs"/>
              </a:defRPr>
            </a:lvl1pPr>
            <a:lvl2pPr marL="0" indent="0">
              <a:buNone/>
              <a:defRPr/>
            </a:lvl2pPr>
          </a:lstStyle>
          <a:p>
            <a:pPr lvl="0" rtl="0"/>
            <a:r>
              <a:rPr lang="pl-PL" noProof="0"/>
              <a:t>Kliknij, aby edytować style wzorca tekstu</a:t>
            </a:r>
          </a:p>
        </p:txBody>
      </p:sp>
      <p:sp>
        <p:nvSpPr>
          <p:cNvPr id="26" name="Tekst — symbol zastępczy 27">
            <a:extLst>
              <a:ext uri="{FF2B5EF4-FFF2-40B4-BE49-F238E27FC236}">
                <a16:creationId xmlns:a16="http://schemas.microsoft.com/office/drawing/2014/main" id="{1A7D8398-681A-475F-9624-02EFB0099D50}"/>
              </a:ext>
            </a:extLst>
          </p:cNvPr>
          <p:cNvSpPr>
            <a:spLocks noGrp="1"/>
          </p:cNvSpPr>
          <p:nvPr>
            <p:ph type="body" sz="quarter" idx="25"/>
          </p:nvPr>
        </p:nvSpPr>
        <p:spPr>
          <a:xfrm>
            <a:off x="7364765" y="5371723"/>
            <a:ext cx="1587499" cy="350292"/>
          </a:xfrm>
        </p:spPr>
        <p:txBody>
          <a:bodyPr rtlCol="0">
            <a:noAutofit/>
          </a:bodyPr>
          <a:lstStyle>
            <a:lvl1pPr marL="0" indent="0" algn="ctr">
              <a:buNone/>
              <a:defRPr lang="en-US" sz="1200" kern="1200" dirty="0" smtClean="0">
                <a:solidFill>
                  <a:schemeClr val="tx1"/>
                </a:solidFill>
                <a:latin typeface="Calibri" panose="020F0502020204030204" pitchFamily="34" charset="0"/>
                <a:ea typeface="+mn-ea"/>
                <a:cs typeface="+mn-cs"/>
              </a:defRPr>
            </a:lvl1pPr>
            <a:lvl2pPr marL="0" indent="0">
              <a:buNone/>
              <a:defRPr/>
            </a:lvl2pPr>
          </a:lstStyle>
          <a:p>
            <a:pPr lvl="0" rtl="0"/>
            <a:r>
              <a:rPr lang="pl-PL" noProof="0"/>
              <a:t>Kliknij, aby edytować style wzorca tekstu</a:t>
            </a:r>
          </a:p>
        </p:txBody>
      </p:sp>
      <p:sp>
        <p:nvSpPr>
          <p:cNvPr id="27" name="Tekst — symbol zastępczy 27">
            <a:extLst>
              <a:ext uri="{FF2B5EF4-FFF2-40B4-BE49-F238E27FC236}">
                <a16:creationId xmlns:a16="http://schemas.microsoft.com/office/drawing/2014/main" id="{9692C358-06E1-468E-90F8-9F5F3918233E}"/>
              </a:ext>
            </a:extLst>
          </p:cNvPr>
          <p:cNvSpPr>
            <a:spLocks noGrp="1"/>
          </p:cNvSpPr>
          <p:nvPr>
            <p:ph type="body" sz="quarter" idx="26"/>
          </p:nvPr>
        </p:nvSpPr>
        <p:spPr>
          <a:xfrm>
            <a:off x="9437688" y="5094555"/>
            <a:ext cx="1587499" cy="350292"/>
          </a:xfrm>
        </p:spPr>
        <p:txBody>
          <a:bodyPr rtlCol="0" anchor="ctr">
            <a:noAutofit/>
          </a:bodyPr>
          <a:lstStyle>
            <a:lvl1pPr marL="0" indent="0" algn="ctr">
              <a:buNone/>
              <a:defRPr lang="en-US" sz="1600" kern="1200" dirty="0" smtClean="0">
                <a:solidFill>
                  <a:schemeClr val="tx1"/>
                </a:solidFill>
                <a:latin typeface="Calibri" panose="020F0502020204030204" pitchFamily="34" charset="0"/>
                <a:ea typeface="+mn-ea"/>
                <a:cs typeface="+mn-cs"/>
              </a:defRPr>
            </a:lvl1pPr>
            <a:lvl2pPr marL="0" indent="0">
              <a:buNone/>
              <a:defRPr/>
            </a:lvl2pPr>
          </a:lstStyle>
          <a:p>
            <a:pPr lvl="0" rtl="0"/>
            <a:r>
              <a:rPr lang="pl-PL" noProof="0"/>
              <a:t>Kliknij, aby edytować style wzorca tekstu</a:t>
            </a:r>
          </a:p>
        </p:txBody>
      </p:sp>
      <p:sp>
        <p:nvSpPr>
          <p:cNvPr id="28" name="Tekst — symbol zastępczy 27">
            <a:extLst>
              <a:ext uri="{FF2B5EF4-FFF2-40B4-BE49-F238E27FC236}">
                <a16:creationId xmlns:a16="http://schemas.microsoft.com/office/drawing/2014/main" id="{2167CC03-B865-47EB-83C3-CA5CDC584C0F}"/>
              </a:ext>
            </a:extLst>
          </p:cNvPr>
          <p:cNvSpPr>
            <a:spLocks noGrp="1"/>
          </p:cNvSpPr>
          <p:nvPr>
            <p:ph type="body" sz="quarter" idx="27"/>
          </p:nvPr>
        </p:nvSpPr>
        <p:spPr>
          <a:xfrm>
            <a:off x="9437688" y="5371723"/>
            <a:ext cx="1587499" cy="350292"/>
          </a:xfrm>
        </p:spPr>
        <p:txBody>
          <a:bodyPr rtlCol="0">
            <a:noAutofit/>
          </a:bodyPr>
          <a:lstStyle>
            <a:lvl1pPr marL="0" indent="0" algn="ctr">
              <a:buNone/>
              <a:defRPr lang="en-US" sz="1200" kern="1200" dirty="0" smtClean="0">
                <a:solidFill>
                  <a:schemeClr val="tx1"/>
                </a:solidFill>
                <a:latin typeface="Calibri" panose="020F0502020204030204" pitchFamily="34" charset="0"/>
                <a:ea typeface="+mn-ea"/>
                <a:cs typeface="+mn-cs"/>
              </a:defRPr>
            </a:lvl1pPr>
            <a:lvl2pPr marL="0" indent="0">
              <a:buNone/>
              <a:defRPr/>
            </a:lvl2pPr>
          </a:lstStyle>
          <a:p>
            <a:pPr lvl="0" rtl="0"/>
            <a:r>
              <a:rPr lang="pl-PL" noProof="0"/>
              <a:t>Kliknij, aby edytować style wzorca tekstu</a:t>
            </a:r>
          </a:p>
        </p:txBody>
      </p:sp>
      <p:sp>
        <p:nvSpPr>
          <p:cNvPr id="3" name="Data — symbol zastępczy 2">
            <a:extLst>
              <a:ext uri="{FF2B5EF4-FFF2-40B4-BE49-F238E27FC236}">
                <a16:creationId xmlns:a16="http://schemas.microsoft.com/office/drawing/2014/main" id="{AEFFE053-BB16-4940-B248-2D496BB29975}"/>
              </a:ext>
            </a:extLst>
          </p:cNvPr>
          <p:cNvSpPr>
            <a:spLocks noGrp="1"/>
          </p:cNvSpPr>
          <p:nvPr>
            <p:ph type="dt" sz="half" idx="10"/>
          </p:nvPr>
        </p:nvSpPr>
        <p:spPr/>
        <p:txBody>
          <a:bodyPr rtlCol="0"/>
          <a:lstStyle>
            <a:lvl1pPr>
              <a:defRPr/>
            </a:lvl1pPr>
          </a:lstStyle>
          <a:p>
            <a:pPr rtl="0"/>
            <a:r>
              <a:rPr lang="pl-PL" noProof="0"/>
              <a:t>20XX</a:t>
            </a:r>
          </a:p>
        </p:txBody>
      </p:sp>
      <p:sp>
        <p:nvSpPr>
          <p:cNvPr id="4" name="Stopka — symbol zastępczy 3">
            <a:extLst>
              <a:ext uri="{FF2B5EF4-FFF2-40B4-BE49-F238E27FC236}">
                <a16:creationId xmlns:a16="http://schemas.microsoft.com/office/drawing/2014/main" id="{31FBD80C-6CA1-42DB-B732-4807A27DA8C7}"/>
              </a:ext>
            </a:extLst>
          </p:cNvPr>
          <p:cNvSpPr>
            <a:spLocks noGrp="1"/>
          </p:cNvSpPr>
          <p:nvPr>
            <p:ph type="ftr" sz="quarter" idx="11"/>
          </p:nvPr>
        </p:nvSpPr>
        <p:spPr/>
        <p:txBody>
          <a:bodyPr rtlCol="0"/>
          <a:lstStyle/>
          <a:p>
            <a:pPr rtl="0"/>
            <a:endParaRPr lang="pl-PL" noProof="0"/>
          </a:p>
        </p:txBody>
      </p:sp>
      <p:sp>
        <p:nvSpPr>
          <p:cNvPr id="5" name="Numer slajdu — symbol zastępczy 4">
            <a:extLst>
              <a:ext uri="{FF2B5EF4-FFF2-40B4-BE49-F238E27FC236}">
                <a16:creationId xmlns:a16="http://schemas.microsoft.com/office/drawing/2014/main" id="{B7A9DA86-C177-42C6-90F8-37C6844A2AA8}"/>
              </a:ext>
            </a:extLst>
          </p:cNvPr>
          <p:cNvSpPr>
            <a:spLocks noGrp="1"/>
          </p:cNvSpPr>
          <p:nvPr>
            <p:ph type="sldNum" sz="quarter" idx="12"/>
          </p:nvPr>
        </p:nvSpPr>
        <p:spPr/>
        <p:txBody>
          <a:bodyPr rtlCol="0"/>
          <a:lstStyle/>
          <a:p>
            <a:pPr rtl="0"/>
            <a:fld id="{294A09A9-5501-47C1-A89A-A340965A2BE2}" type="slidenum">
              <a:rPr lang="pl-PL" noProof="0" smtClean="0"/>
              <a:t>‹#›</a:t>
            </a:fld>
            <a:endParaRPr lang="pl-PL" noProof="0"/>
          </a:p>
        </p:txBody>
      </p:sp>
    </p:spTree>
    <p:extLst>
      <p:ext uri="{BB962C8B-B14F-4D97-AF65-F5344CB8AC3E}">
        <p14:creationId xmlns:p14="http://schemas.microsoft.com/office/powerpoint/2010/main" val="18853035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D84AEE3-6C7B-402E-B26D-1D079D78D307}"/>
              </a:ext>
            </a:extLst>
          </p:cNvPr>
          <p:cNvSpPr>
            <a:spLocks noGrp="1"/>
          </p:cNvSpPr>
          <p:nvPr>
            <p:ph type="title" hasCustomPrompt="1"/>
          </p:nvPr>
        </p:nvSpPr>
        <p:spPr/>
        <p:txBody>
          <a:bodyPr rtlCol="0"/>
          <a:lstStyle/>
          <a:p>
            <a:pPr rtl="0"/>
            <a:r>
              <a:rPr lang="pl-PL" noProof="0"/>
              <a:t>Kliknij, aby edytować styl wzorca tytułu</a:t>
            </a:r>
          </a:p>
        </p:txBody>
      </p:sp>
      <p:sp>
        <p:nvSpPr>
          <p:cNvPr id="3" name="Zawartość — symbol zastępczy 2">
            <a:extLst>
              <a:ext uri="{FF2B5EF4-FFF2-40B4-BE49-F238E27FC236}">
                <a16:creationId xmlns:a16="http://schemas.microsoft.com/office/drawing/2014/main" id="{B1101641-6BDA-433D-9393-1DDACE06701C}"/>
              </a:ext>
            </a:extLst>
          </p:cNvPr>
          <p:cNvSpPr>
            <a:spLocks noGrp="1"/>
          </p:cNvSpPr>
          <p:nvPr>
            <p:ph sz="half" idx="1" hasCustomPrompt="1"/>
          </p:nvPr>
        </p:nvSpPr>
        <p:spPr>
          <a:xfrm>
            <a:off x="989400" y="1685925"/>
            <a:ext cx="4928400" cy="4092575"/>
          </a:xfrm>
        </p:spPr>
        <p:txBody>
          <a:bodyPr rtlCol="0"/>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4" name="Zawartość — symbol zastępczy 3">
            <a:extLst>
              <a:ext uri="{FF2B5EF4-FFF2-40B4-BE49-F238E27FC236}">
                <a16:creationId xmlns:a16="http://schemas.microsoft.com/office/drawing/2014/main" id="{DB8F8D2A-A489-488D-B1E1-23F36D3E95C7}"/>
              </a:ext>
            </a:extLst>
          </p:cNvPr>
          <p:cNvSpPr>
            <a:spLocks noGrp="1"/>
          </p:cNvSpPr>
          <p:nvPr>
            <p:ph sz="half" idx="2" hasCustomPrompt="1"/>
          </p:nvPr>
        </p:nvSpPr>
        <p:spPr>
          <a:xfrm>
            <a:off x="6274202" y="1685925"/>
            <a:ext cx="4928400" cy="4092575"/>
          </a:xfrm>
        </p:spPr>
        <p:txBody>
          <a:bodyPr rtlCol="0"/>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5" name="Data — symbol zastępczy 4">
            <a:extLst>
              <a:ext uri="{FF2B5EF4-FFF2-40B4-BE49-F238E27FC236}">
                <a16:creationId xmlns:a16="http://schemas.microsoft.com/office/drawing/2014/main" id="{1CA242E8-AEEF-4BBD-94E9-86F89D69522C}"/>
              </a:ext>
            </a:extLst>
          </p:cNvPr>
          <p:cNvSpPr>
            <a:spLocks noGrp="1"/>
          </p:cNvSpPr>
          <p:nvPr>
            <p:ph type="dt" sz="half" idx="10"/>
          </p:nvPr>
        </p:nvSpPr>
        <p:spPr/>
        <p:txBody>
          <a:bodyPr rtlCol="0"/>
          <a:lstStyle>
            <a:lvl1pPr>
              <a:defRPr/>
            </a:lvl1pPr>
          </a:lstStyle>
          <a:p>
            <a:pPr rtl="0"/>
            <a:r>
              <a:rPr lang="pl-PL" noProof="0"/>
              <a:t>20XX</a:t>
            </a:r>
          </a:p>
        </p:txBody>
      </p:sp>
      <p:sp>
        <p:nvSpPr>
          <p:cNvPr id="6" name="Stopka — symbol zastępczy 5">
            <a:extLst>
              <a:ext uri="{FF2B5EF4-FFF2-40B4-BE49-F238E27FC236}">
                <a16:creationId xmlns:a16="http://schemas.microsoft.com/office/drawing/2014/main" id="{BD58D2CA-06C9-412D-A5D6-F97DDBBB03DB}"/>
              </a:ext>
            </a:extLst>
          </p:cNvPr>
          <p:cNvSpPr>
            <a:spLocks noGrp="1"/>
          </p:cNvSpPr>
          <p:nvPr>
            <p:ph type="ftr" sz="quarter" idx="11"/>
          </p:nvPr>
        </p:nvSpPr>
        <p:spPr/>
        <p:txBody>
          <a:bodyPr rtlCol="0"/>
          <a:lstStyle/>
          <a:p>
            <a:pPr rtl="0"/>
            <a:endParaRPr lang="pl-PL" noProof="0"/>
          </a:p>
        </p:txBody>
      </p:sp>
      <p:sp>
        <p:nvSpPr>
          <p:cNvPr id="7" name="Numer slajdu — symbol zastępczy 6">
            <a:extLst>
              <a:ext uri="{FF2B5EF4-FFF2-40B4-BE49-F238E27FC236}">
                <a16:creationId xmlns:a16="http://schemas.microsoft.com/office/drawing/2014/main" id="{021A80D9-E04B-47BF-80DA-01E68346A51C}"/>
              </a:ext>
            </a:extLst>
          </p:cNvPr>
          <p:cNvSpPr>
            <a:spLocks noGrp="1"/>
          </p:cNvSpPr>
          <p:nvPr>
            <p:ph type="sldNum" sz="quarter" idx="12"/>
          </p:nvPr>
        </p:nvSpPr>
        <p:spPr/>
        <p:txBody>
          <a:bodyPr rtlCol="0"/>
          <a:lstStyle/>
          <a:p>
            <a:pPr rtl="0"/>
            <a:fld id="{294A09A9-5501-47C1-A89A-A340965A2BE2}" type="slidenum">
              <a:rPr lang="pl-PL" noProof="0" smtClean="0"/>
              <a:t>‹#›</a:t>
            </a:fld>
            <a:endParaRPr lang="pl-PL" noProof="0"/>
          </a:p>
        </p:txBody>
      </p:sp>
    </p:spTree>
    <p:extLst>
      <p:ext uri="{BB962C8B-B14F-4D97-AF65-F5344CB8AC3E}">
        <p14:creationId xmlns:p14="http://schemas.microsoft.com/office/powerpoint/2010/main" val="27305451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orównanie">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7A42251-8A4B-463E-982B-C657C3810F36}"/>
              </a:ext>
            </a:extLst>
          </p:cNvPr>
          <p:cNvSpPr>
            <a:spLocks noGrp="1"/>
          </p:cNvSpPr>
          <p:nvPr>
            <p:ph type="title" hasCustomPrompt="1"/>
          </p:nvPr>
        </p:nvSpPr>
        <p:spPr>
          <a:xfrm>
            <a:off x="989400" y="395289"/>
            <a:ext cx="10213200" cy="1112836"/>
          </a:xfrm>
        </p:spPr>
        <p:txBody>
          <a:bodyPr rtlCol="0"/>
          <a:lstStyle/>
          <a:p>
            <a:pPr rtl="0"/>
            <a:r>
              <a:rPr lang="pl-PL" noProof="0"/>
              <a:t>Kliknij, aby edytować styl wzorca tytułu</a:t>
            </a:r>
          </a:p>
        </p:txBody>
      </p:sp>
      <p:sp>
        <p:nvSpPr>
          <p:cNvPr id="3" name="Tekst — symbol zastępczy 2">
            <a:extLst>
              <a:ext uri="{FF2B5EF4-FFF2-40B4-BE49-F238E27FC236}">
                <a16:creationId xmlns:a16="http://schemas.microsoft.com/office/drawing/2014/main" id="{61C74D5E-AC0B-46BF-8840-61CC89C3B6BE}"/>
              </a:ext>
            </a:extLst>
          </p:cNvPr>
          <p:cNvSpPr>
            <a:spLocks noGrp="1"/>
          </p:cNvSpPr>
          <p:nvPr>
            <p:ph type="body" idx="1" hasCustomPrompt="1"/>
          </p:nvPr>
        </p:nvSpPr>
        <p:spPr>
          <a:xfrm>
            <a:off x="989399" y="1736732"/>
            <a:ext cx="4928400" cy="661912"/>
          </a:xfrm>
        </p:spPr>
        <p:txBody>
          <a:bodyPr rtlCol="0"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l-PL" noProof="0"/>
              <a:t>Kliknij, aby edytować style wzorców tekstu</a:t>
            </a:r>
          </a:p>
        </p:txBody>
      </p:sp>
      <p:sp>
        <p:nvSpPr>
          <p:cNvPr id="4" name="Zawartość — symbol zastępczy 3">
            <a:extLst>
              <a:ext uri="{FF2B5EF4-FFF2-40B4-BE49-F238E27FC236}">
                <a16:creationId xmlns:a16="http://schemas.microsoft.com/office/drawing/2014/main" id="{901A0738-7A90-4A35-AB98-9656D6187286}"/>
              </a:ext>
            </a:extLst>
          </p:cNvPr>
          <p:cNvSpPr>
            <a:spLocks noGrp="1"/>
          </p:cNvSpPr>
          <p:nvPr>
            <p:ph sz="half" idx="2" hasCustomPrompt="1"/>
          </p:nvPr>
        </p:nvSpPr>
        <p:spPr>
          <a:xfrm>
            <a:off x="989400" y="2431256"/>
            <a:ext cx="4928400" cy="3347244"/>
          </a:xfrm>
        </p:spPr>
        <p:txBody>
          <a:bodyPr rtlCol="0"/>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5" name="Tekst — symbol zastępczy 4">
            <a:extLst>
              <a:ext uri="{FF2B5EF4-FFF2-40B4-BE49-F238E27FC236}">
                <a16:creationId xmlns:a16="http://schemas.microsoft.com/office/drawing/2014/main" id="{5DADFE01-1BA7-4288-9355-8B2B508BE582}"/>
              </a:ext>
            </a:extLst>
          </p:cNvPr>
          <p:cNvSpPr>
            <a:spLocks noGrp="1"/>
          </p:cNvSpPr>
          <p:nvPr>
            <p:ph type="body" sz="quarter" idx="3" hasCustomPrompt="1"/>
          </p:nvPr>
        </p:nvSpPr>
        <p:spPr>
          <a:xfrm>
            <a:off x="6274200" y="1736732"/>
            <a:ext cx="4928400" cy="662400"/>
          </a:xfrm>
        </p:spPr>
        <p:txBody>
          <a:bodyPr rtlCol="0"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l-PL" noProof="0"/>
              <a:t>Kliknij, aby edytować style wzorców tekstu</a:t>
            </a:r>
          </a:p>
        </p:txBody>
      </p:sp>
      <p:sp>
        <p:nvSpPr>
          <p:cNvPr id="6" name="Zawartość — symbol zastępczy 5">
            <a:extLst>
              <a:ext uri="{FF2B5EF4-FFF2-40B4-BE49-F238E27FC236}">
                <a16:creationId xmlns:a16="http://schemas.microsoft.com/office/drawing/2014/main" id="{F7D49F77-6C55-47AC-B1AE-5D9906DBD7F6}"/>
              </a:ext>
            </a:extLst>
          </p:cNvPr>
          <p:cNvSpPr>
            <a:spLocks noGrp="1"/>
          </p:cNvSpPr>
          <p:nvPr>
            <p:ph sz="quarter" idx="4" hasCustomPrompt="1"/>
          </p:nvPr>
        </p:nvSpPr>
        <p:spPr>
          <a:xfrm>
            <a:off x="6274200" y="2431257"/>
            <a:ext cx="4928400" cy="3347244"/>
          </a:xfrm>
        </p:spPr>
        <p:txBody>
          <a:bodyPr rtlCol="0"/>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7" name="Data — symbol zastępczy 6">
            <a:extLst>
              <a:ext uri="{FF2B5EF4-FFF2-40B4-BE49-F238E27FC236}">
                <a16:creationId xmlns:a16="http://schemas.microsoft.com/office/drawing/2014/main" id="{21D8EF53-AF86-47E8-83DC-8C419847A639}"/>
              </a:ext>
            </a:extLst>
          </p:cNvPr>
          <p:cNvSpPr>
            <a:spLocks noGrp="1"/>
          </p:cNvSpPr>
          <p:nvPr>
            <p:ph type="dt" sz="half" idx="10"/>
          </p:nvPr>
        </p:nvSpPr>
        <p:spPr/>
        <p:txBody>
          <a:bodyPr rtlCol="0"/>
          <a:lstStyle>
            <a:lvl1pPr>
              <a:defRPr/>
            </a:lvl1pPr>
          </a:lstStyle>
          <a:p>
            <a:pPr rtl="0"/>
            <a:r>
              <a:rPr lang="pl-PL" noProof="0"/>
              <a:t>20XX</a:t>
            </a:r>
          </a:p>
        </p:txBody>
      </p:sp>
      <p:sp>
        <p:nvSpPr>
          <p:cNvPr id="8" name="Stopka — symbol zastępczy 7">
            <a:extLst>
              <a:ext uri="{FF2B5EF4-FFF2-40B4-BE49-F238E27FC236}">
                <a16:creationId xmlns:a16="http://schemas.microsoft.com/office/drawing/2014/main" id="{5C01D653-ED9A-46D3-A97F-B5FA1DAE6CA9}"/>
              </a:ext>
            </a:extLst>
          </p:cNvPr>
          <p:cNvSpPr>
            <a:spLocks noGrp="1"/>
          </p:cNvSpPr>
          <p:nvPr>
            <p:ph type="ftr" sz="quarter" idx="11"/>
          </p:nvPr>
        </p:nvSpPr>
        <p:spPr/>
        <p:txBody>
          <a:bodyPr rtlCol="0"/>
          <a:lstStyle/>
          <a:p>
            <a:pPr rtl="0"/>
            <a:endParaRPr lang="pl-PL" noProof="0"/>
          </a:p>
        </p:txBody>
      </p:sp>
      <p:sp>
        <p:nvSpPr>
          <p:cNvPr id="9" name="Numer slajdu — symbol zastępczy 8">
            <a:extLst>
              <a:ext uri="{FF2B5EF4-FFF2-40B4-BE49-F238E27FC236}">
                <a16:creationId xmlns:a16="http://schemas.microsoft.com/office/drawing/2014/main" id="{CC5B9B66-64EA-4022-BD96-ECF2A80CE2F0}"/>
              </a:ext>
            </a:extLst>
          </p:cNvPr>
          <p:cNvSpPr>
            <a:spLocks noGrp="1"/>
          </p:cNvSpPr>
          <p:nvPr>
            <p:ph type="sldNum" sz="quarter" idx="12"/>
          </p:nvPr>
        </p:nvSpPr>
        <p:spPr/>
        <p:txBody>
          <a:bodyPr rtlCol="0"/>
          <a:lstStyle/>
          <a:p>
            <a:pPr rtl="0"/>
            <a:fld id="{294A09A9-5501-47C1-A89A-A340965A2BE2}" type="slidenum">
              <a:rPr lang="pl-PL" noProof="0" smtClean="0"/>
              <a:t>‹#›</a:t>
            </a:fld>
            <a:endParaRPr lang="pl-PL" noProof="0"/>
          </a:p>
        </p:txBody>
      </p:sp>
    </p:spTree>
    <p:extLst>
      <p:ext uri="{BB962C8B-B14F-4D97-AF65-F5344CB8AC3E}">
        <p14:creationId xmlns:p14="http://schemas.microsoft.com/office/powerpoint/2010/main" val="41854984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Kolumna zawartości 3 ">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7A42251-8A4B-463E-982B-C657C3810F36}"/>
              </a:ext>
            </a:extLst>
          </p:cNvPr>
          <p:cNvSpPr>
            <a:spLocks noGrp="1"/>
          </p:cNvSpPr>
          <p:nvPr>
            <p:ph type="title" hasCustomPrompt="1"/>
          </p:nvPr>
        </p:nvSpPr>
        <p:spPr>
          <a:xfrm>
            <a:off x="989400" y="395289"/>
            <a:ext cx="10213200" cy="1112836"/>
          </a:xfrm>
        </p:spPr>
        <p:txBody>
          <a:bodyPr rtlCol="0"/>
          <a:lstStyle/>
          <a:p>
            <a:pPr rtl="0"/>
            <a:r>
              <a:rPr lang="pl-PL" noProof="0"/>
              <a:t>Kliknij, aby edytować styl wzorca tytułu</a:t>
            </a:r>
          </a:p>
        </p:txBody>
      </p:sp>
      <p:sp>
        <p:nvSpPr>
          <p:cNvPr id="3" name="Tekst — symbol zastępczy 2">
            <a:extLst>
              <a:ext uri="{FF2B5EF4-FFF2-40B4-BE49-F238E27FC236}">
                <a16:creationId xmlns:a16="http://schemas.microsoft.com/office/drawing/2014/main" id="{61C74D5E-AC0B-46BF-8840-61CC89C3B6BE}"/>
              </a:ext>
            </a:extLst>
          </p:cNvPr>
          <p:cNvSpPr>
            <a:spLocks noGrp="1"/>
          </p:cNvSpPr>
          <p:nvPr>
            <p:ph type="body" idx="1" hasCustomPrompt="1"/>
          </p:nvPr>
        </p:nvSpPr>
        <p:spPr>
          <a:xfrm>
            <a:off x="989399" y="1736732"/>
            <a:ext cx="2971400" cy="661912"/>
          </a:xfrm>
        </p:spPr>
        <p:txBody>
          <a:bodyPr rtlCol="0"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l-PL" noProof="0"/>
              <a:t>Kliknij, aby edytować style wzorców tekstu</a:t>
            </a:r>
          </a:p>
        </p:txBody>
      </p:sp>
      <p:sp>
        <p:nvSpPr>
          <p:cNvPr id="4" name="Zawartość — symbol zastępczy 3">
            <a:extLst>
              <a:ext uri="{FF2B5EF4-FFF2-40B4-BE49-F238E27FC236}">
                <a16:creationId xmlns:a16="http://schemas.microsoft.com/office/drawing/2014/main" id="{901A0738-7A90-4A35-AB98-9656D6187286}"/>
              </a:ext>
            </a:extLst>
          </p:cNvPr>
          <p:cNvSpPr>
            <a:spLocks noGrp="1"/>
          </p:cNvSpPr>
          <p:nvPr>
            <p:ph sz="half" idx="2" hasCustomPrompt="1"/>
          </p:nvPr>
        </p:nvSpPr>
        <p:spPr>
          <a:xfrm>
            <a:off x="989400" y="2431256"/>
            <a:ext cx="2971400" cy="3632750"/>
          </a:xfrm>
        </p:spPr>
        <p:txBody>
          <a:bodyPr rtlCol="0">
            <a:noAutofit/>
          </a:bodyPr>
          <a:lstStyle>
            <a:lvl1pPr>
              <a:defRPr sz="1600"/>
            </a:lvl1pPr>
            <a:lvl2pPr>
              <a:defRPr sz="1600"/>
            </a:lvl2pPr>
            <a:lvl3pPr>
              <a:defRPr sz="1600"/>
            </a:lvl3pPr>
            <a:lvl4pPr>
              <a:defRPr sz="1600"/>
            </a:lvl4pPr>
            <a:lvl5pPr>
              <a:defRPr sz="1600"/>
            </a:lvl5pPr>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5" name="Tekst — symbol zastępczy 4">
            <a:extLst>
              <a:ext uri="{FF2B5EF4-FFF2-40B4-BE49-F238E27FC236}">
                <a16:creationId xmlns:a16="http://schemas.microsoft.com/office/drawing/2014/main" id="{5DADFE01-1BA7-4288-9355-8B2B508BE582}"/>
              </a:ext>
            </a:extLst>
          </p:cNvPr>
          <p:cNvSpPr>
            <a:spLocks noGrp="1"/>
          </p:cNvSpPr>
          <p:nvPr>
            <p:ph type="body" sz="quarter" idx="3" hasCustomPrompt="1"/>
          </p:nvPr>
        </p:nvSpPr>
        <p:spPr>
          <a:xfrm>
            <a:off x="4610300" y="1756025"/>
            <a:ext cx="2971400" cy="662400"/>
          </a:xfrm>
        </p:spPr>
        <p:txBody>
          <a:bodyPr rtlCol="0"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l-PL" noProof="0"/>
              <a:t>Kliknij, aby edytować style wzorców tekstu</a:t>
            </a:r>
          </a:p>
        </p:txBody>
      </p:sp>
      <p:sp>
        <p:nvSpPr>
          <p:cNvPr id="6" name="Zawartość — symbol zastępczy 5">
            <a:extLst>
              <a:ext uri="{FF2B5EF4-FFF2-40B4-BE49-F238E27FC236}">
                <a16:creationId xmlns:a16="http://schemas.microsoft.com/office/drawing/2014/main" id="{F7D49F77-6C55-47AC-B1AE-5D9906DBD7F6}"/>
              </a:ext>
            </a:extLst>
          </p:cNvPr>
          <p:cNvSpPr>
            <a:spLocks noGrp="1"/>
          </p:cNvSpPr>
          <p:nvPr>
            <p:ph sz="quarter" idx="4" hasCustomPrompt="1"/>
          </p:nvPr>
        </p:nvSpPr>
        <p:spPr>
          <a:xfrm>
            <a:off x="4610300" y="2450550"/>
            <a:ext cx="2971400" cy="3632750"/>
          </a:xfrm>
        </p:spPr>
        <p:txBody>
          <a:bodyPr rtlCol="0">
            <a:noAutofit/>
          </a:bodyPr>
          <a:lstStyle>
            <a:lvl1pPr>
              <a:defRPr sz="1600"/>
            </a:lvl1pPr>
            <a:lvl2pPr>
              <a:defRPr sz="1600"/>
            </a:lvl2pPr>
            <a:lvl3pPr>
              <a:defRPr sz="1600"/>
            </a:lvl3pPr>
            <a:lvl4pPr>
              <a:defRPr sz="1600"/>
            </a:lvl4pPr>
            <a:lvl5pPr>
              <a:defRPr sz="1600"/>
            </a:lvl5pPr>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10" name="Tekst — symbol zastępczy 4">
            <a:extLst>
              <a:ext uri="{FF2B5EF4-FFF2-40B4-BE49-F238E27FC236}">
                <a16:creationId xmlns:a16="http://schemas.microsoft.com/office/drawing/2014/main" id="{65563541-7DAA-4F84-BBAB-31C12F6AE981}"/>
              </a:ext>
            </a:extLst>
          </p:cNvPr>
          <p:cNvSpPr>
            <a:spLocks noGrp="1"/>
          </p:cNvSpPr>
          <p:nvPr>
            <p:ph type="body" sz="quarter" idx="13" hasCustomPrompt="1"/>
          </p:nvPr>
        </p:nvSpPr>
        <p:spPr>
          <a:xfrm>
            <a:off x="8231200" y="1756025"/>
            <a:ext cx="2971400" cy="662400"/>
          </a:xfrm>
        </p:spPr>
        <p:txBody>
          <a:bodyPr rtlCol="0"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l-PL" noProof="0"/>
              <a:t>Kliknij, aby edytować style wzorców tekstu</a:t>
            </a:r>
          </a:p>
        </p:txBody>
      </p:sp>
      <p:sp>
        <p:nvSpPr>
          <p:cNvPr id="11" name="Zawartość — symbol zastępczy 5">
            <a:extLst>
              <a:ext uri="{FF2B5EF4-FFF2-40B4-BE49-F238E27FC236}">
                <a16:creationId xmlns:a16="http://schemas.microsoft.com/office/drawing/2014/main" id="{AE3321C3-E759-4DD7-BFA1-2E724B8DDBF0}"/>
              </a:ext>
            </a:extLst>
          </p:cNvPr>
          <p:cNvSpPr>
            <a:spLocks noGrp="1"/>
          </p:cNvSpPr>
          <p:nvPr>
            <p:ph sz="quarter" idx="14" hasCustomPrompt="1"/>
          </p:nvPr>
        </p:nvSpPr>
        <p:spPr>
          <a:xfrm>
            <a:off x="8231200" y="2450550"/>
            <a:ext cx="2971400" cy="3632750"/>
          </a:xfrm>
        </p:spPr>
        <p:txBody>
          <a:bodyPr rtlCol="0">
            <a:noAutofit/>
          </a:bodyPr>
          <a:lstStyle>
            <a:lvl1pPr>
              <a:defRPr sz="1600"/>
            </a:lvl1pPr>
            <a:lvl2pPr>
              <a:defRPr sz="1600"/>
            </a:lvl2pPr>
            <a:lvl3pPr>
              <a:defRPr sz="1600"/>
            </a:lvl3pPr>
            <a:lvl4pPr>
              <a:defRPr sz="1600"/>
            </a:lvl4pPr>
            <a:lvl5pPr>
              <a:defRPr sz="1600"/>
            </a:lvl5pPr>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7" name="Data — symbol zastępczy 6">
            <a:extLst>
              <a:ext uri="{FF2B5EF4-FFF2-40B4-BE49-F238E27FC236}">
                <a16:creationId xmlns:a16="http://schemas.microsoft.com/office/drawing/2014/main" id="{21D8EF53-AF86-47E8-83DC-8C419847A639}"/>
              </a:ext>
            </a:extLst>
          </p:cNvPr>
          <p:cNvSpPr>
            <a:spLocks noGrp="1"/>
          </p:cNvSpPr>
          <p:nvPr>
            <p:ph type="dt" sz="half" idx="10"/>
          </p:nvPr>
        </p:nvSpPr>
        <p:spPr/>
        <p:txBody>
          <a:bodyPr rtlCol="0"/>
          <a:lstStyle>
            <a:lvl1pPr>
              <a:defRPr/>
            </a:lvl1pPr>
          </a:lstStyle>
          <a:p>
            <a:pPr rtl="0"/>
            <a:r>
              <a:rPr lang="pl-PL" noProof="0"/>
              <a:t>20XX</a:t>
            </a:r>
          </a:p>
        </p:txBody>
      </p:sp>
      <p:sp>
        <p:nvSpPr>
          <p:cNvPr id="8" name="Stopka — symbol zastępczy 7">
            <a:extLst>
              <a:ext uri="{FF2B5EF4-FFF2-40B4-BE49-F238E27FC236}">
                <a16:creationId xmlns:a16="http://schemas.microsoft.com/office/drawing/2014/main" id="{5C01D653-ED9A-46D3-A97F-B5FA1DAE6CA9}"/>
              </a:ext>
            </a:extLst>
          </p:cNvPr>
          <p:cNvSpPr>
            <a:spLocks noGrp="1"/>
          </p:cNvSpPr>
          <p:nvPr>
            <p:ph type="ftr" sz="quarter" idx="11"/>
          </p:nvPr>
        </p:nvSpPr>
        <p:spPr/>
        <p:txBody>
          <a:bodyPr rtlCol="0"/>
          <a:lstStyle/>
          <a:p>
            <a:pPr rtl="0"/>
            <a:endParaRPr lang="pl-PL" noProof="0"/>
          </a:p>
        </p:txBody>
      </p:sp>
      <p:sp>
        <p:nvSpPr>
          <p:cNvPr id="9" name="Numer slajdu — symbol zastępczy 8">
            <a:extLst>
              <a:ext uri="{FF2B5EF4-FFF2-40B4-BE49-F238E27FC236}">
                <a16:creationId xmlns:a16="http://schemas.microsoft.com/office/drawing/2014/main" id="{CC5B9B66-64EA-4022-BD96-ECF2A80CE2F0}"/>
              </a:ext>
            </a:extLst>
          </p:cNvPr>
          <p:cNvSpPr>
            <a:spLocks noGrp="1"/>
          </p:cNvSpPr>
          <p:nvPr>
            <p:ph type="sldNum" sz="quarter" idx="12"/>
          </p:nvPr>
        </p:nvSpPr>
        <p:spPr/>
        <p:txBody>
          <a:bodyPr rtlCol="0"/>
          <a:lstStyle/>
          <a:p>
            <a:pPr rtl="0"/>
            <a:fld id="{294A09A9-5501-47C1-A89A-A340965A2BE2}" type="slidenum">
              <a:rPr lang="pl-PL" noProof="0" smtClean="0"/>
              <a:t>‹#›</a:t>
            </a:fld>
            <a:endParaRPr lang="pl-PL" noProof="0"/>
          </a:p>
        </p:txBody>
      </p:sp>
    </p:spTree>
    <p:extLst>
      <p:ext uri="{BB962C8B-B14F-4D97-AF65-F5344CB8AC3E}">
        <p14:creationId xmlns:p14="http://schemas.microsoft.com/office/powerpoint/2010/main" val="19364968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odsumowanie  ">
    <p:spTree>
      <p:nvGrpSpPr>
        <p:cNvPr id="1" name=""/>
        <p:cNvGrpSpPr/>
        <p:nvPr/>
      </p:nvGrpSpPr>
      <p:grpSpPr>
        <a:xfrm>
          <a:off x="0" y="0"/>
          <a:ext cx="0" cy="0"/>
          <a:chOff x="0" y="0"/>
          <a:chExt cx="0" cy="0"/>
        </a:xfrm>
      </p:grpSpPr>
      <p:sp>
        <p:nvSpPr>
          <p:cNvPr id="9" name="Prostokąt 8">
            <a:extLst>
              <a:ext uri="{FF2B5EF4-FFF2-40B4-BE49-F238E27FC236}">
                <a16:creationId xmlns:a16="http://schemas.microsoft.com/office/drawing/2014/main" id="{B4910FDC-FCA3-4F39-AC3F-821172639127}"/>
              </a:ext>
              <a:ext uri="{C183D7F6-B498-43B3-948B-1728B52AA6E4}">
                <adec:decorative xmlns:adec="http://schemas.microsoft.com/office/drawing/2017/decorative" val="1"/>
              </a:ext>
            </a:extLst>
          </p:cNvPr>
          <p:cNvSpPr/>
          <p:nvPr userDrawn="1">
            <p:extLst>
              <p:ext uri="{386F3935-93C4-4BCD-93E2-E3B085C9AB24}">
                <p16:designElem xmlns:p16="http://schemas.microsoft.com/office/powerpoint/2015/main" val="1"/>
              </p:ext>
            </p:extLst>
          </p:nvPr>
        </p:nvSpPr>
        <p:spPr>
          <a:xfrm>
            <a:off x="2937" y="0"/>
            <a:ext cx="386715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a:solidFill>
                <a:schemeClr val="bg1">
                  <a:alpha val="20000"/>
                </a:schemeClr>
              </a:solidFill>
              <a:latin typeface="Calibri" panose="020F0502020204030204" pitchFamily="34" charset="0"/>
            </a:endParaRPr>
          </a:p>
        </p:txBody>
      </p:sp>
      <p:sp>
        <p:nvSpPr>
          <p:cNvPr id="2" name="Tytuł 1">
            <a:extLst>
              <a:ext uri="{FF2B5EF4-FFF2-40B4-BE49-F238E27FC236}">
                <a16:creationId xmlns:a16="http://schemas.microsoft.com/office/drawing/2014/main" id="{D033B6B0-54DE-4F2D-84DD-D06CD3B117B4}"/>
              </a:ext>
            </a:extLst>
          </p:cNvPr>
          <p:cNvSpPr>
            <a:spLocks noGrp="1"/>
          </p:cNvSpPr>
          <p:nvPr>
            <p:ph type="title" hasCustomPrompt="1"/>
          </p:nvPr>
        </p:nvSpPr>
        <p:spPr>
          <a:xfrm>
            <a:off x="4318001" y="536573"/>
            <a:ext cx="7424950" cy="1453003"/>
          </a:xfrm>
        </p:spPr>
        <p:txBody>
          <a:bodyPr rtlCol="0"/>
          <a:lstStyle>
            <a:lvl1pPr algn="ctr">
              <a:defRPr/>
            </a:lvl1pPr>
          </a:lstStyle>
          <a:p>
            <a:pPr rtl="0"/>
            <a:r>
              <a:rPr lang="pl-PL" noProof="0"/>
              <a:t>Kliknij, aby edytować styl wzorca tytułu</a:t>
            </a:r>
          </a:p>
        </p:txBody>
      </p:sp>
      <p:sp>
        <p:nvSpPr>
          <p:cNvPr id="11" name="Obraz — symbol zastępczy 10">
            <a:extLst>
              <a:ext uri="{FF2B5EF4-FFF2-40B4-BE49-F238E27FC236}">
                <a16:creationId xmlns:a16="http://schemas.microsoft.com/office/drawing/2014/main" id="{6F0F278F-99B1-49C2-968B-C983DF8121A9}"/>
              </a:ext>
            </a:extLst>
          </p:cNvPr>
          <p:cNvSpPr>
            <a:spLocks noGrp="1"/>
          </p:cNvSpPr>
          <p:nvPr>
            <p:ph type="pic" sz="quarter" idx="14"/>
          </p:nvPr>
        </p:nvSpPr>
        <p:spPr>
          <a:xfrm>
            <a:off x="627063" y="536575"/>
            <a:ext cx="2616200" cy="1743075"/>
          </a:xfrm>
        </p:spPr>
        <p:txBody>
          <a:bodyPr rtlCol="0"/>
          <a:lstStyle/>
          <a:p>
            <a:pPr rtl="0"/>
            <a:r>
              <a:rPr lang="pl-PL" noProof="0"/>
              <a:t>Kliknij ikonę, aby dodać obraz</a:t>
            </a:r>
          </a:p>
        </p:txBody>
      </p:sp>
      <p:sp>
        <p:nvSpPr>
          <p:cNvPr id="207" name="Obraz — symbol zastępczy 10">
            <a:extLst>
              <a:ext uri="{FF2B5EF4-FFF2-40B4-BE49-F238E27FC236}">
                <a16:creationId xmlns:a16="http://schemas.microsoft.com/office/drawing/2014/main" id="{524BD50E-995A-4DB3-8E0A-E7F1FC636936}"/>
              </a:ext>
            </a:extLst>
          </p:cNvPr>
          <p:cNvSpPr>
            <a:spLocks noGrp="1"/>
          </p:cNvSpPr>
          <p:nvPr>
            <p:ph type="pic" sz="quarter" idx="15"/>
          </p:nvPr>
        </p:nvSpPr>
        <p:spPr>
          <a:xfrm>
            <a:off x="616853" y="2557090"/>
            <a:ext cx="2616200" cy="1743075"/>
          </a:xfrm>
        </p:spPr>
        <p:txBody>
          <a:bodyPr rtlCol="0"/>
          <a:lstStyle/>
          <a:p>
            <a:pPr rtl="0"/>
            <a:r>
              <a:rPr lang="pl-PL" noProof="0"/>
              <a:t>Kliknij ikonę, aby dodać obraz</a:t>
            </a:r>
          </a:p>
        </p:txBody>
      </p:sp>
      <p:sp>
        <p:nvSpPr>
          <p:cNvPr id="208" name="Obraz — symbol zastępczy 10">
            <a:extLst>
              <a:ext uri="{FF2B5EF4-FFF2-40B4-BE49-F238E27FC236}">
                <a16:creationId xmlns:a16="http://schemas.microsoft.com/office/drawing/2014/main" id="{ABAB6489-3F37-4A20-8777-093046E5C82D}"/>
              </a:ext>
            </a:extLst>
          </p:cNvPr>
          <p:cNvSpPr>
            <a:spLocks noGrp="1"/>
          </p:cNvSpPr>
          <p:nvPr>
            <p:ph type="pic" sz="quarter" idx="16"/>
          </p:nvPr>
        </p:nvSpPr>
        <p:spPr>
          <a:xfrm>
            <a:off x="627063" y="4576347"/>
            <a:ext cx="2616200" cy="1743075"/>
          </a:xfrm>
        </p:spPr>
        <p:txBody>
          <a:bodyPr rtlCol="0"/>
          <a:lstStyle/>
          <a:p>
            <a:pPr rtl="0"/>
            <a:r>
              <a:rPr lang="pl-PL" noProof="0"/>
              <a:t>Kliknij ikonę, aby dodać obraz</a:t>
            </a:r>
          </a:p>
        </p:txBody>
      </p:sp>
      <p:sp>
        <p:nvSpPr>
          <p:cNvPr id="7" name="Tekst — symbol zastępczy 6">
            <a:extLst>
              <a:ext uri="{FF2B5EF4-FFF2-40B4-BE49-F238E27FC236}">
                <a16:creationId xmlns:a16="http://schemas.microsoft.com/office/drawing/2014/main" id="{92523157-52E2-4F89-B3C9-EA9FE7914BAB}"/>
              </a:ext>
            </a:extLst>
          </p:cNvPr>
          <p:cNvSpPr>
            <a:spLocks noGrp="1"/>
          </p:cNvSpPr>
          <p:nvPr>
            <p:ph type="body" sz="quarter" idx="17" hasCustomPrompt="1"/>
          </p:nvPr>
        </p:nvSpPr>
        <p:spPr>
          <a:xfrm>
            <a:off x="4864100" y="2876550"/>
            <a:ext cx="6332538" cy="3219450"/>
          </a:xfrm>
        </p:spPr>
        <p:txBody>
          <a:bodyPr rtlCol="0">
            <a:normAutofit/>
          </a:bodyPr>
          <a:lstStyle>
            <a:lvl1pPr marL="0" indent="0" algn="ctr">
              <a:buNone/>
              <a:defRPr sz="1900"/>
            </a:lvl1pPr>
            <a:lvl2pPr marL="360000" indent="0" algn="ctr">
              <a:buFont typeface="Arial" panose="020B0604020202020204" pitchFamily="34" charset="0"/>
              <a:buNone/>
              <a:defRPr/>
            </a:lvl2pPr>
            <a:lvl3pPr marL="720000" indent="0" algn="ctr">
              <a:buNone/>
              <a:defRPr/>
            </a:lvl3pPr>
            <a:lvl4pPr marL="1080000" indent="0" algn="ctr">
              <a:buFont typeface="Arial" panose="020B0604020202020204" pitchFamily="34" charset="0"/>
              <a:buNone/>
              <a:defRPr/>
            </a:lvl4pPr>
            <a:lvl5pPr marL="1440000" indent="0" algn="ctr">
              <a:buNone/>
              <a:defRPr/>
            </a:lvl5pPr>
          </a:lstStyle>
          <a:p>
            <a:pPr lvl="0" rtl="0"/>
            <a:r>
              <a:rPr lang="pl-PL" noProof="0"/>
              <a:t>Kliknij, aby edytować tekst</a:t>
            </a:r>
          </a:p>
        </p:txBody>
      </p:sp>
      <p:sp>
        <p:nvSpPr>
          <p:cNvPr id="3" name="Data — symbol zastępczy 2">
            <a:extLst>
              <a:ext uri="{FF2B5EF4-FFF2-40B4-BE49-F238E27FC236}">
                <a16:creationId xmlns:a16="http://schemas.microsoft.com/office/drawing/2014/main" id="{AEFFE053-BB16-4940-B248-2D496BB29975}"/>
              </a:ext>
            </a:extLst>
          </p:cNvPr>
          <p:cNvSpPr>
            <a:spLocks noGrp="1"/>
          </p:cNvSpPr>
          <p:nvPr>
            <p:ph type="dt" sz="half" idx="10"/>
          </p:nvPr>
        </p:nvSpPr>
        <p:spPr>
          <a:xfrm>
            <a:off x="4318000" y="6357167"/>
            <a:ext cx="1760150" cy="461665"/>
          </a:xfrm>
        </p:spPr>
        <p:txBody>
          <a:bodyPr rtlCol="0"/>
          <a:lstStyle>
            <a:lvl1pPr>
              <a:defRPr/>
            </a:lvl1pPr>
          </a:lstStyle>
          <a:p>
            <a:pPr rtl="0"/>
            <a:r>
              <a:rPr lang="pl-PL" noProof="0"/>
              <a:t>20XX</a:t>
            </a:r>
          </a:p>
        </p:txBody>
      </p:sp>
      <p:sp>
        <p:nvSpPr>
          <p:cNvPr id="4" name="Stopka — symbol zastępczy 3">
            <a:extLst>
              <a:ext uri="{FF2B5EF4-FFF2-40B4-BE49-F238E27FC236}">
                <a16:creationId xmlns:a16="http://schemas.microsoft.com/office/drawing/2014/main" id="{31FBD80C-6CA1-42DB-B732-4807A27DA8C7}"/>
              </a:ext>
            </a:extLst>
          </p:cNvPr>
          <p:cNvSpPr>
            <a:spLocks noGrp="1"/>
          </p:cNvSpPr>
          <p:nvPr>
            <p:ph type="ftr" sz="quarter" idx="11"/>
          </p:nvPr>
        </p:nvSpPr>
        <p:spPr>
          <a:xfrm>
            <a:off x="6356725" y="6357600"/>
            <a:ext cx="3347285" cy="460800"/>
          </a:xfrm>
        </p:spPr>
        <p:txBody>
          <a:bodyPr rtlCol="0"/>
          <a:lstStyle/>
          <a:p>
            <a:pPr rtl="0"/>
            <a:endParaRPr lang="pl-PL" noProof="0"/>
          </a:p>
        </p:txBody>
      </p:sp>
      <p:sp>
        <p:nvSpPr>
          <p:cNvPr id="5" name="Numer slajdu — symbol zastępczy 4">
            <a:extLst>
              <a:ext uri="{FF2B5EF4-FFF2-40B4-BE49-F238E27FC236}">
                <a16:creationId xmlns:a16="http://schemas.microsoft.com/office/drawing/2014/main" id="{B7A9DA86-C177-42C6-90F8-37C6844A2AA8}"/>
              </a:ext>
            </a:extLst>
          </p:cNvPr>
          <p:cNvSpPr>
            <a:spLocks noGrp="1"/>
          </p:cNvSpPr>
          <p:nvPr>
            <p:ph type="sldNum" sz="quarter" idx="12"/>
          </p:nvPr>
        </p:nvSpPr>
        <p:spPr/>
        <p:txBody>
          <a:bodyPr rtlCol="0"/>
          <a:lstStyle/>
          <a:p>
            <a:pPr rtl="0"/>
            <a:fld id="{294A09A9-5501-47C1-A89A-A340965A2BE2}" type="slidenum">
              <a:rPr lang="pl-PL" noProof="0" smtClean="0"/>
              <a:t>‹#›</a:t>
            </a:fld>
            <a:endParaRPr lang="pl-PL" noProof="0"/>
          </a:p>
        </p:txBody>
      </p:sp>
      <p:cxnSp>
        <p:nvCxnSpPr>
          <p:cNvPr id="91" name="Łącznik prosty 90">
            <a:extLst>
              <a:ext uri="{FF2B5EF4-FFF2-40B4-BE49-F238E27FC236}">
                <a16:creationId xmlns:a16="http://schemas.microsoft.com/office/drawing/2014/main" id="{A3805DED-0C97-4EF7-B1E1-0E016E053719}"/>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7741725" y="242814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21678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Zamknięcie">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033B6B0-54DE-4F2D-84DD-D06CD3B117B4}"/>
              </a:ext>
            </a:extLst>
          </p:cNvPr>
          <p:cNvSpPr>
            <a:spLocks noGrp="1"/>
          </p:cNvSpPr>
          <p:nvPr>
            <p:ph type="title"/>
          </p:nvPr>
        </p:nvSpPr>
        <p:spPr>
          <a:xfrm>
            <a:off x="7794707" y="536573"/>
            <a:ext cx="3856679" cy="1453003"/>
          </a:xfrm>
        </p:spPr>
        <p:txBody>
          <a:bodyPr rtlCol="0"/>
          <a:lstStyle>
            <a:lvl1pPr algn="ctr">
              <a:defRPr/>
            </a:lvl1pPr>
          </a:lstStyle>
          <a:p>
            <a:pPr rtl="0"/>
            <a:r>
              <a:rPr lang="pl-PL" noProof="0"/>
              <a:t>Kliknij, aby edytować styl</a:t>
            </a:r>
            <a:endParaRPr lang="pl-PL" noProof="0" dirty="0"/>
          </a:p>
        </p:txBody>
      </p:sp>
      <p:sp>
        <p:nvSpPr>
          <p:cNvPr id="3" name="Data — symbol zastępczy 2">
            <a:extLst>
              <a:ext uri="{FF2B5EF4-FFF2-40B4-BE49-F238E27FC236}">
                <a16:creationId xmlns:a16="http://schemas.microsoft.com/office/drawing/2014/main" id="{AEFFE053-BB16-4940-B248-2D496BB29975}"/>
              </a:ext>
            </a:extLst>
          </p:cNvPr>
          <p:cNvSpPr>
            <a:spLocks noGrp="1"/>
          </p:cNvSpPr>
          <p:nvPr>
            <p:ph type="dt" sz="half" idx="10"/>
          </p:nvPr>
        </p:nvSpPr>
        <p:spPr/>
        <p:txBody>
          <a:bodyPr rtlCol="0"/>
          <a:lstStyle>
            <a:lvl1pPr>
              <a:defRPr/>
            </a:lvl1pPr>
          </a:lstStyle>
          <a:p>
            <a:pPr rtl="0"/>
            <a:r>
              <a:rPr lang="pl-PL" noProof="0" dirty="0"/>
              <a:t>20XX</a:t>
            </a:r>
          </a:p>
        </p:txBody>
      </p:sp>
      <p:sp>
        <p:nvSpPr>
          <p:cNvPr id="4" name="Stopka — symbol zastępczy 3">
            <a:extLst>
              <a:ext uri="{FF2B5EF4-FFF2-40B4-BE49-F238E27FC236}">
                <a16:creationId xmlns:a16="http://schemas.microsoft.com/office/drawing/2014/main" id="{31FBD80C-6CA1-42DB-B732-4807A27DA8C7}"/>
              </a:ext>
            </a:extLst>
          </p:cNvPr>
          <p:cNvSpPr>
            <a:spLocks noGrp="1"/>
          </p:cNvSpPr>
          <p:nvPr>
            <p:ph type="ftr" sz="quarter" idx="11"/>
          </p:nvPr>
        </p:nvSpPr>
        <p:spPr/>
        <p:txBody>
          <a:bodyPr rtlCol="0"/>
          <a:lstStyle/>
          <a:p>
            <a:pPr rtl="0"/>
            <a:endParaRPr lang="pl-PL" noProof="0" dirty="0"/>
          </a:p>
        </p:txBody>
      </p:sp>
      <p:sp>
        <p:nvSpPr>
          <p:cNvPr id="5" name="Numer slajdu — symbol zastępczy 4">
            <a:extLst>
              <a:ext uri="{FF2B5EF4-FFF2-40B4-BE49-F238E27FC236}">
                <a16:creationId xmlns:a16="http://schemas.microsoft.com/office/drawing/2014/main" id="{B7A9DA86-C177-42C6-90F8-37C6844A2AA8}"/>
              </a:ext>
            </a:extLst>
          </p:cNvPr>
          <p:cNvSpPr>
            <a:spLocks noGrp="1"/>
          </p:cNvSpPr>
          <p:nvPr>
            <p:ph type="sldNum" sz="quarter" idx="12"/>
          </p:nvPr>
        </p:nvSpPr>
        <p:spPr/>
        <p:txBody>
          <a:bodyPr rtlCol="0"/>
          <a:lstStyle/>
          <a:p>
            <a:pPr rtl="0"/>
            <a:fld id="{294A09A9-5501-47C1-A89A-A340965A2BE2}" type="slidenum">
              <a:rPr lang="pl-PL" noProof="0" smtClean="0"/>
              <a:t>‹#›</a:t>
            </a:fld>
            <a:endParaRPr lang="pl-PL" noProof="0" dirty="0"/>
          </a:p>
        </p:txBody>
      </p:sp>
      <p:cxnSp>
        <p:nvCxnSpPr>
          <p:cNvPr id="91" name="Łącznik prosty 90">
            <a:extLst>
              <a:ext uri="{FF2B5EF4-FFF2-40B4-BE49-F238E27FC236}">
                <a16:creationId xmlns:a16="http://schemas.microsoft.com/office/drawing/2014/main" id="{A3805DED-0C97-4EF7-B1E1-0E016E053719}"/>
              </a:ext>
              <a:ext uri="{C183D7F6-B498-43B3-948B-1728B52AA6E4}">
                <adec:decorative xmlns:adec="http://schemas.microsoft.com/office/drawing/2017/decorative" val="1"/>
              </a:ext>
            </a:extLst>
          </p:cNvPr>
          <p:cNvCxnSpPr>
            <a:cxnSpLocks/>
          </p:cNvCxnSpPr>
          <p:nvPr userDrawn="1">
            <p:extLst>
              <p:ext uri="{386F3935-93C4-4BCD-93E2-E3B085C9AB24}">
                <p16:designElem xmlns:p16="http://schemas.microsoft.com/office/powerpoint/2015/main" val="1"/>
              </p:ext>
            </p:extLst>
          </p:nvPr>
        </p:nvCxnSpPr>
        <p:spPr>
          <a:xfrm>
            <a:off x="9443525" y="2428148"/>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92" name="Grupa 91">
            <a:extLst>
              <a:ext uri="{FF2B5EF4-FFF2-40B4-BE49-F238E27FC236}">
                <a16:creationId xmlns:a16="http://schemas.microsoft.com/office/drawing/2014/main" id="{6CA9855B-4072-4D45-821E-549FDF548137}"/>
              </a:ext>
              <a:ext uri="{C183D7F6-B498-43B3-948B-1728B52AA6E4}">
                <adec:decorative xmlns:adec="http://schemas.microsoft.com/office/drawing/2017/decorative" val="1"/>
              </a:ext>
            </a:extLst>
          </p:cNvPr>
          <p:cNvGrpSpPr>
            <a:grpSpLocks/>
          </p:cNvGrpSpPr>
          <p:nvPr userDrawn="1">
            <p:extLst>
              <p:ext uri="{386F3935-93C4-4BCD-93E2-E3B085C9AB24}">
                <p16:designElem xmlns:p16="http://schemas.microsoft.com/office/powerpoint/2015/main" val="1"/>
              </p:ext>
            </p:extLst>
          </p:nvPr>
        </p:nvGrpSpPr>
        <p:grpSpPr>
          <a:xfrm>
            <a:off x="28958" y="457964"/>
            <a:ext cx="7681842" cy="5937065"/>
            <a:chOff x="28958" y="457964"/>
            <a:chExt cx="7681842" cy="5937065"/>
          </a:xfrm>
        </p:grpSpPr>
        <p:grpSp>
          <p:nvGrpSpPr>
            <p:cNvPr id="94" name="Grupa 93">
              <a:extLst>
                <a:ext uri="{FF2B5EF4-FFF2-40B4-BE49-F238E27FC236}">
                  <a16:creationId xmlns:a16="http://schemas.microsoft.com/office/drawing/2014/main" id="{CD707C0C-4086-4F35-A8FC-A45D727AA61B}"/>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3417239" y="1865958"/>
              <a:ext cx="1270000" cy="3384002"/>
              <a:chOff x="7920038" y="61913"/>
              <a:chExt cx="1270000" cy="3384002"/>
            </a:xfrm>
          </p:grpSpPr>
          <p:sp>
            <p:nvSpPr>
              <p:cNvPr id="195" name="Freeform 76">
                <a:extLst>
                  <a:ext uri="{FF2B5EF4-FFF2-40B4-BE49-F238E27FC236}">
                    <a16:creationId xmlns:a16="http://schemas.microsoft.com/office/drawing/2014/main" id="{3D21528F-9013-4CD7-9F7C-D3F36248816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920038" y="61913"/>
                <a:ext cx="638175" cy="2843213"/>
              </a:xfrm>
              <a:custGeom>
                <a:avLst/>
                <a:gdLst>
                  <a:gd name="T0" fmla="*/ 0 w 134"/>
                  <a:gd name="T1" fmla="*/ 298 h 597"/>
                  <a:gd name="T2" fmla="*/ 134 w 134"/>
                  <a:gd name="T3" fmla="*/ 597 h 597"/>
                  <a:gd name="T4" fmla="*/ 134 w 134"/>
                  <a:gd name="T5" fmla="*/ 0 h 597"/>
                  <a:gd name="T6" fmla="*/ 0 w 134"/>
                  <a:gd name="T7" fmla="*/ 298 h 597"/>
                </a:gdLst>
                <a:ahLst/>
                <a:cxnLst>
                  <a:cxn ang="0">
                    <a:pos x="T0" y="T1"/>
                  </a:cxn>
                  <a:cxn ang="0">
                    <a:pos x="T2" y="T3"/>
                  </a:cxn>
                  <a:cxn ang="0">
                    <a:pos x="T4" y="T5"/>
                  </a:cxn>
                  <a:cxn ang="0">
                    <a:pos x="T6" y="T7"/>
                  </a:cxn>
                </a:cxnLst>
                <a:rect l="0" t="0" r="r" b="b"/>
                <a:pathLst>
                  <a:path w="134" h="597">
                    <a:moveTo>
                      <a:pt x="0" y="298"/>
                    </a:moveTo>
                    <a:cubicBezTo>
                      <a:pt x="0" y="417"/>
                      <a:pt x="52" y="523"/>
                      <a:pt x="134" y="597"/>
                    </a:cubicBezTo>
                    <a:cubicBezTo>
                      <a:pt x="134" y="0"/>
                      <a:pt x="134" y="0"/>
                      <a:pt x="134" y="0"/>
                    </a:cubicBezTo>
                    <a:cubicBezTo>
                      <a:pt x="52" y="74"/>
                      <a:pt x="0" y="180"/>
                      <a:pt x="0" y="298"/>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96" name="Freeform 77">
                <a:extLst>
                  <a:ext uri="{FF2B5EF4-FFF2-40B4-BE49-F238E27FC236}">
                    <a16:creationId xmlns:a16="http://schemas.microsoft.com/office/drawing/2014/main" id="{06A8F5A2-62EC-4CDC-945A-E6C50C86CA2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558213" y="61913"/>
                <a:ext cx="631825" cy="2843213"/>
              </a:xfrm>
              <a:custGeom>
                <a:avLst/>
                <a:gdLst>
                  <a:gd name="T0" fmla="*/ 0 w 133"/>
                  <a:gd name="T1" fmla="*/ 0 h 597"/>
                  <a:gd name="T2" fmla="*/ 0 w 133"/>
                  <a:gd name="T3" fmla="*/ 597 h 597"/>
                  <a:gd name="T4" fmla="*/ 133 w 133"/>
                  <a:gd name="T5" fmla="*/ 298 h 597"/>
                  <a:gd name="T6" fmla="*/ 0 w 133"/>
                  <a:gd name="T7" fmla="*/ 0 h 597"/>
                </a:gdLst>
                <a:ahLst/>
                <a:cxnLst>
                  <a:cxn ang="0">
                    <a:pos x="T0" y="T1"/>
                  </a:cxn>
                  <a:cxn ang="0">
                    <a:pos x="T2" y="T3"/>
                  </a:cxn>
                  <a:cxn ang="0">
                    <a:pos x="T4" y="T5"/>
                  </a:cxn>
                  <a:cxn ang="0">
                    <a:pos x="T6" y="T7"/>
                  </a:cxn>
                </a:cxnLst>
                <a:rect l="0" t="0" r="r" b="b"/>
                <a:pathLst>
                  <a:path w="133" h="597">
                    <a:moveTo>
                      <a:pt x="0" y="0"/>
                    </a:moveTo>
                    <a:cubicBezTo>
                      <a:pt x="0" y="597"/>
                      <a:pt x="0" y="597"/>
                      <a:pt x="0" y="597"/>
                    </a:cubicBezTo>
                    <a:cubicBezTo>
                      <a:pt x="82" y="523"/>
                      <a:pt x="133" y="417"/>
                      <a:pt x="133" y="298"/>
                    </a:cubicBezTo>
                    <a:cubicBezTo>
                      <a:pt x="133" y="180"/>
                      <a:pt x="82" y="74"/>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nvGrpSpPr>
              <p:cNvPr id="197" name="Grupa 196">
                <a:extLst>
                  <a:ext uri="{FF2B5EF4-FFF2-40B4-BE49-F238E27FC236}">
                    <a16:creationId xmlns:a16="http://schemas.microsoft.com/office/drawing/2014/main" id="{9625C8AA-1597-4CED-8301-18D382EF0DF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7934326" y="61915"/>
                <a:ext cx="1241425" cy="3384000"/>
                <a:chOff x="7934326" y="61915"/>
                <a:chExt cx="1241425" cy="3384000"/>
              </a:xfrm>
            </p:grpSpPr>
            <p:sp>
              <p:nvSpPr>
                <p:cNvPr id="198" name="Line 90">
                  <a:extLst>
                    <a:ext uri="{FF2B5EF4-FFF2-40B4-BE49-F238E27FC236}">
                      <a16:creationId xmlns:a16="http://schemas.microsoft.com/office/drawing/2014/main" id="{5DF95B35-23E9-4724-A4F8-8ED718B5DE7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8558213" y="61915"/>
                  <a:ext cx="0" cy="3384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99" name="Freeform 91">
                  <a:extLst>
                    <a:ext uri="{FF2B5EF4-FFF2-40B4-BE49-F238E27FC236}">
                      <a16:creationId xmlns:a16="http://schemas.microsoft.com/office/drawing/2014/main" id="{26C6754B-5776-451D-95ED-62AA4D0BAEF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181976" y="523875"/>
                  <a:ext cx="747713" cy="376238"/>
                </a:xfrm>
                <a:custGeom>
                  <a:avLst/>
                  <a:gdLst>
                    <a:gd name="T0" fmla="*/ 471 w 471"/>
                    <a:gd name="T1" fmla="*/ 0 h 237"/>
                    <a:gd name="T2" fmla="*/ 237 w 471"/>
                    <a:gd name="T3" fmla="*/ 237 h 237"/>
                    <a:gd name="T4" fmla="*/ 0 w 471"/>
                    <a:gd name="T5" fmla="*/ 0 h 237"/>
                  </a:gdLst>
                  <a:ahLst/>
                  <a:cxnLst>
                    <a:cxn ang="0">
                      <a:pos x="T0" y="T1"/>
                    </a:cxn>
                    <a:cxn ang="0">
                      <a:pos x="T2" y="T3"/>
                    </a:cxn>
                    <a:cxn ang="0">
                      <a:pos x="T4" y="T5"/>
                    </a:cxn>
                  </a:cxnLst>
                  <a:rect l="0" t="0" r="r" b="b"/>
                  <a:pathLst>
                    <a:path w="471" h="237">
                      <a:moveTo>
                        <a:pt x="471" y="0"/>
                      </a:moveTo>
                      <a:lnTo>
                        <a:pt x="237" y="237"/>
                      </a:lnTo>
                      <a:lnTo>
                        <a:pt x="0" y="0"/>
                      </a:lnTo>
                    </a:path>
                  </a:pathLst>
                </a:cu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200" name="Freeform 92">
                  <a:extLst>
                    <a:ext uri="{FF2B5EF4-FFF2-40B4-BE49-F238E27FC236}">
                      <a16:creationId xmlns:a16="http://schemas.microsoft.com/office/drawing/2014/main" id="{A345A289-8D6C-4886-B54C-3E0D26D176E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977188" y="1028700"/>
                  <a:ext cx="1157288" cy="581025"/>
                </a:xfrm>
                <a:custGeom>
                  <a:avLst/>
                  <a:gdLst>
                    <a:gd name="T0" fmla="*/ 729 w 729"/>
                    <a:gd name="T1" fmla="*/ 0 h 366"/>
                    <a:gd name="T2" fmla="*/ 366 w 729"/>
                    <a:gd name="T3" fmla="*/ 366 h 366"/>
                    <a:gd name="T4" fmla="*/ 0 w 729"/>
                    <a:gd name="T5" fmla="*/ 0 h 366"/>
                  </a:gdLst>
                  <a:ahLst/>
                  <a:cxnLst>
                    <a:cxn ang="0">
                      <a:pos x="T0" y="T1"/>
                    </a:cxn>
                    <a:cxn ang="0">
                      <a:pos x="T2" y="T3"/>
                    </a:cxn>
                    <a:cxn ang="0">
                      <a:pos x="T4" y="T5"/>
                    </a:cxn>
                  </a:cxnLst>
                  <a:rect l="0" t="0" r="r" b="b"/>
                  <a:pathLst>
                    <a:path w="729" h="366">
                      <a:moveTo>
                        <a:pt x="729" y="0"/>
                      </a:moveTo>
                      <a:lnTo>
                        <a:pt x="366" y="366"/>
                      </a:lnTo>
                      <a:lnTo>
                        <a:pt x="0" y="0"/>
                      </a:lnTo>
                    </a:path>
                  </a:pathLst>
                </a:cu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201" name="Freeform 93">
                  <a:extLst>
                    <a:ext uri="{FF2B5EF4-FFF2-40B4-BE49-F238E27FC236}">
                      <a16:creationId xmlns:a16="http://schemas.microsoft.com/office/drawing/2014/main" id="{5690D981-545B-4A73-A22E-6E701024ACF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934326" y="1700213"/>
                  <a:ext cx="1241425" cy="619125"/>
                </a:xfrm>
                <a:custGeom>
                  <a:avLst/>
                  <a:gdLst>
                    <a:gd name="T0" fmla="*/ 782 w 782"/>
                    <a:gd name="T1" fmla="*/ 0 h 390"/>
                    <a:gd name="T2" fmla="*/ 393 w 782"/>
                    <a:gd name="T3" fmla="*/ 390 h 390"/>
                    <a:gd name="T4" fmla="*/ 0 w 782"/>
                    <a:gd name="T5" fmla="*/ 0 h 390"/>
                  </a:gdLst>
                  <a:ahLst/>
                  <a:cxnLst>
                    <a:cxn ang="0">
                      <a:pos x="T0" y="T1"/>
                    </a:cxn>
                    <a:cxn ang="0">
                      <a:pos x="T2" y="T3"/>
                    </a:cxn>
                    <a:cxn ang="0">
                      <a:pos x="T4" y="T5"/>
                    </a:cxn>
                  </a:cxnLst>
                  <a:rect l="0" t="0" r="r" b="b"/>
                  <a:pathLst>
                    <a:path w="782" h="390">
                      <a:moveTo>
                        <a:pt x="782" y="0"/>
                      </a:moveTo>
                      <a:lnTo>
                        <a:pt x="393" y="390"/>
                      </a:lnTo>
                      <a:lnTo>
                        <a:pt x="0" y="0"/>
                      </a:lnTo>
                    </a:path>
                  </a:pathLst>
                </a:cu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grpSp>
        <p:grpSp>
          <p:nvGrpSpPr>
            <p:cNvPr id="95" name="Grupa 94">
              <a:extLst>
                <a:ext uri="{FF2B5EF4-FFF2-40B4-BE49-F238E27FC236}">
                  <a16:creationId xmlns:a16="http://schemas.microsoft.com/office/drawing/2014/main" id="{FCB89D53-605D-4497-A82E-C5CB7B9AB10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flipH="1">
              <a:off x="28958" y="457964"/>
              <a:ext cx="5539609" cy="5682348"/>
              <a:chOff x="6623433" y="457964"/>
              <a:chExt cx="5539609" cy="5682348"/>
            </a:xfrm>
          </p:grpSpPr>
          <p:grpSp>
            <p:nvGrpSpPr>
              <p:cNvPr id="146" name="Grupa 145">
                <a:extLst>
                  <a:ext uri="{FF2B5EF4-FFF2-40B4-BE49-F238E27FC236}">
                    <a16:creationId xmlns:a16="http://schemas.microsoft.com/office/drawing/2014/main" id="{4200751B-2483-40F5-8C14-EF64034D4531}"/>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173" name="Freeform 64">
                  <a:extLst>
                    <a:ext uri="{FF2B5EF4-FFF2-40B4-BE49-F238E27FC236}">
                      <a16:creationId xmlns:a16="http://schemas.microsoft.com/office/drawing/2014/main" id="{A9677C6B-C435-43E3-BF18-DC35709C972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74" name="Freeform 81">
                  <a:extLst>
                    <a:ext uri="{FF2B5EF4-FFF2-40B4-BE49-F238E27FC236}">
                      <a16:creationId xmlns:a16="http://schemas.microsoft.com/office/drawing/2014/main" id="{56E374F1-3376-4D82-B66C-A0588A30F02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75" name="Freeform 61">
                  <a:extLst>
                    <a:ext uri="{FF2B5EF4-FFF2-40B4-BE49-F238E27FC236}">
                      <a16:creationId xmlns:a16="http://schemas.microsoft.com/office/drawing/2014/main" id="{979B4E97-34CE-4034-8523-F1584A03448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76" name="Freeform 78">
                  <a:extLst>
                    <a:ext uri="{FF2B5EF4-FFF2-40B4-BE49-F238E27FC236}">
                      <a16:creationId xmlns:a16="http://schemas.microsoft.com/office/drawing/2014/main" id="{F4C4EFFF-E30B-4F0B-9ED4-FF63047DCBD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77" name="Freeform 84">
                  <a:extLst>
                    <a:ext uri="{FF2B5EF4-FFF2-40B4-BE49-F238E27FC236}">
                      <a16:creationId xmlns:a16="http://schemas.microsoft.com/office/drawing/2014/main" id="{173FDB7E-F5CA-497D-95CF-7A00D6789CF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78" name="Freeform 87">
                  <a:extLst>
                    <a:ext uri="{FF2B5EF4-FFF2-40B4-BE49-F238E27FC236}">
                      <a16:creationId xmlns:a16="http://schemas.microsoft.com/office/drawing/2014/main" id="{42266BB1-5605-4F64-B071-80A97BAD9C3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79" name="Freeform 60">
                  <a:extLst>
                    <a:ext uri="{FF2B5EF4-FFF2-40B4-BE49-F238E27FC236}">
                      <a16:creationId xmlns:a16="http://schemas.microsoft.com/office/drawing/2014/main" id="{90D15A2A-0F2D-4AB8-8252-303BA5DB3B0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80" name="Freeform 59">
                  <a:extLst>
                    <a:ext uri="{FF2B5EF4-FFF2-40B4-BE49-F238E27FC236}">
                      <a16:creationId xmlns:a16="http://schemas.microsoft.com/office/drawing/2014/main" id="{E676282C-5FCF-4E29-AE15-2545F1A685E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81" name="Freeform 62">
                  <a:extLst>
                    <a:ext uri="{FF2B5EF4-FFF2-40B4-BE49-F238E27FC236}">
                      <a16:creationId xmlns:a16="http://schemas.microsoft.com/office/drawing/2014/main" id="{AF7EC2A1-EAFC-4851-A4E3-47811C4456B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82" name="Freeform 65">
                  <a:extLst>
                    <a:ext uri="{FF2B5EF4-FFF2-40B4-BE49-F238E27FC236}">
                      <a16:creationId xmlns:a16="http://schemas.microsoft.com/office/drawing/2014/main" id="{6F9BD94B-F299-45D3-B66E-F20FBC9246D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83" name="Freeform 79">
                  <a:extLst>
                    <a:ext uri="{FF2B5EF4-FFF2-40B4-BE49-F238E27FC236}">
                      <a16:creationId xmlns:a16="http://schemas.microsoft.com/office/drawing/2014/main" id="{50E616C9-EAB1-4990-B569-17C6CB08891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84" name="Freeform 82">
                  <a:extLst>
                    <a:ext uri="{FF2B5EF4-FFF2-40B4-BE49-F238E27FC236}">
                      <a16:creationId xmlns:a16="http://schemas.microsoft.com/office/drawing/2014/main" id="{2F983FB0-2CC2-4D5F-A331-4130F138E91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85" name="Freeform 85">
                  <a:extLst>
                    <a:ext uri="{FF2B5EF4-FFF2-40B4-BE49-F238E27FC236}">
                      <a16:creationId xmlns:a16="http://schemas.microsoft.com/office/drawing/2014/main" id="{B1ABC269-0802-4C4A-9E57-6F876F122C8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86" name="Freeform 88">
                  <a:extLst>
                    <a:ext uri="{FF2B5EF4-FFF2-40B4-BE49-F238E27FC236}">
                      <a16:creationId xmlns:a16="http://schemas.microsoft.com/office/drawing/2014/main" id="{233153AF-C5CF-40DD-9E5E-9B84272F467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nvGrpSpPr>
                <p:cNvPr id="187" name="Grupa 186">
                  <a:extLst>
                    <a:ext uri="{FF2B5EF4-FFF2-40B4-BE49-F238E27FC236}">
                      <a16:creationId xmlns:a16="http://schemas.microsoft.com/office/drawing/2014/main" id="{95E220B7-17F2-4748-A337-3B8D58860387}"/>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188" name="Line 63">
                    <a:extLst>
                      <a:ext uri="{FF2B5EF4-FFF2-40B4-BE49-F238E27FC236}">
                        <a16:creationId xmlns:a16="http://schemas.microsoft.com/office/drawing/2014/main" id="{63DC02CB-E162-45FD-AF68-0A1DB537F40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89" name="Line 66">
                    <a:extLst>
                      <a:ext uri="{FF2B5EF4-FFF2-40B4-BE49-F238E27FC236}">
                        <a16:creationId xmlns:a16="http://schemas.microsoft.com/office/drawing/2014/main" id="{4D9CBADA-7016-4987-B723-F7AE8E2E574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90" name="Line 67">
                    <a:extLst>
                      <a:ext uri="{FF2B5EF4-FFF2-40B4-BE49-F238E27FC236}">
                        <a16:creationId xmlns:a16="http://schemas.microsoft.com/office/drawing/2014/main" id="{1DCEDCA0-F979-4B3C-A0CA-F98F2DEE892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91" name="Line 80">
                    <a:extLst>
                      <a:ext uri="{FF2B5EF4-FFF2-40B4-BE49-F238E27FC236}">
                        <a16:creationId xmlns:a16="http://schemas.microsoft.com/office/drawing/2014/main" id="{1B701ADB-B6EB-4BED-8D15-F358A67EC9F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92" name="Line 83">
                    <a:extLst>
                      <a:ext uri="{FF2B5EF4-FFF2-40B4-BE49-F238E27FC236}">
                        <a16:creationId xmlns:a16="http://schemas.microsoft.com/office/drawing/2014/main" id="{239EB39D-EF7A-4284-83B8-904957045D8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93" name="Line 86">
                    <a:extLst>
                      <a:ext uri="{FF2B5EF4-FFF2-40B4-BE49-F238E27FC236}">
                        <a16:creationId xmlns:a16="http://schemas.microsoft.com/office/drawing/2014/main" id="{59413AC3-6F9D-431E-8136-F15C0FCA62A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94" name="Line 89">
                    <a:extLst>
                      <a:ext uri="{FF2B5EF4-FFF2-40B4-BE49-F238E27FC236}">
                        <a16:creationId xmlns:a16="http://schemas.microsoft.com/office/drawing/2014/main" id="{987DF8D6-E53D-4C41-B339-1E5094638FA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grpSp>
          <p:grpSp>
            <p:nvGrpSpPr>
              <p:cNvPr id="147" name="Grupa 146">
                <a:extLst>
                  <a:ext uri="{FF2B5EF4-FFF2-40B4-BE49-F238E27FC236}">
                    <a16:creationId xmlns:a16="http://schemas.microsoft.com/office/drawing/2014/main" id="{66036562-1199-405F-B95A-C3A543B5DB4C}"/>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65" name="Grupa 164">
                  <a:extLst>
                    <a:ext uri="{FF2B5EF4-FFF2-40B4-BE49-F238E27FC236}">
                      <a16:creationId xmlns:a16="http://schemas.microsoft.com/office/drawing/2014/main" id="{C4C4997E-6944-4940-8B33-92DB90BCE3A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69" name="Łącznik prosty 168">
                    <a:extLst>
                      <a:ext uri="{FF2B5EF4-FFF2-40B4-BE49-F238E27FC236}">
                        <a16:creationId xmlns:a16="http://schemas.microsoft.com/office/drawing/2014/main" id="{0A44DA53-5DA1-44E2-8EB4-F53CC84C9F2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70" name="Łącznik prosty 169">
                    <a:extLst>
                      <a:ext uri="{FF2B5EF4-FFF2-40B4-BE49-F238E27FC236}">
                        <a16:creationId xmlns:a16="http://schemas.microsoft.com/office/drawing/2014/main" id="{F072B3FF-FEA5-46BC-8627-9B46C5F3967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71" name="Rectangle 30">
                    <a:extLst>
                      <a:ext uri="{FF2B5EF4-FFF2-40B4-BE49-F238E27FC236}">
                        <a16:creationId xmlns:a16="http://schemas.microsoft.com/office/drawing/2014/main" id="{FB18587D-1BDA-4D28-9B48-3C37C764B66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dirty="0">
                      <a:latin typeface="Calibri" panose="020F0502020204030204" pitchFamily="34" charset="0"/>
                    </a:endParaRPr>
                  </a:p>
                </p:txBody>
              </p:sp>
              <p:sp>
                <p:nvSpPr>
                  <p:cNvPr id="172" name="Rectangle 30">
                    <a:extLst>
                      <a:ext uri="{FF2B5EF4-FFF2-40B4-BE49-F238E27FC236}">
                        <a16:creationId xmlns:a16="http://schemas.microsoft.com/office/drawing/2014/main" id="{8CFE033B-F34F-4836-B6F3-93E6C7D9C5C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dirty="0">
                      <a:latin typeface="Calibri" panose="020F0502020204030204" pitchFamily="34" charset="0"/>
                    </a:endParaRPr>
                  </a:p>
                </p:txBody>
              </p:sp>
            </p:grpSp>
            <p:grpSp>
              <p:nvGrpSpPr>
                <p:cNvPr id="166" name="Grupa 165">
                  <a:extLst>
                    <a:ext uri="{FF2B5EF4-FFF2-40B4-BE49-F238E27FC236}">
                      <a16:creationId xmlns:a16="http://schemas.microsoft.com/office/drawing/2014/main" id="{07F79761-CFAA-4330-8067-31EC1DC3E16B}"/>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67" name="Freeform: Shape 166">
                    <a:extLst>
                      <a:ext uri="{FF2B5EF4-FFF2-40B4-BE49-F238E27FC236}">
                        <a16:creationId xmlns:a16="http://schemas.microsoft.com/office/drawing/2014/main" id="{8A0BC496-427B-4836-B989-97B0673D8F5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solidFill>
                        <a:schemeClr val="tx1"/>
                      </a:solidFill>
                      <a:latin typeface="Calibri" panose="020F0502020204030204" pitchFamily="34" charset="0"/>
                    </a:endParaRPr>
                  </a:p>
                </p:txBody>
              </p:sp>
              <p:sp>
                <p:nvSpPr>
                  <p:cNvPr id="168" name="Freeform: Shape 167">
                    <a:extLst>
                      <a:ext uri="{FF2B5EF4-FFF2-40B4-BE49-F238E27FC236}">
                        <a16:creationId xmlns:a16="http://schemas.microsoft.com/office/drawing/2014/main" id="{A0D554E1-33ED-415C-BF15-FC38D2E33C7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solidFill>
                        <a:schemeClr val="tx1"/>
                      </a:solidFill>
                      <a:latin typeface="Calibri" panose="020F0502020204030204" pitchFamily="34" charset="0"/>
                    </a:endParaRPr>
                  </a:p>
                </p:txBody>
              </p:sp>
            </p:grpSp>
          </p:grpSp>
          <p:grpSp>
            <p:nvGrpSpPr>
              <p:cNvPr id="148" name="Grupa 147">
                <a:extLst>
                  <a:ext uri="{FF2B5EF4-FFF2-40B4-BE49-F238E27FC236}">
                    <a16:creationId xmlns:a16="http://schemas.microsoft.com/office/drawing/2014/main" id="{D1F1EE7D-C5FF-46EA-AB9C-94E1F2D9B730}"/>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161" name="Grupa 160">
                  <a:extLst>
                    <a:ext uri="{FF2B5EF4-FFF2-40B4-BE49-F238E27FC236}">
                      <a16:creationId xmlns:a16="http://schemas.microsoft.com/office/drawing/2014/main" id="{2AC2FE37-AED7-4C81-A52E-FD105C1BDA8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63" name="Freeform 68">
                    <a:extLst>
                      <a:ext uri="{FF2B5EF4-FFF2-40B4-BE49-F238E27FC236}">
                        <a16:creationId xmlns:a16="http://schemas.microsoft.com/office/drawing/2014/main" id="{AB34FC05-3259-4BE2-8DA9-91435FAFCE7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64" name="Freeform 69">
                    <a:extLst>
                      <a:ext uri="{FF2B5EF4-FFF2-40B4-BE49-F238E27FC236}">
                        <a16:creationId xmlns:a16="http://schemas.microsoft.com/office/drawing/2014/main" id="{AC11598E-3FD2-47F3-8E57-D5D6130DBC3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sp>
              <p:nvSpPr>
                <p:cNvPr id="162" name="Line 70">
                  <a:extLst>
                    <a:ext uri="{FF2B5EF4-FFF2-40B4-BE49-F238E27FC236}">
                      <a16:creationId xmlns:a16="http://schemas.microsoft.com/office/drawing/2014/main" id="{37D098FA-73CF-44E6-B612-7DE664E5DE0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grpSp>
            <p:nvGrpSpPr>
              <p:cNvPr id="149" name="Grupa 148">
                <a:extLst>
                  <a:ext uri="{FF2B5EF4-FFF2-40B4-BE49-F238E27FC236}">
                    <a16:creationId xmlns:a16="http://schemas.microsoft.com/office/drawing/2014/main" id="{66672930-1A30-4508-A9D2-FA4271C6B1E1}"/>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11158635" y="5515533"/>
                <a:ext cx="317159" cy="932400"/>
                <a:chOff x="6376988" y="280988"/>
                <a:chExt cx="633413" cy="1862138"/>
              </a:xfrm>
            </p:grpSpPr>
            <p:sp>
              <p:nvSpPr>
                <p:cNvPr id="158" name="Freeform 68">
                  <a:extLst>
                    <a:ext uri="{FF2B5EF4-FFF2-40B4-BE49-F238E27FC236}">
                      <a16:creationId xmlns:a16="http://schemas.microsoft.com/office/drawing/2014/main" id="{174F3D5B-9943-4A8B-8699-ABB2B7991B8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376988"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59" name="Freeform 69">
                  <a:extLst>
                    <a:ext uri="{FF2B5EF4-FFF2-40B4-BE49-F238E27FC236}">
                      <a16:creationId xmlns:a16="http://schemas.microsoft.com/office/drawing/2014/main" id="{6834DCA2-951C-4A9B-8490-5C7BD0FFBB9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696076" y="280988"/>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60" name="Line 70">
                  <a:extLst>
                    <a:ext uri="{FF2B5EF4-FFF2-40B4-BE49-F238E27FC236}">
                      <a16:creationId xmlns:a16="http://schemas.microsoft.com/office/drawing/2014/main" id="{316B6CF4-BCF3-4765-B744-A1EB5A76D33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6696076" y="280988"/>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grpSp>
            <p:nvGrpSpPr>
              <p:cNvPr id="150" name="Grupa 149">
                <a:extLst>
                  <a:ext uri="{FF2B5EF4-FFF2-40B4-BE49-F238E27FC236}">
                    <a16:creationId xmlns:a16="http://schemas.microsoft.com/office/drawing/2014/main" id="{BAD99054-FC47-4391-9369-B309A0AA2582}"/>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51633" y="4274501"/>
                <a:ext cx="903599" cy="2160000"/>
                <a:chOff x="9057947" y="3423463"/>
                <a:chExt cx="903599" cy="2160000"/>
              </a:xfrm>
            </p:grpSpPr>
            <p:grpSp>
              <p:nvGrpSpPr>
                <p:cNvPr id="151" name="Grupa 150">
                  <a:extLst>
                    <a:ext uri="{FF2B5EF4-FFF2-40B4-BE49-F238E27FC236}">
                      <a16:creationId xmlns:a16="http://schemas.microsoft.com/office/drawing/2014/main" id="{1A1CDB94-FE6F-4AAC-94D9-DDCEC703B126}"/>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9057947" y="3432856"/>
                  <a:ext cx="903599" cy="1872461"/>
                  <a:chOff x="10538626" y="3165838"/>
                  <a:chExt cx="936000" cy="1939601"/>
                </a:xfrm>
              </p:grpSpPr>
              <p:sp>
                <p:nvSpPr>
                  <p:cNvPr id="156" name="Freeform: Shape 155">
                    <a:extLst>
                      <a:ext uri="{FF2B5EF4-FFF2-40B4-BE49-F238E27FC236}">
                        <a16:creationId xmlns:a16="http://schemas.microsoft.com/office/drawing/2014/main" id="{99B22DCB-54E6-4769-9DD7-3736B4041B2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10538626" y="3183996"/>
                    <a:ext cx="453600" cy="1920288"/>
                  </a:xfrm>
                  <a:custGeom>
                    <a:avLst/>
                    <a:gdLst>
                      <a:gd name="connsiteX0" fmla="*/ 453600 w 453600"/>
                      <a:gd name="connsiteY0" fmla="*/ 0 h 1920288"/>
                      <a:gd name="connsiteX1" fmla="*/ 453600 w 453600"/>
                      <a:gd name="connsiteY1" fmla="*/ 1920288 h 1920288"/>
                      <a:gd name="connsiteX2" fmla="*/ 384059 w 453600"/>
                      <a:gd name="connsiteY2" fmla="*/ 1914152 h 1920288"/>
                      <a:gd name="connsiteX3" fmla="*/ 9354 w 453600"/>
                      <a:gd name="connsiteY3" fmla="*/ 1548700 h 1920288"/>
                      <a:gd name="connsiteX4" fmla="*/ 0 w 453600"/>
                      <a:gd name="connsiteY4" fmla="*/ 1455902 h 1920288"/>
                      <a:gd name="connsiteX5" fmla="*/ 146 w 453600"/>
                      <a:gd name="connsiteY5" fmla="*/ 1451885 h 1920288"/>
                      <a:gd name="connsiteX6" fmla="*/ 145 w 453600"/>
                      <a:gd name="connsiteY6" fmla="*/ 1451885 h 1920288"/>
                      <a:gd name="connsiteX7" fmla="*/ 7358 w 453600"/>
                      <a:gd name="connsiteY7" fmla="*/ 1253678 h 1920288"/>
                      <a:gd name="connsiteX8" fmla="*/ 424671 w 453600"/>
                      <a:gd name="connsiteY8" fmla="*/ 36480 h 1920288"/>
                      <a:gd name="connsiteX9" fmla="*/ 453600 w 453600"/>
                      <a:gd name="connsiteY9" fmla="*/ 0 h 1920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3600" h="1920288">
                        <a:moveTo>
                          <a:pt x="453600" y="0"/>
                        </a:moveTo>
                        <a:lnTo>
                          <a:pt x="453600" y="1920288"/>
                        </a:lnTo>
                        <a:lnTo>
                          <a:pt x="384059" y="1914152"/>
                        </a:lnTo>
                        <a:cubicBezTo>
                          <a:pt x="196308" y="1880615"/>
                          <a:pt x="47443" y="1734834"/>
                          <a:pt x="9354" y="1548700"/>
                        </a:cubicBezTo>
                        <a:lnTo>
                          <a:pt x="0" y="1455902"/>
                        </a:lnTo>
                        <a:lnTo>
                          <a:pt x="146" y="1451885"/>
                        </a:lnTo>
                        <a:lnTo>
                          <a:pt x="145" y="1451885"/>
                        </a:lnTo>
                        <a:lnTo>
                          <a:pt x="7358" y="1253678"/>
                        </a:lnTo>
                        <a:cubicBezTo>
                          <a:pt x="42019" y="780132"/>
                          <a:pt x="195015" y="355125"/>
                          <a:pt x="424671" y="36480"/>
                        </a:cubicBezTo>
                        <a:lnTo>
                          <a:pt x="453600"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solidFill>
                        <a:schemeClr val="tx1"/>
                      </a:solidFill>
                      <a:latin typeface="Calibri" panose="020F0502020204030204" pitchFamily="34" charset="0"/>
                    </a:endParaRPr>
                  </a:p>
                </p:txBody>
              </p:sp>
              <p:sp>
                <p:nvSpPr>
                  <p:cNvPr id="157" name="Freeform: Shape 156">
                    <a:extLst>
                      <a:ext uri="{FF2B5EF4-FFF2-40B4-BE49-F238E27FC236}">
                        <a16:creationId xmlns:a16="http://schemas.microsoft.com/office/drawing/2014/main" id="{67DA3C33-5733-4571-AD7C-F9D7447D184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10992226" y="3165838"/>
                    <a:ext cx="482400" cy="1939601"/>
                  </a:xfrm>
                  <a:custGeom>
                    <a:avLst/>
                    <a:gdLst>
                      <a:gd name="connsiteX0" fmla="*/ 14399 w 482400"/>
                      <a:gd name="connsiteY0" fmla="*/ 0 h 1939601"/>
                      <a:gd name="connsiteX1" fmla="*/ 14399 w 482400"/>
                      <a:gd name="connsiteY1" fmla="*/ 689615 h 1939601"/>
                      <a:gd name="connsiteX2" fmla="*/ 14400 w 482400"/>
                      <a:gd name="connsiteY2" fmla="*/ 689615 h 1939601"/>
                      <a:gd name="connsiteX3" fmla="*/ 14401 w 482400"/>
                      <a:gd name="connsiteY3" fmla="*/ 689615 h 1939601"/>
                      <a:gd name="connsiteX4" fmla="*/ 14401 w 482400"/>
                      <a:gd name="connsiteY4" fmla="*/ 0 h 1939601"/>
                      <a:gd name="connsiteX5" fmla="*/ 57729 w 482400"/>
                      <a:gd name="connsiteY5" fmla="*/ 54638 h 1939601"/>
                      <a:gd name="connsiteX6" fmla="*/ 475042 w 482400"/>
                      <a:gd name="connsiteY6" fmla="*/ 1271836 h 1939601"/>
                      <a:gd name="connsiteX7" fmla="*/ 482255 w 482400"/>
                      <a:gd name="connsiteY7" fmla="*/ 1470043 h 1939601"/>
                      <a:gd name="connsiteX8" fmla="*/ 482254 w 482400"/>
                      <a:gd name="connsiteY8" fmla="*/ 1470043 h 1939601"/>
                      <a:gd name="connsiteX9" fmla="*/ 482400 w 482400"/>
                      <a:gd name="connsiteY9" fmla="*/ 1474060 h 1939601"/>
                      <a:gd name="connsiteX10" fmla="*/ 473046 w 482400"/>
                      <a:gd name="connsiteY10" fmla="*/ 1566858 h 1939601"/>
                      <a:gd name="connsiteX11" fmla="*/ 15706 w 482400"/>
                      <a:gd name="connsiteY11" fmla="*/ 1939601 h 1939601"/>
                      <a:gd name="connsiteX12" fmla="*/ 14400 w 482400"/>
                      <a:gd name="connsiteY12" fmla="*/ 1939469 h 1939601"/>
                      <a:gd name="connsiteX13" fmla="*/ 13094 w 482400"/>
                      <a:gd name="connsiteY13" fmla="*/ 1939601 h 1939601"/>
                      <a:gd name="connsiteX14" fmla="*/ 0 w 482400"/>
                      <a:gd name="connsiteY14" fmla="*/ 1938446 h 1939601"/>
                      <a:gd name="connsiteX15" fmla="*/ 0 w 482400"/>
                      <a:gd name="connsiteY15" fmla="*/ 18158 h 1939601"/>
                      <a:gd name="connsiteX16" fmla="*/ 14399 w 482400"/>
                      <a:gd name="connsiteY16" fmla="*/ 0 h 193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82400" h="1939601">
                        <a:moveTo>
                          <a:pt x="14399" y="0"/>
                        </a:moveTo>
                        <a:lnTo>
                          <a:pt x="14399" y="689615"/>
                        </a:lnTo>
                        <a:lnTo>
                          <a:pt x="14400" y="689615"/>
                        </a:lnTo>
                        <a:lnTo>
                          <a:pt x="14401" y="689615"/>
                        </a:lnTo>
                        <a:lnTo>
                          <a:pt x="14401" y="0"/>
                        </a:lnTo>
                        <a:lnTo>
                          <a:pt x="57729" y="54638"/>
                        </a:lnTo>
                        <a:cubicBezTo>
                          <a:pt x="287385" y="373283"/>
                          <a:pt x="440381" y="798290"/>
                          <a:pt x="475042" y="1271836"/>
                        </a:cubicBezTo>
                        <a:lnTo>
                          <a:pt x="482255" y="1470043"/>
                        </a:lnTo>
                        <a:lnTo>
                          <a:pt x="482254" y="1470043"/>
                        </a:lnTo>
                        <a:lnTo>
                          <a:pt x="482400" y="1474060"/>
                        </a:lnTo>
                        <a:lnTo>
                          <a:pt x="473046" y="1566858"/>
                        </a:lnTo>
                        <a:cubicBezTo>
                          <a:pt x="429516" y="1779582"/>
                          <a:pt x="241298" y="1939601"/>
                          <a:pt x="15706" y="1939601"/>
                        </a:cubicBezTo>
                        <a:lnTo>
                          <a:pt x="14400" y="1939469"/>
                        </a:lnTo>
                        <a:lnTo>
                          <a:pt x="13094" y="1939601"/>
                        </a:lnTo>
                        <a:lnTo>
                          <a:pt x="0" y="1938446"/>
                        </a:lnTo>
                        <a:lnTo>
                          <a:pt x="0" y="18158"/>
                        </a:lnTo>
                        <a:lnTo>
                          <a:pt x="14399"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solidFill>
                        <a:schemeClr val="tx1"/>
                      </a:solidFill>
                      <a:latin typeface="Calibri" panose="020F0502020204030204" pitchFamily="34" charset="0"/>
                    </a:endParaRPr>
                  </a:p>
                </p:txBody>
              </p:sp>
            </p:grpSp>
            <p:grpSp>
              <p:nvGrpSpPr>
                <p:cNvPr id="152" name="Grupa 151">
                  <a:extLst>
                    <a:ext uri="{FF2B5EF4-FFF2-40B4-BE49-F238E27FC236}">
                      <a16:creationId xmlns:a16="http://schemas.microsoft.com/office/drawing/2014/main" id="{DEACDE3F-3571-479B-8545-A0EB157DFB7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9210264" y="3423463"/>
                  <a:ext cx="597126" cy="2160000"/>
                  <a:chOff x="9210264" y="3423463"/>
                  <a:chExt cx="597126" cy="2160000"/>
                </a:xfrm>
              </p:grpSpPr>
              <p:cxnSp>
                <p:nvCxnSpPr>
                  <p:cNvPr id="153" name="Łącznik prosty 152">
                    <a:extLst>
                      <a:ext uri="{FF2B5EF4-FFF2-40B4-BE49-F238E27FC236}">
                        <a16:creationId xmlns:a16="http://schemas.microsoft.com/office/drawing/2014/main" id="{0EBC688C-242B-4AF8-9A28-74C5D3A7DD7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508827" y="3423463"/>
                    <a:ext cx="0" cy="216000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54" name="Rectangle 5">
                    <a:extLst>
                      <a:ext uri="{FF2B5EF4-FFF2-40B4-BE49-F238E27FC236}">
                        <a16:creationId xmlns:a16="http://schemas.microsoft.com/office/drawing/2014/main" id="{C4C8C45C-CEB8-4DEA-A7C9-8028747D4C2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2700000">
                    <a:off x="9210264" y="4162845"/>
                    <a:ext cx="597126" cy="597126"/>
                  </a:xfrm>
                  <a:custGeom>
                    <a:avLst/>
                    <a:gdLst>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0 w 1239398"/>
                      <a:gd name="connsiteY4" fmla="*/ 0 h 1239398"/>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91440 w 1239398"/>
                      <a:gd name="connsiteY4" fmla="*/ 91440 h 1239398"/>
                      <a:gd name="connsiteX0" fmla="*/ 1239398 w 1239398"/>
                      <a:gd name="connsiteY0" fmla="*/ 0 h 1239398"/>
                      <a:gd name="connsiteX1" fmla="*/ 1239398 w 1239398"/>
                      <a:gd name="connsiteY1" fmla="*/ 1239398 h 1239398"/>
                      <a:gd name="connsiteX2" fmla="*/ 0 w 1239398"/>
                      <a:gd name="connsiteY2" fmla="*/ 1239398 h 1239398"/>
                      <a:gd name="connsiteX3" fmla="*/ 91440 w 1239398"/>
                      <a:gd name="connsiteY3" fmla="*/ 91440 h 1239398"/>
                      <a:gd name="connsiteX0" fmla="*/ 1239398 w 1239398"/>
                      <a:gd name="connsiteY0" fmla="*/ 0 h 1239398"/>
                      <a:gd name="connsiteX1" fmla="*/ 1239398 w 1239398"/>
                      <a:gd name="connsiteY1" fmla="*/ 1239398 h 1239398"/>
                      <a:gd name="connsiteX2" fmla="*/ 0 w 1239398"/>
                      <a:gd name="connsiteY2" fmla="*/ 1239398 h 1239398"/>
                    </a:gdLst>
                    <a:ahLst/>
                    <a:cxnLst>
                      <a:cxn ang="0">
                        <a:pos x="connsiteX0" y="connsiteY0"/>
                      </a:cxn>
                      <a:cxn ang="0">
                        <a:pos x="connsiteX1" y="connsiteY1"/>
                      </a:cxn>
                      <a:cxn ang="0">
                        <a:pos x="connsiteX2" y="connsiteY2"/>
                      </a:cxn>
                    </a:cxnLst>
                    <a:rect l="l" t="t" r="r" b="b"/>
                    <a:pathLst>
                      <a:path w="1239398" h="1239398">
                        <a:moveTo>
                          <a:pt x="1239398" y="0"/>
                        </a:moveTo>
                        <a:lnTo>
                          <a:pt x="1239398" y="1239398"/>
                        </a:lnTo>
                        <a:lnTo>
                          <a:pt x="0" y="1239398"/>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dirty="0">
                      <a:latin typeface="Calibri" panose="020F0502020204030204" pitchFamily="34" charset="0"/>
                    </a:endParaRPr>
                  </a:p>
                </p:txBody>
              </p:sp>
              <p:sp>
                <p:nvSpPr>
                  <p:cNvPr id="155" name="Rectangle 5">
                    <a:extLst>
                      <a:ext uri="{FF2B5EF4-FFF2-40B4-BE49-F238E27FC236}">
                        <a16:creationId xmlns:a16="http://schemas.microsoft.com/office/drawing/2014/main" id="{7FC624AF-D992-41C1-A403-A0A4731BE06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2700000">
                    <a:off x="9297710" y="3747070"/>
                    <a:ext cx="422234" cy="422234"/>
                  </a:xfrm>
                  <a:custGeom>
                    <a:avLst/>
                    <a:gdLst>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0 w 1239398"/>
                      <a:gd name="connsiteY4" fmla="*/ 0 h 1239398"/>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91440 w 1239398"/>
                      <a:gd name="connsiteY4" fmla="*/ 91440 h 1239398"/>
                      <a:gd name="connsiteX0" fmla="*/ 1239398 w 1239398"/>
                      <a:gd name="connsiteY0" fmla="*/ 0 h 1239398"/>
                      <a:gd name="connsiteX1" fmla="*/ 1239398 w 1239398"/>
                      <a:gd name="connsiteY1" fmla="*/ 1239398 h 1239398"/>
                      <a:gd name="connsiteX2" fmla="*/ 0 w 1239398"/>
                      <a:gd name="connsiteY2" fmla="*/ 1239398 h 1239398"/>
                      <a:gd name="connsiteX3" fmla="*/ 91440 w 1239398"/>
                      <a:gd name="connsiteY3" fmla="*/ 91440 h 1239398"/>
                      <a:gd name="connsiteX0" fmla="*/ 1239398 w 1239398"/>
                      <a:gd name="connsiteY0" fmla="*/ 0 h 1239398"/>
                      <a:gd name="connsiteX1" fmla="*/ 1239398 w 1239398"/>
                      <a:gd name="connsiteY1" fmla="*/ 1239398 h 1239398"/>
                      <a:gd name="connsiteX2" fmla="*/ 0 w 1239398"/>
                      <a:gd name="connsiteY2" fmla="*/ 1239398 h 1239398"/>
                    </a:gdLst>
                    <a:ahLst/>
                    <a:cxnLst>
                      <a:cxn ang="0">
                        <a:pos x="connsiteX0" y="connsiteY0"/>
                      </a:cxn>
                      <a:cxn ang="0">
                        <a:pos x="connsiteX1" y="connsiteY1"/>
                      </a:cxn>
                      <a:cxn ang="0">
                        <a:pos x="connsiteX2" y="connsiteY2"/>
                      </a:cxn>
                    </a:cxnLst>
                    <a:rect l="l" t="t" r="r" b="b"/>
                    <a:pathLst>
                      <a:path w="1239398" h="1239398">
                        <a:moveTo>
                          <a:pt x="1239398" y="0"/>
                        </a:moveTo>
                        <a:lnTo>
                          <a:pt x="1239398" y="1239398"/>
                        </a:lnTo>
                        <a:lnTo>
                          <a:pt x="0" y="1239398"/>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dirty="0">
                      <a:latin typeface="Calibri" panose="020F0502020204030204" pitchFamily="34" charset="0"/>
                    </a:endParaRPr>
                  </a:p>
                </p:txBody>
              </p:sp>
            </p:grpSp>
          </p:grpSp>
        </p:grpSp>
        <p:grpSp>
          <p:nvGrpSpPr>
            <p:cNvPr id="96" name="Grupa 95">
              <a:extLst>
                <a:ext uri="{FF2B5EF4-FFF2-40B4-BE49-F238E27FC236}">
                  <a16:creationId xmlns:a16="http://schemas.microsoft.com/office/drawing/2014/main" id="{F63171A4-E846-4A64-8292-3ED3583B6DE9}"/>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0800000" flipH="1">
              <a:off x="2171191" y="712681"/>
              <a:ext cx="5539609" cy="5682348"/>
              <a:chOff x="6623433" y="457964"/>
              <a:chExt cx="5539609" cy="5682348"/>
            </a:xfrm>
          </p:grpSpPr>
          <p:grpSp>
            <p:nvGrpSpPr>
              <p:cNvPr id="97" name="Grupa 96">
                <a:extLst>
                  <a:ext uri="{FF2B5EF4-FFF2-40B4-BE49-F238E27FC236}">
                    <a16:creationId xmlns:a16="http://schemas.microsoft.com/office/drawing/2014/main" id="{E59C66F3-BAB8-46AB-849B-0BC14A74B8AB}"/>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124" name="Freeform 64">
                  <a:extLst>
                    <a:ext uri="{FF2B5EF4-FFF2-40B4-BE49-F238E27FC236}">
                      <a16:creationId xmlns:a16="http://schemas.microsoft.com/office/drawing/2014/main" id="{68CD087B-52FF-4F11-A251-6F6A6B9093A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25" name="Freeform 81">
                  <a:extLst>
                    <a:ext uri="{FF2B5EF4-FFF2-40B4-BE49-F238E27FC236}">
                      <a16:creationId xmlns:a16="http://schemas.microsoft.com/office/drawing/2014/main" id="{7FD7CD23-A1FC-41E8-A563-0B0A87A8FC8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26" name="Freeform 61">
                  <a:extLst>
                    <a:ext uri="{FF2B5EF4-FFF2-40B4-BE49-F238E27FC236}">
                      <a16:creationId xmlns:a16="http://schemas.microsoft.com/office/drawing/2014/main" id="{A3A34481-695D-470B-9A01-A047EAA615B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27" name="Freeform 78">
                  <a:extLst>
                    <a:ext uri="{FF2B5EF4-FFF2-40B4-BE49-F238E27FC236}">
                      <a16:creationId xmlns:a16="http://schemas.microsoft.com/office/drawing/2014/main" id="{5B26EEFA-6CAA-4BF6-B4BD-7C083D59BF3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28" name="Freeform 84">
                  <a:extLst>
                    <a:ext uri="{FF2B5EF4-FFF2-40B4-BE49-F238E27FC236}">
                      <a16:creationId xmlns:a16="http://schemas.microsoft.com/office/drawing/2014/main" id="{61976329-310A-4F70-B22C-F032D4BF7E3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29" name="Freeform 87">
                  <a:extLst>
                    <a:ext uri="{FF2B5EF4-FFF2-40B4-BE49-F238E27FC236}">
                      <a16:creationId xmlns:a16="http://schemas.microsoft.com/office/drawing/2014/main" id="{0A0DA1ED-70C5-4D8F-B61F-F6E9E07D595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30" name="Freeform 60">
                  <a:extLst>
                    <a:ext uri="{FF2B5EF4-FFF2-40B4-BE49-F238E27FC236}">
                      <a16:creationId xmlns:a16="http://schemas.microsoft.com/office/drawing/2014/main" id="{EDF58541-8ECC-487F-96C7-3267D0F9C8C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31" name="Freeform 59">
                  <a:extLst>
                    <a:ext uri="{FF2B5EF4-FFF2-40B4-BE49-F238E27FC236}">
                      <a16:creationId xmlns:a16="http://schemas.microsoft.com/office/drawing/2014/main" id="{D1DAAA62-5552-4436-97D9-353F629E8AB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32" name="Freeform 62">
                  <a:extLst>
                    <a:ext uri="{FF2B5EF4-FFF2-40B4-BE49-F238E27FC236}">
                      <a16:creationId xmlns:a16="http://schemas.microsoft.com/office/drawing/2014/main" id="{EBA1BB6B-72EF-4525-89A1-FC5BE70D71B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33" name="Freeform 65">
                  <a:extLst>
                    <a:ext uri="{FF2B5EF4-FFF2-40B4-BE49-F238E27FC236}">
                      <a16:creationId xmlns:a16="http://schemas.microsoft.com/office/drawing/2014/main" id="{D3BD4012-93F7-424A-9146-8E7E831D9E7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34" name="Freeform 79">
                  <a:extLst>
                    <a:ext uri="{FF2B5EF4-FFF2-40B4-BE49-F238E27FC236}">
                      <a16:creationId xmlns:a16="http://schemas.microsoft.com/office/drawing/2014/main" id="{A2E36983-6A8E-4C78-AA27-363C0D676C8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35" name="Freeform 82">
                  <a:extLst>
                    <a:ext uri="{FF2B5EF4-FFF2-40B4-BE49-F238E27FC236}">
                      <a16:creationId xmlns:a16="http://schemas.microsoft.com/office/drawing/2014/main" id="{AB2380FC-F201-44F0-A531-1402201E4EB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36" name="Freeform 85">
                  <a:extLst>
                    <a:ext uri="{FF2B5EF4-FFF2-40B4-BE49-F238E27FC236}">
                      <a16:creationId xmlns:a16="http://schemas.microsoft.com/office/drawing/2014/main" id="{737C3A27-BD47-4E93-A1E3-33B902DD068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37" name="Freeform 88">
                  <a:extLst>
                    <a:ext uri="{FF2B5EF4-FFF2-40B4-BE49-F238E27FC236}">
                      <a16:creationId xmlns:a16="http://schemas.microsoft.com/office/drawing/2014/main" id="{C257BCC6-B88D-4C3B-BEFD-25D320F39CF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nvGrpSpPr>
                <p:cNvPr id="138" name="Grupa 137">
                  <a:extLst>
                    <a:ext uri="{FF2B5EF4-FFF2-40B4-BE49-F238E27FC236}">
                      <a16:creationId xmlns:a16="http://schemas.microsoft.com/office/drawing/2014/main" id="{0519964D-597A-4E0C-B66C-89D30B8582BC}"/>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139" name="Line 63">
                    <a:extLst>
                      <a:ext uri="{FF2B5EF4-FFF2-40B4-BE49-F238E27FC236}">
                        <a16:creationId xmlns:a16="http://schemas.microsoft.com/office/drawing/2014/main" id="{A31BADE6-3732-4787-8841-96E8F05C0A9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40" name="Line 66">
                    <a:extLst>
                      <a:ext uri="{FF2B5EF4-FFF2-40B4-BE49-F238E27FC236}">
                        <a16:creationId xmlns:a16="http://schemas.microsoft.com/office/drawing/2014/main" id="{447ED593-61E3-4BD7-8984-7FE5621549D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41" name="Line 67">
                    <a:extLst>
                      <a:ext uri="{FF2B5EF4-FFF2-40B4-BE49-F238E27FC236}">
                        <a16:creationId xmlns:a16="http://schemas.microsoft.com/office/drawing/2014/main" id="{6AD98272-0FC0-49AC-9877-8D2BAA5148B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42" name="Line 80">
                    <a:extLst>
                      <a:ext uri="{FF2B5EF4-FFF2-40B4-BE49-F238E27FC236}">
                        <a16:creationId xmlns:a16="http://schemas.microsoft.com/office/drawing/2014/main" id="{D54770D9-48C7-4C76-9F40-65C9B9C05CE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43" name="Line 83">
                    <a:extLst>
                      <a:ext uri="{FF2B5EF4-FFF2-40B4-BE49-F238E27FC236}">
                        <a16:creationId xmlns:a16="http://schemas.microsoft.com/office/drawing/2014/main" id="{4B9C1A3A-3DED-4CC1-820C-16B358DF9EC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44" name="Line 86">
                    <a:extLst>
                      <a:ext uri="{FF2B5EF4-FFF2-40B4-BE49-F238E27FC236}">
                        <a16:creationId xmlns:a16="http://schemas.microsoft.com/office/drawing/2014/main" id="{2404A56E-8A81-48CB-9AC4-2CB6EA55DD7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45" name="Line 89">
                    <a:extLst>
                      <a:ext uri="{FF2B5EF4-FFF2-40B4-BE49-F238E27FC236}">
                        <a16:creationId xmlns:a16="http://schemas.microsoft.com/office/drawing/2014/main" id="{6D6A743B-85A5-41A8-9664-D654620D25D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grpSp>
          <p:grpSp>
            <p:nvGrpSpPr>
              <p:cNvPr id="98" name="Grupa 97">
                <a:extLst>
                  <a:ext uri="{FF2B5EF4-FFF2-40B4-BE49-F238E27FC236}">
                    <a16:creationId xmlns:a16="http://schemas.microsoft.com/office/drawing/2014/main" id="{23DAD9FD-AF99-4D89-9BC8-E6739BD17ACA}"/>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16" name="Grupa 115">
                  <a:extLst>
                    <a:ext uri="{FF2B5EF4-FFF2-40B4-BE49-F238E27FC236}">
                      <a16:creationId xmlns:a16="http://schemas.microsoft.com/office/drawing/2014/main" id="{D7170781-0173-4FAB-8358-42C469FC51A3}"/>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20" name="Łącznik prosty 119">
                    <a:extLst>
                      <a:ext uri="{FF2B5EF4-FFF2-40B4-BE49-F238E27FC236}">
                        <a16:creationId xmlns:a16="http://schemas.microsoft.com/office/drawing/2014/main" id="{03C55E22-B879-4AE0-BC46-BA8A4E950C5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21" name="Łącznik prosty 120">
                    <a:extLst>
                      <a:ext uri="{FF2B5EF4-FFF2-40B4-BE49-F238E27FC236}">
                        <a16:creationId xmlns:a16="http://schemas.microsoft.com/office/drawing/2014/main" id="{AA07E073-1978-4DCC-9E5C-FF89EF524B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22" name="Rectangle 30">
                    <a:extLst>
                      <a:ext uri="{FF2B5EF4-FFF2-40B4-BE49-F238E27FC236}">
                        <a16:creationId xmlns:a16="http://schemas.microsoft.com/office/drawing/2014/main" id="{5691F80E-D2E0-4E78-AA76-8D827AE4101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dirty="0">
                      <a:latin typeface="Calibri" panose="020F0502020204030204" pitchFamily="34" charset="0"/>
                    </a:endParaRPr>
                  </a:p>
                </p:txBody>
              </p:sp>
              <p:sp>
                <p:nvSpPr>
                  <p:cNvPr id="123" name="Rectangle 30">
                    <a:extLst>
                      <a:ext uri="{FF2B5EF4-FFF2-40B4-BE49-F238E27FC236}">
                        <a16:creationId xmlns:a16="http://schemas.microsoft.com/office/drawing/2014/main" id="{E34C55D1-5C55-44D3-9C26-E1951DA3937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dirty="0">
                      <a:latin typeface="Calibri" panose="020F0502020204030204" pitchFamily="34" charset="0"/>
                    </a:endParaRPr>
                  </a:p>
                </p:txBody>
              </p:sp>
            </p:grpSp>
            <p:grpSp>
              <p:nvGrpSpPr>
                <p:cNvPr id="117" name="Grupa 116">
                  <a:extLst>
                    <a:ext uri="{FF2B5EF4-FFF2-40B4-BE49-F238E27FC236}">
                      <a16:creationId xmlns:a16="http://schemas.microsoft.com/office/drawing/2014/main" id="{4C9CB0E6-07EF-4140-926D-D380C1A88EB0}"/>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18" name="Freeform: Shape 117">
                    <a:extLst>
                      <a:ext uri="{FF2B5EF4-FFF2-40B4-BE49-F238E27FC236}">
                        <a16:creationId xmlns:a16="http://schemas.microsoft.com/office/drawing/2014/main" id="{263BBD78-504D-435B-8933-2C460DC38E7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solidFill>
                        <a:schemeClr val="tx1"/>
                      </a:solidFill>
                      <a:latin typeface="Calibri" panose="020F0502020204030204" pitchFamily="34" charset="0"/>
                    </a:endParaRPr>
                  </a:p>
                </p:txBody>
              </p:sp>
              <p:sp>
                <p:nvSpPr>
                  <p:cNvPr id="119" name="Freeform: Shape 118">
                    <a:extLst>
                      <a:ext uri="{FF2B5EF4-FFF2-40B4-BE49-F238E27FC236}">
                        <a16:creationId xmlns:a16="http://schemas.microsoft.com/office/drawing/2014/main" id="{1AD78D29-1FCF-4E88-A958-924F701D5E4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solidFill>
                        <a:schemeClr val="tx1"/>
                      </a:solidFill>
                      <a:latin typeface="Calibri" panose="020F0502020204030204" pitchFamily="34" charset="0"/>
                    </a:endParaRPr>
                  </a:p>
                </p:txBody>
              </p:sp>
            </p:grpSp>
          </p:grpSp>
          <p:grpSp>
            <p:nvGrpSpPr>
              <p:cNvPr id="99" name="Grupa 98">
                <a:extLst>
                  <a:ext uri="{FF2B5EF4-FFF2-40B4-BE49-F238E27FC236}">
                    <a16:creationId xmlns:a16="http://schemas.microsoft.com/office/drawing/2014/main" id="{EA551A3F-69EF-45CC-87F7-867808A3FAD2}"/>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112" name="Grupa 111">
                  <a:extLst>
                    <a:ext uri="{FF2B5EF4-FFF2-40B4-BE49-F238E27FC236}">
                      <a16:creationId xmlns:a16="http://schemas.microsoft.com/office/drawing/2014/main" id="{12724B09-E74E-49FA-BB5D-583BB89B798C}"/>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14" name="Freeform 68">
                    <a:extLst>
                      <a:ext uri="{FF2B5EF4-FFF2-40B4-BE49-F238E27FC236}">
                        <a16:creationId xmlns:a16="http://schemas.microsoft.com/office/drawing/2014/main" id="{DA2788BF-64AD-4328-8CB9-8C2C98CF54E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15" name="Freeform 69">
                    <a:extLst>
                      <a:ext uri="{FF2B5EF4-FFF2-40B4-BE49-F238E27FC236}">
                        <a16:creationId xmlns:a16="http://schemas.microsoft.com/office/drawing/2014/main" id="{D9591CB5-16C9-44FC-B125-529D33F91BF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sp>
              <p:nvSpPr>
                <p:cNvPr id="113" name="Line 70">
                  <a:extLst>
                    <a:ext uri="{FF2B5EF4-FFF2-40B4-BE49-F238E27FC236}">
                      <a16:creationId xmlns:a16="http://schemas.microsoft.com/office/drawing/2014/main" id="{4F82A945-38F0-45AF-A28A-C6A0E6A2E7F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grpSp>
            <p:nvGrpSpPr>
              <p:cNvPr id="100" name="Grupa 99">
                <a:extLst>
                  <a:ext uri="{FF2B5EF4-FFF2-40B4-BE49-F238E27FC236}">
                    <a16:creationId xmlns:a16="http://schemas.microsoft.com/office/drawing/2014/main" id="{80FA6744-F48F-4652-86E5-BA3ABEF32274}"/>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11158635" y="5515533"/>
                <a:ext cx="317159" cy="932400"/>
                <a:chOff x="6376988" y="280988"/>
                <a:chExt cx="633413" cy="1862138"/>
              </a:xfrm>
            </p:grpSpPr>
            <p:sp>
              <p:nvSpPr>
                <p:cNvPr id="109" name="Freeform 68">
                  <a:extLst>
                    <a:ext uri="{FF2B5EF4-FFF2-40B4-BE49-F238E27FC236}">
                      <a16:creationId xmlns:a16="http://schemas.microsoft.com/office/drawing/2014/main" id="{FAC3DEAD-5797-4CA1-A8F2-3F487AAC6B1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376988"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10" name="Freeform 69">
                  <a:extLst>
                    <a:ext uri="{FF2B5EF4-FFF2-40B4-BE49-F238E27FC236}">
                      <a16:creationId xmlns:a16="http://schemas.microsoft.com/office/drawing/2014/main" id="{F9AF9D64-C9FB-4D32-993D-3423A2E55EE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696076" y="280988"/>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sp>
              <p:nvSpPr>
                <p:cNvPr id="111" name="Line 70">
                  <a:extLst>
                    <a:ext uri="{FF2B5EF4-FFF2-40B4-BE49-F238E27FC236}">
                      <a16:creationId xmlns:a16="http://schemas.microsoft.com/office/drawing/2014/main" id="{9097AC72-422F-4CE0-A772-A63E2294ACD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6696076" y="280988"/>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bodyPr>
                <a:lstStyle/>
                <a:p>
                  <a:pPr rtl="0"/>
                  <a:endParaRPr lang="pl-PL" noProof="0" dirty="0">
                    <a:latin typeface="Calibri" panose="020F0502020204030204" pitchFamily="34" charset="0"/>
                  </a:endParaRPr>
                </a:p>
              </p:txBody>
            </p:sp>
          </p:grpSp>
          <p:grpSp>
            <p:nvGrpSpPr>
              <p:cNvPr id="101" name="Grupa 100">
                <a:extLst>
                  <a:ext uri="{FF2B5EF4-FFF2-40B4-BE49-F238E27FC236}">
                    <a16:creationId xmlns:a16="http://schemas.microsoft.com/office/drawing/2014/main" id="{1A6B3F4D-48A0-4FC2-8720-2606D6AA04C0}"/>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51633" y="4274501"/>
                <a:ext cx="903599" cy="2160000"/>
                <a:chOff x="9057947" y="3423463"/>
                <a:chExt cx="903599" cy="2160000"/>
              </a:xfrm>
            </p:grpSpPr>
            <p:grpSp>
              <p:nvGrpSpPr>
                <p:cNvPr id="102" name="Grupa 101">
                  <a:extLst>
                    <a:ext uri="{FF2B5EF4-FFF2-40B4-BE49-F238E27FC236}">
                      <a16:creationId xmlns:a16="http://schemas.microsoft.com/office/drawing/2014/main" id="{67E4FA26-563D-4D19-BAEB-A370818E51A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9057947" y="3432856"/>
                  <a:ext cx="903599" cy="1872461"/>
                  <a:chOff x="10538626" y="3165838"/>
                  <a:chExt cx="936000" cy="1939601"/>
                </a:xfrm>
              </p:grpSpPr>
              <p:sp>
                <p:nvSpPr>
                  <p:cNvPr id="107" name="Freeform: Shape 106">
                    <a:extLst>
                      <a:ext uri="{FF2B5EF4-FFF2-40B4-BE49-F238E27FC236}">
                        <a16:creationId xmlns:a16="http://schemas.microsoft.com/office/drawing/2014/main" id="{03B51AAC-6B1D-43D1-8885-402653BA90F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10538626" y="3183996"/>
                    <a:ext cx="453600" cy="1920288"/>
                  </a:xfrm>
                  <a:custGeom>
                    <a:avLst/>
                    <a:gdLst>
                      <a:gd name="connsiteX0" fmla="*/ 453600 w 453600"/>
                      <a:gd name="connsiteY0" fmla="*/ 0 h 1920288"/>
                      <a:gd name="connsiteX1" fmla="*/ 453600 w 453600"/>
                      <a:gd name="connsiteY1" fmla="*/ 1920288 h 1920288"/>
                      <a:gd name="connsiteX2" fmla="*/ 384059 w 453600"/>
                      <a:gd name="connsiteY2" fmla="*/ 1914152 h 1920288"/>
                      <a:gd name="connsiteX3" fmla="*/ 9354 w 453600"/>
                      <a:gd name="connsiteY3" fmla="*/ 1548700 h 1920288"/>
                      <a:gd name="connsiteX4" fmla="*/ 0 w 453600"/>
                      <a:gd name="connsiteY4" fmla="*/ 1455902 h 1920288"/>
                      <a:gd name="connsiteX5" fmla="*/ 146 w 453600"/>
                      <a:gd name="connsiteY5" fmla="*/ 1451885 h 1920288"/>
                      <a:gd name="connsiteX6" fmla="*/ 145 w 453600"/>
                      <a:gd name="connsiteY6" fmla="*/ 1451885 h 1920288"/>
                      <a:gd name="connsiteX7" fmla="*/ 7358 w 453600"/>
                      <a:gd name="connsiteY7" fmla="*/ 1253678 h 1920288"/>
                      <a:gd name="connsiteX8" fmla="*/ 424671 w 453600"/>
                      <a:gd name="connsiteY8" fmla="*/ 36480 h 1920288"/>
                      <a:gd name="connsiteX9" fmla="*/ 453600 w 453600"/>
                      <a:gd name="connsiteY9" fmla="*/ 0 h 1920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3600" h="1920288">
                        <a:moveTo>
                          <a:pt x="453600" y="0"/>
                        </a:moveTo>
                        <a:lnTo>
                          <a:pt x="453600" y="1920288"/>
                        </a:lnTo>
                        <a:lnTo>
                          <a:pt x="384059" y="1914152"/>
                        </a:lnTo>
                        <a:cubicBezTo>
                          <a:pt x="196308" y="1880615"/>
                          <a:pt x="47443" y="1734834"/>
                          <a:pt x="9354" y="1548700"/>
                        </a:cubicBezTo>
                        <a:lnTo>
                          <a:pt x="0" y="1455902"/>
                        </a:lnTo>
                        <a:lnTo>
                          <a:pt x="146" y="1451885"/>
                        </a:lnTo>
                        <a:lnTo>
                          <a:pt x="145" y="1451885"/>
                        </a:lnTo>
                        <a:lnTo>
                          <a:pt x="7358" y="1253678"/>
                        </a:lnTo>
                        <a:cubicBezTo>
                          <a:pt x="42019" y="780132"/>
                          <a:pt x="195015" y="355125"/>
                          <a:pt x="424671" y="36480"/>
                        </a:cubicBezTo>
                        <a:lnTo>
                          <a:pt x="453600"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solidFill>
                        <a:schemeClr val="tx1"/>
                      </a:solidFill>
                      <a:latin typeface="Calibri" panose="020F0502020204030204" pitchFamily="34" charset="0"/>
                    </a:endParaRPr>
                  </a:p>
                </p:txBody>
              </p:sp>
              <p:sp>
                <p:nvSpPr>
                  <p:cNvPr id="108" name="Freeform: Shape 107">
                    <a:extLst>
                      <a:ext uri="{FF2B5EF4-FFF2-40B4-BE49-F238E27FC236}">
                        <a16:creationId xmlns:a16="http://schemas.microsoft.com/office/drawing/2014/main" id="{CF4180FB-7FBD-421F-A284-4C2CC61B384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10992226" y="3165838"/>
                    <a:ext cx="482400" cy="1939601"/>
                  </a:xfrm>
                  <a:custGeom>
                    <a:avLst/>
                    <a:gdLst>
                      <a:gd name="connsiteX0" fmla="*/ 14399 w 482400"/>
                      <a:gd name="connsiteY0" fmla="*/ 0 h 1939601"/>
                      <a:gd name="connsiteX1" fmla="*/ 14399 w 482400"/>
                      <a:gd name="connsiteY1" fmla="*/ 689615 h 1939601"/>
                      <a:gd name="connsiteX2" fmla="*/ 14400 w 482400"/>
                      <a:gd name="connsiteY2" fmla="*/ 689615 h 1939601"/>
                      <a:gd name="connsiteX3" fmla="*/ 14401 w 482400"/>
                      <a:gd name="connsiteY3" fmla="*/ 689615 h 1939601"/>
                      <a:gd name="connsiteX4" fmla="*/ 14401 w 482400"/>
                      <a:gd name="connsiteY4" fmla="*/ 0 h 1939601"/>
                      <a:gd name="connsiteX5" fmla="*/ 57729 w 482400"/>
                      <a:gd name="connsiteY5" fmla="*/ 54638 h 1939601"/>
                      <a:gd name="connsiteX6" fmla="*/ 475042 w 482400"/>
                      <a:gd name="connsiteY6" fmla="*/ 1271836 h 1939601"/>
                      <a:gd name="connsiteX7" fmla="*/ 482255 w 482400"/>
                      <a:gd name="connsiteY7" fmla="*/ 1470043 h 1939601"/>
                      <a:gd name="connsiteX8" fmla="*/ 482254 w 482400"/>
                      <a:gd name="connsiteY8" fmla="*/ 1470043 h 1939601"/>
                      <a:gd name="connsiteX9" fmla="*/ 482400 w 482400"/>
                      <a:gd name="connsiteY9" fmla="*/ 1474060 h 1939601"/>
                      <a:gd name="connsiteX10" fmla="*/ 473046 w 482400"/>
                      <a:gd name="connsiteY10" fmla="*/ 1566858 h 1939601"/>
                      <a:gd name="connsiteX11" fmla="*/ 15706 w 482400"/>
                      <a:gd name="connsiteY11" fmla="*/ 1939601 h 1939601"/>
                      <a:gd name="connsiteX12" fmla="*/ 14400 w 482400"/>
                      <a:gd name="connsiteY12" fmla="*/ 1939469 h 1939601"/>
                      <a:gd name="connsiteX13" fmla="*/ 13094 w 482400"/>
                      <a:gd name="connsiteY13" fmla="*/ 1939601 h 1939601"/>
                      <a:gd name="connsiteX14" fmla="*/ 0 w 482400"/>
                      <a:gd name="connsiteY14" fmla="*/ 1938446 h 1939601"/>
                      <a:gd name="connsiteX15" fmla="*/ 0 w 482400"/>
                      <a:gd name="connsiteY15" fmla="*/ 18158 h 1939601"/>
                      <a:gd name="connsiteX16" fmla="*/ 14399 w 482400"/>
                      <a:gd name="connsiteY16" fmla="*/ 0 h 193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82400" h="1939601">
                        <a:moveTo>
                          <a:pt x="14399" y="0"/>
                        </a:moveTo>
                        <a:lnTo>
                          <a:pt x="14399" y="689615"/>
                        </a:lnTo>
                        <a:lnTo>
                          <a:pt x="14400" y="689615"/>
                        </a:lnTo>
                        <a:lnTo>
                          <a:pt x="14401" y="689615"/>
                        </a:lnTo>
                        <a:lnTo>
                          <a:pt x="14401" y="0"/>
                        </a:lnTo>
                        <a:lnTo>
                          <a:pt x="57729" y="54638"/>
                        </a:lnTo>
                        <a:cubicBezTo>
                          <a:pt x="287385" y="373283"/>
                          <a:pt x="440381" y="798290"/>
                          <a:pt x="475042" y="1271836"/>
                        </a:cubicBezTo>
                        <a:lnTo>
                          <a:pt x="482255" y="1470043"/>
                        </a:lnTo>
                        <a:lnTo>
                          <a:pt x="482254" y="1470043"/>
                        </a:lnTo>
                        <a:lnTo>
                          <a:pt x="482400" y="1474060"/>
                        </a:lnTo>
                        <a:lnTo>
                          <a:pt x="473046" y="1566858"/>
                        </a:lnTo>
                        <a:cubicBezTo>
                          <a:pt x="429516" y="1779582"/>
                          <a:pt x="241298" y="1939601"/>
                          <a:pt x="15706" y="1939601"/>
                        </a:cubicBezTo>
                        <a:lnTo>
                          <a:pt x="14400" y="1939469"/>
                        </a:lnTo>
                        <a:lnTo>
                          <a:pt x="13094" y="1939601"/>
                        </a:lnTo>
                        <a:lnTo>
                          <a:pt x="0" y="1938446"/>
                        </a:lnTo>
                        <a:lnTo>
                          <a:pt x="0" y="18158"/>
                        </a:lnTo>
                        <a:lnTo>
                          <a:pt x="14399"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rtlCol="0" anchor="t" anchorCtr="0" compatLnSpc="1">
                    <a:prstTxWarp prst="textNoShape">
                      <a:avLst/>
                    </a:prstTxWarp>
                  </a:bodyPr>
                  <a:lstStyle/>
                  <a:p>
                    <a:pPr rtl="0"/>
                    <a:endParaRPr lang="pl-PL" noProof="0" dirty="0">
                      <a:solidFill>
                        <a:schemeClr val="tx1"/>
                      </a:solidFill>
                      <a:latin typeface="Calibri" panose="020F0502020204030204" pitchFamily="34" charset="0"/>
                    </a:endParaRPr>
                  </a:p>
                </p:txBody>
              </p:sp>
            </p:grpSp>
            <p:grpSp>
              <p:nvGrpSpPr>
                <p:cNvPr id="103" name="Grupa 102">
                  <a:extLst>
                    <a:ext uri="{FF2B5EF4-FFF2-40B4-BE49-F238E27FC236}">
                      <a16:creationId xmlns:a16="http://schemas.microsoft.com/office/drawing/2014/main" id="{28E615C5-6A2E-4BF3-A3A8-9061C5B1B84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9210264" y="3423463"/>
                  <a:ext cx="597126" cy="2160000"/>
                  <a:chOff x="9210264" y="3423463"/>
                  <a:chExt cx="597126" cy="2160000"/>
                </a:xfrm>
              </p:grpSpPr>
              <p:cxnSp>
                <p:nvCxnSpPr>
                  <p:cNvPr id="104" name="Łącznik prosty 103">
                    <a:extLst>
                      <a:ext uri="{FF2B5EF4-FFF2-40B4-BE49-F238E27FC236}">
                        <a16:creationId xmlns:a16="http://schemas.microsoft.com/office/drawing/2014/main" id="{B15A4CEB-6B8D-48C3-8484-3EC282A34A1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9508827" y="3423463"/>
                    <a:ext cx="0" cy="216000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05" name="Rectangle 5">
                    <a:extLst>
                      <a:ext uri="{FF2B5EF4-FFF2-40B4-BE49-F238E27FC236}">
                        <a16:creationId xmlns:a16="http://schemas.microsoft.com/office/drawing/2014/main" id="{38F7FD7D-E582-4214-B1B3-D289130553F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2700000">
                    <a:off x="9210264" y="4162845"/>
                    <a:ext cx="597126" cy="597126"/>
                  </a:xfrm>
                  <a:custGeom>
                    <a:avLst/>
                    <a:gdLst>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0 w 1239398"/>
                      <a:gd name="connsiteY4" fmla="*/ 0 h 1239398"/>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91440 w 1239398"/>
                      <a:gd name="connsiteY4" fmla="*/ 91440 h 1239398"/>
                      <a:gd name="connsiteX0" fmla="*/ 1239398 w 1239398"/>
                      <a:gd name="connsiteY0" fmla="*/ 0 h 1239398"/>
                      <a:gd name="connsiteX1" fmla="*/ 1239398 w 1239398"/>
                      <a:gd name="connsiteY1" fmla="*/ 1239398 h 1239398"/>
                      <a:gd name="connsiteX2" fmla="*/ 0 w 1239398"/>
                      <a:gd name="connsiteY2" fmla="*/ 1239398 h 1239398"/>
                      <a:gd name="connsiteX3" fmla="*/ 91440 w 1239398"/>
                      <a:gd name="connsiteY3" fmla="*/ 91440 h 1239398"/>
                      <a:gd name="connsiteX0" fmla="*/ 1239398 w 1239398"/>
                      <a:gd name="connsiteY0" fmla="*/ 0 h 1239398"/>
                      <a:gd name="connsiteX1" fmla="*/ 1239398 w 1239398"/>
                      <a:gd name="connsiteY1" fmla="*/ 1239398 h 1239398"/>
                      <a:gd name="connsiteX2" fmla="*/ 0 w 1239398"/>
                      <a:gd name="connsiteY2" fmla="*/ 1239398 h 1239398"/>
                    </a:gdLst>
                    <a:ahLst/>
                    <a:cxnLst>
                      <a:cxn ang="0">
                        <a:pos x="connsiteX0" y="connsiteY0"/>
                      </a:cxn>
                      <a:cxn ang="0">
                        <a:pos x="connsiteX1" y="connsiteY1"/>
                      </a:cxn>
                      <a:cxn ang="0">
                        <a:pos x="connsiteX2" y="connsiteY2"/>
                      </a:cxn>
                    </a:cxnLst>
                    <a:rect l="l" t="t" r="r" b="b"/>
                    <a:pathLst>
                      <a:path w="1239398" h="1239398">
                        <a:moveTo>
                          <a:pt x="1239398" y="0"/>
                        </a:moveTo>
                        <a:lnTo>
                          <a:pt x="1239398" y="1239398"/>
                        </a:lnTo>
                        <a:lnTo>
                          <a:pt x="0" y="1239398"/>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dirty="0">
                      <a:latin typeface="Calibri" panose="020F0502020204030204" pitchFamily="34" charset="0"/>
                    </a:endParaRPr>
                  </a:p>
                </p:txBody>
              </p:sp>
              <p:sp>
                <p:nvSpPr>
                  <p:cNvPr id="106" name="Rectangle 5">
                    <a:extLst>
                      <a:ext uri="{FF2B5EF4-FFF2-40B4-BE49-F238E27FC236}">
                        <a16:creationId xmlns:a16="http://schemas.microsoft.com/office/drawing/2014/main" id="{B74D1DAC-C0D4-447E-8665-EAFF34F4E32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rot="2700000">
                    <a:off x="9297710" y="3747070"/>
                    <a:ext cx="422234" cy="422234"/>
                  </a:xfrm>
                  <a:custGeom>
                    <a:avLst/>
                    <a:gdLst>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0 w 1239398"/>
                      <a:gd name="connsiteY4" fmla="*/ 0 h 1239398"/>
                      <a:gd name="connsiteX0" fmla="*/ 0 w 1239398"/>
                      <a:gd name="connsiteY0" fmla="*/ 0 h 1239398"/>
                      <a:gd name="connsiteX1" fmla="*/ 1239398 w 1239398"/>
                      <a:gd name="connsiteY1" fmla="*/ 0 h 1239398"/>
                      <a:gd name="connsiteX2" fmla="*/ 1239398 w 1239398"/>
                      <a:gd name="connsiteY2" fmla="*/ 1239398 h 1239398"/>
                      <a:gd name="connsiteX3" fmla="*/ 0 w 1239398"/>
                      <a:gd name="connsiteY3" fmla="*/ 1239398 h 1239398"/>
                      <a:gd name="connsiteX4" fmla="*/ 91440 w 1239398"/>
                      <a:gd name="connsiteY4" fmla="*/ 91440 h 1239398"/>
                      <a:gd name="connsiteX0" fmla="*/ 1239398 w 1239398"/>
                      <a:gd name="connsiteY0" fmla="*/ 0 h 1239398"/>
                      <a:gd name="connsiteX1" fmla="*/ 1239398 w 1239398"/>
                      <a:gd name="connsiteY1" fmla="*/ 1239398 h 1239398"/>
                      <a:gd name="connsiteX2" fmla="*/ 0 w 1239398"/>
                      <a:gd name="connsiteY2" fmla="*/ 1239398 h 1239398"/>
                      <a:gd name="connsiteX3" fmla="*/ 91440 w 1239398"/>
                      <a:gd name="connsiteY3" fmla="*/ 91440 h 1239398"/>
                      <a:gd name="connsiteX0" fmla="*/ 1239398 w 1239398"/>
                      <a:gd name="connsiteY0" fmla="*/ 0 h 1239398"/>
                      <a:gd name="connsiteX1" fmla="*/ 1239398 w 1239398"/>
                      <a:gd name="connsiteY1" fmla="*/ 1239398 h 1239398"/>
                      <a:gd name="connsiteX2" fmla="*/ 0 w 1239398"/>
                      <a:gd name="connsiteY2" fmla="*/ 1239398 h 1239398"/>
                    </a:gdLst>
                    <a:ahLst/>
                    <a:cxnLst>
                      <a:cxn ang="0">
                        <a:pos x="connsiteX0" y="connsiteY0"/>
                      </a:cxn>
                      <a:cxn ang="0">
                        <a:pos x="connsiteX1" y="connsiteY1"/>
                      </a:cxn>
                      <a:cxn ang="0">
                        <a:pos x="connsiteX2" y="connsiteY2"/>
                      </a:cxn>
                    </a:cxnLst>
                    <a:rect l="l" t="t" r="r" b="b"/>
                    <a:pathLst>
                      <a:path w="1239398" h="1239398">
                        <a:moveTo>
                          <a:pt x="1239398" y="0"/>
                        </a:moveTo>
                        <a:lnTo>
                          <a:pt x="1239398" y="1239398"/>
                        </a:lnTo>
                        <a:lnTo>
                          <a:pt x="0" y="1239398"/>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pl-PL" noProof="0" dirty="0">
                      <a:latin typeface="Calibri" panose="020F0502020204030204" pitchFamily="34" charset="0"/>
                    </a:endParaRPr>
                  </a:p>
                </p:txBody>
              </p:sp>
            </p:grpSp>
          </p:grpSp>
        </p:grpSp>
      </p:grpSp>
      <p:sp>
        <p:nvSpPr>
          <p:cNvPr id="7" name="Tekst — symbol zastępczy 6">
            <a:extLst>
              <a:ext uri="{FF2B5EF4-FFF2-40B4-BE49-F238E27FC236}">
                <a16:creationId xmlns:a16="http://schemas.microsoft.com/office/drawing/2014/main" id="{9CF2D931-86F8-40B1-B2C0-BE477572ECCA}"/>
              </a:ext>
            </a:extLst>
          </p:cNvPr>
          <p:cNvSpPr>
            <a:spLocks noGrp="1"/>
          </p:cNvSpPr>
          <p:nvPr>
            <p:ph type="body" sz="quarter" idx="14"/>
          </p:nvPr>
        </p:nvSpPr>
        <p:spPr>
          <a:xfrm>
            <a:off x="8181686" y="2876550"/>
            <a:ext cx="3059113" cy="2983947"/>
          </a:xfrm>
        </p:spPr>
        <p:txBody>
          <a:bodyPr rtlCol="0"/>
          <a:lstStyle>
            <a:lvl1pPr marL="0" indent="0" algn="ctr">
              <a:buNone/>
              <a:defRPr/>
            </a:lvl1pPr>
            <a:lvl2pPr marL="360000" indent="0">
              <a:buFont typeface="Arial" panose="020B0604020202020204" pitchFamily="34" charset="0"/>
              <a:buNone/>
              <a:defRPr/>
            </a:lvl2pPr>
            <a:lvl3pPr marL="720000" indent="0">
              <a:buNone/>
              <a:defRPr/>
            </a:lvl3pPr>
            <a:lvl4pPr marL="1080000" indent="0">
              <a:buFont typeface="Arial" panose="020B0604020202020204" pitchFamily="34" charset="0"/>
              <a:buNone/>
              <a:defRPr/>
            </a:lvl4pPr>
            <a:lvl5pPr marL="1440000" indent="0">
              <a:buNone/>
              <a:defRPr/>
            </a:lvl5pPr>
          </a:lstStyle>
          <a:p>
            <a:pPr lvl="0" rtl="0"/>
            <a:r>
              <a:rPr lang="pl-PL" noProof="0"/>
              <a:t>Kliknij, aby edytować style wzorca tekstu</a:t>
            </a:r>
          </a:p>
        </p:txBody>
      </p:sp>
    </p:spTree>
    <p:extLst>
      <p:ext uri="{BB962C8B-B14F-4D97-AF65-F5344CB8AC3E}">
        <p14:creationId xmlns:p14="http://schemas.microsoft.com/office/powerpoint/2010/main" val="18688710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ytuł — symbol zastępczy 1">
            <a:extLst>
              <a:ext uri="{FF2B5EF4-FFF2-40B4-BE49-F238E27FC236}">
                <a16:creationId xmlns:a16="http://schemas.microsoft.com/office/drawing/2014/main" id="{002DDA7E-8449-42D1-93BD-4E96C1BFC18D}"/>
              </a:ext>
            </a:extLst>
          </p:cNvPr>
          <p:cNvSpPr>
            <a:spLocks noGrp="1"/>
          </p:cNvSpPr>
          <p:nvPr>
            <p:ph type="title"/>
          </p:nvPr>
        </p:nvSpPr>
        <p:spPr>
          <a:xfrm>
            <a:off x="989400" y="395289"/>
            <a:ext cx="10213200" cy="1112836"/>
          </a:xfrm>
          <a:prstGeom prst="rect">
            <a:avLst/>
          </a:prstGeom>
        </p:spPr>
        <p:txBody>
          <a:bodyPr vert="horz" lIns="91440" tIns="45720" rIns="91440" bIns="45720" rtlCol="0" anchor="b" anchorCtr="0">
            <a:normAutofit/>
          </a:bodyPr>
          <a:lstStyle/>
          <a:p>
            <a:pPr rtl="0"/>
            <a:r>
              <a:rPr lang="pl-PL" noProof="0"/>
              <a:t>Kliknij, aby edytować styl wzorca tytułu</a:t>
            </a:r>
          </a:p>
        </p:txBody>
      </p:sp>
      <p:sp>
        <p:nvSpPr>
          <p:cNvPr id="3" name="Tekst — symbol zastępczy 2">
            <a:extLst>
              <a:ext uri="{FF2B5EF4-FFF2-40B4-BE49-F238E27FC236}">
                <a16:creationId xmlns:a16="http://schemas.microsoft.com/office/drawing/2014/main" id="{1172EB64-DBC0-4012-830E-9166670D17C5}"/>
              </a:ext>
            </a:extLst>
          </p:cNvPr>
          <p:cNvSpPr>
            <a:spLocks noGrp="1"/>
          </p:cNvSpPr>
          <p:nvPr>
            <p:ph type="body" idx="1"/>
          </p:nvPr>
        </p:nvSpPr>
        <p:spPr>
          <a:xfrm>
            <a:off x="989400" y="1685925"/>
            <a:ext cx="10213200" cy="4040191"/>
          </a:xfrm>
          <a:prstGeom prst="rect">
            <a:avLst/>
          </a:prstGeom>
        </p:spPr>
        <p:txBody>
          <a:bodyPr vert="horz" lIns="91440" tIns="45720" rIns="91440" bIns="45720" rtlCol="0">
            <a:normAutofit/>
          </a:bodyPr>
          <a:lstStyle/>
          <a:p>
            <a:pPr lvl="0" rtl="0"/>
            <a:r>
              <a:rPr lang="pl-PL" noProof="0"/>
              <a:t>Kliknij, aby edytować style wzorców tekstu</a:t>
            </a:r>
          </a:p>
          <a:p>
            <a:pPr lvl="1" rtl="0"/>
            <a:r>
              <a:rPr lang="pl-PL" noProof="0"/>
              <a:t>Drugi poziom</a:t>
            </a:r>
          </a:p>
          <a:p>
            <a:pPr lvl="2" rtl="0"/>
            <a:r>
              <a:rPr lang="pl-PL" noProof="0"/>
              <a:t>Trzeci poziom</a:t>
            </a:r>
          </a:p>
          <a:p>
            <a:pPr lvl="3" rtl="0"/>
            <a:r>
              <a:rPr lang="pl-PL" noProof="0"/>
              <a:t>Czwarty poziom</a:t>
            </a:r>
          </a:p>
          <a:p>
            <a:pPr lvl="4" rtl="0"/>
            <a:r>
              <a:rPr lang="pl-PL" noProof="0"/>
              <a:t>Piąty poziom</a:t>
            </a:r>
          </a:p>
        </p:txBody>
      </p:sp>
      <p:sp>
        <p:nvSpPr>
          <p:cNvPr id="4" name="Data — symbol zastępczy 3">
            <a:extLst>
              <a:ext uri="{FF2B5EF4-FFF2-40B4-BE49-F238E27FC236}">
                <a16:creationId xmlns:a16="http://schemas.microsoft.com/office/drawing/2014/main" id="{2749A3E9-8704-4E26-A519-8215B3E943F5}"/>
              </a:ext>
            </a:extLst>
          </p:cNvPr>
          <p:cNvSpPr>
            <a:spLocks noGrp="1"/>
          </p:cNvSpPr>
          <p:nvPr>
            <p:ph type="dt" sz="half" idx="2"/>
          </p:nvPr>
        </p:nvSpPr>
        <p:spPr>
          <a:xfrm>
            <a:off x="450000" y="6357168"/>
            <a:ext cx="1760150" cy="461665"/>
          </a:xfrm>
          <a:prstGeom prst="rect">
            <a:avLst/>
          </a:prstGeom>
        </p:spPr>
        <p:txBody>
          <a:bodyPr vert="horz" lIns="91440" tIns="45720" rIns="91440" bIns="45720" rtlCol="0" anchor="ctr">
            <a:normAutofit/>
          </a:bodyPr>
          <a:lstStyle>
            <a:lvl1pPr algn="l">
              <a:defRPr sz="1000" cap="all" spc="200" baseline="0">
                <a:solidFill>
                  <a:schemeClr val="tx1">
                    <a:alpha val="60000"/>
                  </a:schemeClr>
                </a:solidFill>
                <a:latin typeface="Times New Roman" panose="02020603050405020304" pitchFamily="18" charset="0"/>
                <a:cs typeface="Times New Roman" panose="02020603050405020304" pitchFamily="18" charset="0"/>
              </a:defRPr>
            </a:lvl1pPr>
          </a:lstStyle>
          <a:p>
            <a:r>
              <a:rPr lang="pl-PL" noProof="0"/>
              <a:t>20XX</a:t>
            </a:r>
            <a:endParaRPr lang="pl-PL" noProof="0">
              <a:latin typeface="Times New Roman" panose="02020603050405020304" pitchFamily="18" charset="0"/>
              <a:cs typeface="Times New Roman" panose="02020603050405020304" pitchFamily="18" charset="0"/>
            </a:endParaRPr>
          </a:p>
        </p:txBody>
      </p:sp>
      <p:sp>
        <p:nvSpPr>
          <p:cNvPr id="5" name="Stopka — symbol zastępczy 4">
            <a:extLst>
              <a:ext uri="{FF2B5EF4-FFF2-40B4-BE49-F238E27FC236}">
                <a16:creationId xmlns:a16="http://schemas.microsoft.com/office/drawing/2014/main" id="{C8590E32-87A0-44C2-A299-D45FAB146E08}"/>
              </a:ext>
            </a:extLst>
          </p:cNvPr>
          <p:cNvSpPr>
            <a:spLocks noGrp="1"/>
          </p:cNvSpPr>
          <p:nvPr>
            <p:ph type="ftr" sz="quarter" idx="3"/>
          </p:nvPr>
        </p:nvSpPr>
        <p:spPr>
          <a:xfrm>
            <a:off x="2754312" y="6357600"/>
            <a:ext cx="6683376" cy="460800"/>
          </a:xfrm>
          <a:prstGeom prst="rect">
            <a:avLst/>
          </a:prstGeom>
        </p:spPr>
        <p:txBody>
          <a:bodyPr vert="horz" lIns="91440" tIns="45720" rIns="91440" bIns="45720" rtlCol="0" anchor="ctr"/>
          <a:lstStyle>
            <a:lvl1pPr algn="ctr">
              <a:defRPr sz="1000" cap="all" spc="300" baseline="0">
                <a:solidFill>
                  <a:schemeClr val="tx1">
                    <a:alpha val="60000"/>
                  </a:schemeClr>
                </a:solidFill>
                <a:latin typeface="Times New Roman" panose="02020603050405020304" pitchFamily="18" charset="0"/>
                <a:cs typeface="Times New Roman" panose="02020603050405020304" pitchFamily="18" charset="0"/>
              </a:defRPr>
            </a:lvl1pPr>
          </a:lstStyle>
          <a:p>
            <a:endParaRPr lang="pl-PL" noProof="0">
              <a:latin typeface="Times New Roman" panose="02020603050405020304" pitchFamily="18" charset="0"/>
              <a:cs typeface="Times New Roman" panose="02020603050405020304" pitchFamily="18" charset="0"/>
            </a:endParaRPr>
          </a:p>
        </p:txBody>
      </p:sp>
      <p:sp>
        <p:nvSpPr>
          <p:cNvPr id="6" name="Numer slajdu — symbol zastępczy 5">
            <a:extLst>
              <a:ext uri="{FF2B5EF4-FFF2-40B4-BE49-F238E27FC236}">
                <a16:creationId xmlns:a16="http://schemas.microsoft.com/office/drawing/2014/main" id="{BE1C1A41-01A7-44E2-965B-ACFD4F2806FC}"/>
              </a:ext>
            </a:extLst>
          </p:cNvPr>
          <p:cNvSpPr>
            <a:spLocks noGrp="1"/>
          </p:cNvSpPr>
          <p:nvPr>
            <p:ph type="sldNum" sz="quarter" idx="4"/>
          </p:nvPr>
        </p:nvSpPr>
        <p:spPr>
          <a:xfrm>
            <a:off x="9982800" y="6357600"/>
            <a:ext cx="1760150" cy="460800"/>
          </a:xfrm>
          <a:prstGeom prst="rect">
            <a:avLst/>
          </a:prstGeom>
        </p:spPr>
        <p:txBody>
          <a:bodyPr vert="horz" lIns="91440" tIns="45720" rIns="91440" bIns="45720" rtlCol="0" anchor="ctr"/>
          <a:lstStyle>
            <a:lvl1pPr algn="r">
              <a:defRPr sz="1000" cap="all" spc="200" baseline="0">
                <a:solidFill>
                  <a:schemeClr val="tx1">
                    <a:alpha val="60000"/>
                  </a:schemeClr>
                </a:solidFill>
                <a:latin typeface="Times New Roman" panose="02020603050405020304" pitchFamily="18" charset="0"/>
                <a:cs typeface="Times New Roman" panose="02020603050405020304" pitchFamily="18" charset="0"/>
              </a:defRPr>
            </a:lvl1pPr>
          </a:lstStyle>
          <a:p>
            <a:fld id="{294A09A9-5501-47C1-A89A-A340965A2BE2}" type="slidenum">
              <a:rPr lang="pl-PL" noProof="0" smtClean="0"/>
              <a:pPr/>
              <a:t>‹#›</a:t>
            </a:fld>
            <a:endParaRPr lang="pl-PL" noProof="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1974659"/>
      </p:ext>
    </p:extLst>
  </p:cSld>
  <p:clrMap bg1="lt1" tx1="dk1" bg2="lt2" tx2="dk2" accent1="accent1" accent2="accent2" accent3="accent3" accent4="accent4" accent5="accent5" accent6="accent6" hlink="hlink" folHlink="folHlink"/>
  <p:sldLayoutIdLst>
    <p:sldLayoutId id="2147483672" r:id="rId1"/>
    <p:sldLayoutId id="2147483675" r:id="rId2"/>
    <p:sldLayoutId id="2147483673" r:id="rId3"/>
    <p:sldLayoutId id="2147483678" r:id="rId4"/>
    <p:sldLayoutId id="2147483660" r:id="rId5"/>
    <p:sldLayoutId id="2147483680" r:id="rId6"/>
    <p:sldLayoutId id="2147483679" r:id="rId7"/>
    <p:sldLayoutId id="2147483677" r:id="rId8"/>
    <p:sldLayoutId id="2147483662" r:id="rId9"/>
    <p:sldLayoutId id="2147483663" r:id="rId10"/>
    <p:sldLayoutId id="2147483671" r:id="rId11"/>
    <p:sldLayoutId id="2147483676" r:id="rId12"/>
    <p:sldLayoutId id="2147483674" r:id="rId13"/>
  </p:sldLayoutIdLst>
  <p:hf hdr="0"/>
  <p:txStyles>
    <p:titleStyle>
      <a:lvl1pPr algn="l" defTabSz="914400" rtl="0" eaLnBrk="1" latinLnBrk="0" hangingPunct="1">
        <a:lnSpc>
          <a:spcPct val="100000"/>
        </a:lnSpc>
        <a:spcBef>
          <a:spcPct val="0"/>
        </a:spcBef>
        <a:buNone/>
        <a:defRPr sz="3200" kern="1200" cap="none" spc="0" baseline="0">
          <a:solidFill>
            <a:schemeClr val="tx1"/>
          </a:solidFill>
          <a:latin typeface="Times New Roman" panose="02020603050405020304" pitchFamily="18" charset="0"/>
          <a:ea typeface="+mj-ea"/>
          <a:cs typeface="Times New Roman" panose="02020603050405020304" pitchFamily="18" charset="0"/>
        </a:defRPr>
      </a:lvl1pPr>
    </p:titleStyle>
    <p:bodyStyle>
      <a:lvl1pPr marL="360000" indent="-360000" algn="l" defTabSz="914400" rtl="0" eaLnBrk="1" latinLnBrk="0" hangingPunct="1">
        <a:lnSpc>
          <a:spcPct val="150000"/>
        </a:lnSpc>
        <a:spcBef>
          <a:spcPts val="1000"/>
        </a:spcBef>
        <a:buClr>
          <a:schemeClr val="accent3"/>
        </a:buClr>
        <a:buFont typeface="Wingdings" panose="05000000000000000000" pitchFamily="2" charset="2"/>
        <a:buChar char=""/>
        <a:defRPr sz="2000" kern="1200" spc="50">
          <a:solidFill>
            <a:schemeClr val="tx1">
              <a:alpha val="60000"/>
            </a:schemeClr>
          </a:solidFill>
          <a:latin typeface="Calibri" panose="020F0502020204030204" pitchFamily="34" charset="0"/>
          <a:ea typeface="+mn-ea"/>
          <a:cs typeface="Calibri" panose="020F0502020204030204" pitchFamily="34" charset="0"/>
        </a:defRPr>
      </a:lvl1pPr>
      <a:lvl2pPr marL="360000" indent="0" algn="l" defTabSz="914400" rtl="0" eaLnBrk="1" latinLnBrk="0" hangingPunct="1">
        <a:lnSpc>
          <a:spcPct val="150000"/>
        </a:lnSpc>
        <a:spcBef>
          <a:spcPts val="500"/>
        </a:spcBef>
        <a:buFontTx/>
        <a:buNone/>
        <a:defRPr sz="2000" b="0" i="1" kern="1200" spc="50" baseline="0">
          <a:solidFill>
            <a:schemeClr val="tx1">
              <a:alpha val="60000"/>
            </a:schemeClr>
          </a:solidFill>
          <a:latin typeface="Calibri" panose="020F0502020204030204" pitchFamily="34" charset="0"/>
          <a:ea typeface="+mn-ea"/>
          <a:cs typeface="Calibri" panose="020F0502020204030204" pitchFamily="34" charset="0"/>
        </a:defRPr>
      </a:lvl2pPr>
      <a:lvl3pPr marL="1080000" indent="-360000" algn="l" defTabSz="914400" rtl="0" eaLnBrk="1" latinLnBrk="0" hangingPunct="1">
        <a:lnSpc>
          <a:spcPct val="150000"/>
        </a:lnSpc>
        <a:spcBef>
          <a:spcPts val="500"/>
        </a:spcBef>
        <a:buClr>
          <a:schemeClr val="accent3"/>
        </a:buClr>
        <a:buFont typeface="Wingdings" panose="05000000000000000000" pitchFamily="2" charset="2"/>
        <a:buChar char=""/>
        <a:defRPr sz="2000" kern="1200" spc="50">
          <a:solidFill>
            <a:schemeClr val="tx1">
              <a:alpha val="60000"/>
            </a:schemeClr>
          </a:solidFill>
          <a:latin typeface="Calibri" panose="020F0502020204030204" pitchFamily="34" charset="0"/>
          <a:ea typeface="+mn-ea"/>
          <a:cs typeface="Calibri" panose="020F0502020204030204" pitchFamily="34" charset="0"/>
        </a:defRPr>
      </a:lvl3pPr>
      <a:lvl4pPr marL="1080000" indent="0" algn="l" defTabSz="914400" rtl="0" eaLnBrk="1" latinLnBrk="0" hangingPunct="1">
        <a:lnSpc>
          <a:spcPct val="150000"/>
        </a:lnSpc>
        <a:spcBef>
          <a:spcPts val="500"/>
        </a:spcBef>
        <a:buClr>
          <a:schemeClr val="accent3"/>
        </a:buClr>
        <a:buFontTx/>
        <a:buNone/>
        <a:defRPr sz="2000" b="0" i="1" kern="1200" spc="50" baseline="0">
          <a:solidFill>
            <a:schemeClr val="tx1">
              <a:alpha val="60000"/>
            </a:schemeClr>
          </a:solidFill>
          <a:latin typeface="Calibri" panose="020F0502020204030204" pitchFamily="34" charset="0"/>
          <a:ea typeface="+mn-ea"/>
          <a:cs typeface="Calibri" panose="020F0502020204030204" pitchFamily="34" charset="0"/>
        </a:defRPr>
      </a:lvl4pPr>
      <a:lvl5pPr marL="1800000" indent="-360000" algn="l" defTabSz="914400" rtl="0" eaLnBrk="1" latinLnBrk="0" hangingPunct="1">
        <a:lnSpc>
          <a:spcPct val="150000"/>
        </a:lnSpc>
        <a:spcBef>
          <a:spcPts val="500"/>
        </a:spcBef>
        <a:buClr>
          <a:schemeClr val="accent3"/>
        </a:buClr>
        <a:buFont typeface="Wingdings" panose="05000000000000000000" pitchFamily="2" charset="2"/>
        <a:buChar char=""/>
        <a:defRPr sz="2000" kern="1200" spc="50">
          <a:solidFill>
            <a:schemeClr val="tx1">
              <a:alpha val="60000"/>
            </a:schemeClr>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137">
          <p15:clr>
            <a:srgbClr val="F26B43"/>
          </p15:clr>
        </p15:guide>
        <p15:guide id="3" pos="680">
          <p15:clr>
            <a:srgbClr val="F26B43"/>
          </p15:clr>
        </p15:guide>
        <p15:guide id="4" pos="7000">
          <p15:clr>
            <a:srgbClr val="F26B43"/>
          </p15:clr>
        </p15:guide>
        <p15:guide id="5" orient="horz" pos="679">
          <p15:clr>
            <a:srgbClr val="F26B43"/>
          </p15:clr>
        </p15:guide>
        <p15:guide id="6" orient="horz" pos="3640">
          <p15:clr>
            <a:srgbClr val="F26B43"/>
          </p15:clr>
        </p15:guide>
        <p15:guide id="7" pos="6644">
          <p15:clr>
            <a:srgbClr val="F26B43"/>
          </p15:clr>
        </p15:guide>
        <p15:guide id="8" pos="6289">
          <p15:clr>
            <a:srgbClr val="F26B43"/>
          </p15:clr>
        </p15:guide>
        <p15:guide id="9" pos="5945">
          <p15:clr>
            <a:srgbClr val="F26B43"/>
          </p15:clr>
        </p15:guide>
        <p15:guide id="10" pos="1391">
          <p15:clr>
            <a:srgbClr val="F26B43"/>
          </p15:clr>
        </p15:guide>
        <p15:guide id="11" pos="1032">
          <p15:clr>
            <a:srgbClr val="F26B43"/>
          </p15:clr>
        </p15:guide>
        <p15:guide id="12" pos="1732">
          <p15:clr>
            <a:srgbClr val="F26B43"/>
          </p15:clr>
        </p15:guide>
        <p15:guide id="13" pos="2084">
          <p15:clr>
            <a:srgbClr val="F26B43"/>
          </p15:clr>
        </p15:guide>
        <p15:guide id="14" pos="5596">
          <p15:clr>
            <a:srgbClr val="F26B43"/>
          </p15:clr>
        </p15:guide>
        <p15:guide id="15" pos="2436">
          <p15:clr>
            <a:srgbClr val="F26B43"/>
          </p15:clr>
        </p15:guide>
        <p15:guide id="16" pos="5244">
          <p15:clr>
            <a:srgbClr val="F26B43"/>
          </p15:clr>
        </p15:guide>
        <p15:guide id="17" pos="2792">
          <p15:clr>
            <a:srgbClr val="F26B43"/>
          </p15:clr>
        </p15:guide>
        <p15:guide id="18" pos="4892">
          <p15:clr>
            <a:srgbClr val="F26B43"/>
          </p15:clr>
        </p15:guide>
        <p15:guide id="19" pos="4543">
          <p15:clr>
            <a:srgbClr val="F26B43"/>
          </p15:clr>
        </p15:guide>
        <p15:guide id="20" pos="3488">
          <p15:clr>
            <a:srgbClr val="F26B43"/>
          </p15:clr>
        </p15:guide>
        <p15:guide id="21" pos="4192">
          <p15:clr>
            <a:srgbClr val="F26B43"/>
          </p15:clr>
        </p15:guide>
        <p15:guide id="23" pos="340">
          <p15:clr>
            <a:srgbClr val="A4A3A4"/>
          </p15:clr>
        </p15:guide>
        <p15:guide id="24" pos="7340">
          <p15:clr>
            <a:srgbClr val="A4A3A4"/>
          </p15:clr>
        </p15:guide>
        <p15:guide id="25" orient="horz" pos="1062">
          <p15:clr>
            <a:srgbClr val="5ACBF0"/>
          </p15:clr>
        </p15:guide>
        <p15:guide id="26" orient="horz" pos="3982">
          <p15:clr>
            <a:srgbClr val="A4A3A4"/>
          </p15:clr>
        </p15:guide>
        <p15:guide id="27" orient="horz" pos="338">
          <p15:clr>
            <a:srgbClr val="A4A3A4"/>
          </p15:clr>
        </p15:guide>
        <p15:guide id="28" orient="horz" pos="950">
          <p15:clr>
            <a:srgbClr val="5ACBF0"/>
          </p15:clr>
        </p15:guide>
        <p15:guide id="29" orient="horz" pos="249">
          <p15:clr>
            <a:srgbClr val="5ACBF0"/>
          </p15:clr>
        </p15:guide>
        <p15:guide id="30" orient="horz" pos="2160" userDrawn="1">
          <p15:clr>
            <a:srgbClr val="A4A3A4"/>
          </p15:clr>
        </p15:guide>
        <p15:guide id="31" pos="3840" userDrawn="1">
          <p15:clr>
            <a:srgbClr val="A4A3A4"/>
          </p15:clr>
        </p15:guide>
        <p15:guide id="32" pos="240" userDrawn="1">
          <p15:clr>
            <a:srgbClr val="547EBF"/>
          </p15:clr>
        </p15:guide>
        <p15:guide id="33" orient="horz" pos="240" userDrawn="1">
          <p15:clr>
            <a:srgbClr val="547EBF"/>
          </p15:clr>
        </p15:guide>
        <p15:guide id="34" pos="7440" userDrawn="1">
          <p15:clr>
            <a:srgbClr val="547EBF"/>
          </p15:clr>
        </p15:guide>
        <p15:guide id="35" orient="horz" pos="4080" userDrawn="1">
          <p15:clr>
            <a:srgbClr val="547EBF"/>
          </p15:clr>
        </p15:guide>
        <p15:guide id="36" pos="3960" userDrawn="1">
          <p15:clr>
            <a:srgbClr val="547EBF"/>
          </p15:clr>
        </p15:guide>
        <p15:guide id="37" pos="3720" userDrawn="1">
          <p15:clr>
            <a:srgbClr val="547EBF"/>
          </p15:clr>
        </p15:guide>
        <p15:guide id="38" pos="2112" userDrawn="1">
          <p15:clr>
            <a:srgbClr val="547EBF"/>
          </p15:clr>
        </p15:guide>
        <p15:guide id="39" pos="1848" userDrawn="1">
          <p15:clr>
            <a:srgbClr val="547EBF"/>
          </p15:clr>
        </p15:guide>
        <p15:guide id="40" pos="5568" userDrawn="1">
          <p15:clr>
            <a:srgbClr val="547EBF"/>
          </p15:clr>
        </p15:guide>
        <p15:guide id="41" pos="5832" userDrawn="1">
          <p15:clr>
            <a:srgbClr val="547EBF"/>
          </p15:clr>
        </p15:guide>
        <p15:guide id="42" pos="4968" userDrawn="1">
          <p15:clr>
            <a:srgbClr val="9FCC3B"/>
          </p15:clr>
        </p15:guide>
        <p15:guide id="43" pos="5208" userDrawn="1">
          <p15:clr>
            <a:srgbClr val="9FCC3B"/>
          </p15:clr>
        </p15:guide>
        <p15:guide id="44" pos="2712" userDrawn="1">
          <p15:clr>
            <a:srgbClr val="9FCC3B"/>
          </p15:clr>
        </p15:guide>
        <p15:guide id="45" pos="2472"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13.xml"/><Relationship Id="rId4" Type="http://schemas.openxmlformats.org/officeDocument/2006/relationships/image" Target="../media/image4.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1DF3D98-3C30-4CFC-8643-C81E829C8C25}"/>
              </a:ext>
            </a:extLst>
          </p:cNvPr>
          <p:cNvSpPr>
            <a:spLocks noGrp="1"/>
          </p:cNvSpPr>
          <p:nvPr>
            <p:ph type="title"/>
          </p:nvPr>
        </p:nvSpPr>
        <p:spPr>
          <a:xfrm>
            <a:off x="572568" y="874663"/>
            <a:ext cx="5523432" cy="2334637"/>
          </a:xfrm>
        </p:spPr>
        <p:txBody>
          <a:bodyPr rtlCol="0">
            <a:noAutofit/>
          </a:bodyPr>
          <a:lstStyle/>
          <a:p>
            <a:pPr rtl="0"/>
            <a:r>
              <a:rPr lang="pl-PL" sz="5500" dirty="0" err="1">
                <a:latin typeface="Tenorite" panose="00000500000000000000" pitchFamily="2" charset="0"/>
              </a:rPr>
              <a:t>Introduction</a:t>
            </a:r>
            <a:r>
              <a:rPr lang="pl-PL" sz="5500" dirty="0">
                <a:latin typeface="Tenorite" panose="00000500000000000000" pitchFamily="2" charset="0"/>
              </a:rPr>
              <a:t> </a:t>
            </a:r>
            <a:br>
              <a:rPr lang="pl-PL" sz="5500" dirty="0">
                <a:latin typeface="Tenorite" panose="00000500000000000000" pitchFamily="2" charset="0"/>
              </a:rPr>
            </a:br>
            <a:r>
              <a:rPr lang="pl-PL" sz="5500" dirty="0">
                <a:latin typeface="Tenorite" panose="00000500000000000000" pitchFamily="2" charset="0"/>
              </a:rPr>
              <a:t>to management</a:t>
            </a:r>
          </a:p>
        </p:txBody>
      </p:sp>
      <p:sp>
        <p:nvSpPr>
          <p:cNvPr id="3" name="Podtytuł 2">
            <a:extLst>
              <a:ext uri="{FF2B5EF4-FFF2-40B4-BE49-F238E27FC236}">
                <a16:creationId xmlns:a16="http://schemas.microsoft.com/office/drawing/2014/main" id="{A068D447-28D3-4F5F-B2DC-FD67E9015868}"/>
              </a:ext>
            </a:extLst>
          </p:cNvPr>
          <p:cNvSpPr>
            <a:spLocks noGrp="1"/>
          </p:cNvSpPr>
          <p:nvPr>
            <p:ph type="subTitle" idx="1"/>
          </p:nvPr>
        </p:nvSpPr>
        <p:spPr/>
        <p:txBody>
          <a:bodyPr rtlCol="0">
            <a:normAutofit/>
          </a:bodyPr>
          <a:lstStyle/>
          <a:p>
            <a:pPr rtl="0"/>
            <a:r>
              <a:rPr lang="pl-PL" sz="2800" dirty="0">
                <a:solidFill>
                  <a:srgbClr val="663300"/>
                </a:solidFill>
                <a:latin typeface="Tenorite" panose="00000500000000000000" pitchFamily="2" charset="0"/>
                <a:cs typeface="Calibri"/>
              </a:rPr>
              <a:t>Class no. 7</a:t>
            </a:r>
          </a:p>
          <a:p>
            <a:pPr rtl="0"/>
            <a:r>
              <a:rPr lang="pl-PL" sz="2800" dirty="0">
                <a:solidFill>
                  <a:srgbClr val="663300"/>
                </a:solidFill>
                <a:latin typeface="Tenorite" panose="00000500000000000000" pitchFamily="2" charset="0"/>
              </a:rPr>
              <a:t>Marketing</a:t>
            </a:r>
          </a:p>
        </p:txBody>
      </p:sp>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2984863" y="553986"/>
            <a:ext cx="6222272" cy="1453003"/>
          </a:xfrm>
        </p:spPr>
        <p:txBody>
          <a:bodyPr wrap="square" rtlCol="0" anchor="b">
            <a:normAutofit/>
          </a:bodyPr>
          <a:lstStyle/>
          <a:p>
            <a:pPr rtl="0"/>
            <a:r>
              <a:rPr lang="pl-PL" sz="5000" dirty="0" err="1">
                <a:latin typeface="Tenorite" panose="00000500000000000000" pitchFamily="2" charset="0"/>
              </a:rPr>
              <a:t>What</a:t>
            </a:r>
            <a:r>
              <a:rPr lang="pl-PL" sz="5000" dirty="0">
                <a:latin typeface="Tenorite" panose="00000500000000000000" pitchFamily="2" charset="0"/>
              </a:rPr>
              <a:t> </a:t>
            </a:r>
            <a:r>
              <a:rPr lang="pl-PL" sz="5000" dirty="0" err="1">
                <a:latin typeface="Tenorite" panose="00000500000000000000" pitchFamily="2" charset="0"/>
              </a:rPr>
              <a:t>is</a:t>
            </a:r>
            <a:r>
              <a:rPr lang="pl-PL" sz="5000" dirty="0">
                <a:latin typeface="Tenorite" panose="00000500000000000000" pitchFamily="2" charset="0"/>
              </a:rPr>
              <a:t> marketing? 1/4</a:t>
            </a: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MArketing</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2</a:t>
            </a:fld>
            <a:endParaRPr lang="pl-PL" sz="1100" noProof="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D6FB5783-20F6-7D18-F439-BAE14E16DEE1}"/>
              </a:ext>
            </a:extLst>
          </p:cNvPr>
          <p:cNvSpPr>
            <a:spLocks noGrp="1"/>
          </p:cNvSpPr>
          <p:nvPr>
            <p:ph type="body" sz="quarter" idx="13"/>
          </p:nvPr>
        </p:nvSpPr>
        <p:spPr>
          <a:xfrm>
            <a:off x="1951633" y="2741373"/>
            <a:ext cx="8288731" cy="3303900"/>
          </a:xfrm>
        </p:spPr>
        <p:txBody>
          <a:bodyPr rtlCol="0">
            <a:noAutofit/>
          </a:bodyPr>
          <a:lstStyle/>
          <a:p>
            <a:pPr marL="457200" indent="-457200" algn="just" rtl="0">
              <a:lnSpc>
                <a:spcPct val="120000"/>
              </a:lnSpc>
              <a:buClr>
                <a:srgbClr val="663300"/>
              </a:buClr>
              <a:buFont typeface="Arial" panose="020B0604020202020204" pitchFamily="34" charset="0"/>
              <a:buChar char="•"/>
            </a:pPr>
            <a:r>
              <a:rPr lang="en-US" sz="2100" dirty="0">
                <a:solidFill>
                  <a:srgbClr val="663300"/>
                </a:solidFill>
                <a:latin typeface="Tenorite" panose="00000500000000000000" pitchFamily="2" charset="0"/>
              </a:rPr>
              <a:t>Marketing is not only much broader than selling; it is</a:t>
            </a:r>
            <a:r>
              <a:rPr lang="pl-PL" sz="2100" dirty="0">
                <a:solidFill>
                  <a:srgbClr val="663300"/>
                </a:solidFill>
                <a:latin typeface="Tenorite" panose="00000500000000000000" pitchFamily="2" charset="0"/>
              </a:rPr>
              <a:t> </a:t>
            </a:r>
            <a:r>
              <a:rPr lang="en-US" sz="2100" dirty="0">
                <a:solidFill>
                  <a:srgbClr val="663300"/>
                </a:solidFill>
                <a:latin typeface="Tenorite" panose="00000500000000000000" pitchFamily="2" charset="0"/>
              </a:rPr>
              <a:t>not a specialized activity at all. It encompasses the entire business. It is the whole business seen from the point of view of the final result, that is, from the customer’s point of view. Concern and responsibility for marketing must therefore permeate all areas of the enterprise.” </a:t>
            </a:r>
            <a:endParaRPr lang="pl-PL" sz="2100" dirty="0">
              <a:solidFill>
                <a:srgbClr val="663300"/>
              </a:solidFill>
              <a:latin typeface="Tenorite" panose="00000500000000000000" pitchFamily="2" charset="0"/>
            </a:endParaRPr>
          </a:p>
          <a:p>
            <a:pPr lvl="1" algn="just">
              <a:lnSpc>
                <a:spcPct val="120000"/>
              </a:lnSpc>
              <a:buClr>
                <a:srgbClr val="663300"/>
              </a:buClr>
            </a:pPr>
            <a:r>
              <a:rPr lang="en-US" sz="2100" dirty="0">
                <a:solidFill>
                  <a:srgbClr val="C00000"/>
                </a:solidFill>
                <a:latin typeface="Tenorite" panose="00000500000000000000" pitchFamily="2" charset="0"/>
              </a:rPr>
              <a:t>(Drucker, 1954, pp. 38-39.)</a:t>
            </a:r>
          </a:p>
        </p:txBody>
      </p:sp>
      <p:pic>
        <p:nvPicPr>
          <p:cNvPr id="7" name="Picture 2" descr="Znalezione obrazy dla zapytania Marketing">
            <a:extLst>
              <a:ext uri="{FF2B5EF4-FFF2-40B4-BE49-F238E27FC236}">
                <a16:creationId xmlns:a16="http://schemas.microsoft.com/office/drawing/2014/main" id="{52F7F978-5F64-9A6A-5E2F-843B5F1663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17166" y="4781439"/>
            <a:ext cx="4579937" cy="148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909058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2984863" y="553986"/>
            <a:ext cx="6222272" cy="1453003"/>
          </a:xfrm>
        </p:spPr>
        <p:txBody>
          <a:bodyPr wrap="square" rtlCol="0" anchor="b">
            <a:normAutofit/>
          </a:bodyPr>
          <a:lstStyle/>
          <a:p>
            <a:pPr rtl="0"/>
            <a:r>
              <a:rPr lang="pl-PL" sz="5000" dirty="0" err="1">
                <a:latin typeface="Tenorite" panose="00000500000000000000" pitchFamily="2" charset="0"/>
              </a:rPr>
              <a:t>What</a:t>
            </a:r>
            <a:r>
              <a:rPr lang="pl-PL" sz="5000" dirty="0">
                <a:latin typeface="Tenorite" panose="00000500000000000000" pitchFamily="2" charset="0"/>
              </a:rPr>
              <a:t> </a:t>
            </a:r>
            <a:r>
              <a:rPr lang="pl-PL" sz="5000" dirty="0" err="1">
                <a:latin typeface="Tenorite" panose="00000500000000000000" pitchFamily="2" charset="0"/>
              </a:rPr>
              <a:t>is</a:t>
            </a:r>
            <a:r>
              <a:rPr lang="pl-PL" sz="5000" dirty="0">
                <a:latin typeface="Tenorite" panose="00000500000000000000" pitchFamily="2" charset="0"/>
              </a:rPr>
              <a:t> marketing? 2/4</a:t>
            </a: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MArketing</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3</a:t>
            </a:fld>
            <a:endParaRPr lang="pl-PL" sz="1100" noProof="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D6FB5783-20F6-7D18-F439-BAE14E16DEE1}"/>
              </a:ext>
            </a:extLst>
          </p:cNvPr>
          <p:cNvSpPr>
            <a:spLocks noGrp="1"/>
          </p:cNvSpPr>
          <p:nvPr>
            <p:ph type="body" sz="quarter" idx="13"/>
          </p:nvPr>
        </p:nvSpPr>
        <p:spPr>
          <a:xfrm>
            <a:off x="1951633" y="2741373"/>
            <a:ext cx="8288731" cy="3437236"/>
          </a:xfrm>
        </p:spPr>
        <p:txBody>
          <a:bodyPr rtlCol="0">
            <a:noAutofit/>
          </a:bodyPr>
          <a:lstStyle/>
          <a:p>
            <a:pPr marL="457200" indent="-457200" algn="just" rtl="0">
              <a:lnSpc>
                <a:spcPct val="120000"/>
              </a:lnSpc>
              <a:buClr>
                <a:srgbClr val="663300"/>
              </a:buClr>
              <a:buFont typeface="Arial" panose="020B0604020202020204" pitchFamily="34" charset="0"/>
              <a:buChar char="•"/>
            </a:pPr>
            <a:r>
              <a:rPr lang="en-US" sz="2100" dirty="0">
                <a:solidFill>
                  <a:srgbClr val="663300"/>
                </a:solidFill>
                <a:latin typeface="Tenorite" panose="00000500000000000000" pitchFamily="2" charset="0"/>
              </a:rPr>
              <a:t>“Human activity directed at satisfying needs and wants through an exchange process.” </a:t>
            </a:r>
            <a:endParaRPr lang="pl-PL" sz="2100" dirty="0">
              <a:solidFill>
                <a:srgbClr val="663300"/>
              </a:solidFill>
              <a:latin typeface="Tenorite" panose="00000500000000000000" pitchFamily="2" charset="0"/>
            </a:endParaRPr>
          </a:p>
          <a:p>
            <a:pPr lvl="1" algn="just">
              <a:lnSpc>
                <a:spcPct val="120000"/>
              </a:lnSpc>
              <a:buClr>
                <a:srgbClr val="663300"/>
              </a:buClr>
            </a:pPr>
            <a:r>
              <a:rPr lang="en-US" sz="2100" dirty="0">
                <a:solidFill>
                  <a:srgbClr val="C00000"/>
                </a:solidFill>
                <a:latin typeface="Tenorite" panose="00000500000000000000" pitchFamily="2" charset="0"/>
              </a:rPr>
              <a:t>(Kotler, 1986, p. 757.) </a:t>
            </a:r>
            <a:endParaRPr lang="en-US" sz="2100" dirty="0">
              <a:solidFill>
                <a:srgbClr val="663300"/>
              </a:solidFill>
              <a:latin typeface="Tenorite" panose="00000500000000000000" pitchFamily="2" charset="0"/>
            </a:endParaRPr>
          </a:p>
          <a:p>
            <a:pPr marL="457200" indent="-457200" algn="just" rtl="0">
              <a:lnSpc>
                <a:spcPct val="120000"/>
              </a:lnSpc>
              <a:buClr>
                <a:srgbClr val="663300"/>
              </a:buClr>
              <a:buFont typeface="Arial" panose="020B0604020202020204" pitchFamily="34" charset="0"/>
              <a:buChar char="•"/>
            </a:pPr>
            <a:r>
              <a:rPr lang="en-US" sz="2100" dirty="0">
                <a:solidFill>
                  <a:srgbClr val="663300"/>
                </a:solidFill>
                <a:latin typeface="Tenorite" panose="00000500000000000000" pitchFamily="2" charset="0"/>
              </a:rPr>
              <a:t>Marketing is to establish, develop and commercialize long-term customer relationships, so that the objectives of the parties involved are met. This is done by a mutual exchange and keeping of promises.” </a:t>
            </a:r>
            <a:endParaRPr lang="pl-PL" sz="2100" dirty="0">
              <a:solidFill>
                <a:srgbClr val="663300"/>
              </a:solidFill>
              <a:latin typeface="Tenorite" panose="00000500000000000000" pitchFamily="2" charset="0"/>
            </a:endParaRPr>
          </a:p>
          <a:p>
            <a:pPr lvl="1" algn="just">
              <a:lnSpc>
                <a:spcPct val="120000"/>
              </a:lnSpc>
              <a:buClr>
                <a:srgbClr val="663300"/>
              </a:buClr>
            </a:pPr>
            <a:r>
              <a:rPr lang="en-US" sz="2100" dirty="0">
                <a:solidFill>
                  <a:srgbClr val="C00000"/>
                </a:solidFill>
                <a:latin typeface="Tenorite" panose="00000500000000000000" pitchFamily="2" charset="0"/>
              </a:rPr>
              <a:t>(</a:t>
            </a:r>
            <a:r>
              <a:rPr lang="en-US" sz="2100" dirty="0" err="1">
                <a:solidFill>
                  <a:srgbClr val="C00000"/>
                </a:solidFill>
                <a:latin typeface="Tenorite" panose="00000500000000000000" pitchFamily="2" charset="0"/>
              </a:rPr>
              <a:t>Grönroos</a:t>
            </a:r>
            <a:r>
              <a:rPr lang="en-US" sz="2100" dirty="0">
                <a:solidFill>
                  <a:srgbClr val="C00000"/>
                </a:solidFill>
                <a:latin typeface="Tenorite" panose="00000500000000000000" pitchFamily="2" charset="0"/>
              </a:rPr>
              <a:t>, 1989, p. 57.) </a:t>
            </a:r>
          </a:p>
        </p:txBody>
      </p:sp>
    </p:spTree>
    <p:extLst>
      <p:ext uri="{BB962C8B-B14F-4D97-AF65-F5344CB8AC3E}">
        <p14:creationId xmlns:p14="http://schemas.microsoft.com/office/powerpoint/2010/main" val="8648556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2984863" y="553986"/>
            <a:ext cx="6222272" cy="1453003"/>
          </a:xfrm>
        </p:spPr>
        <p:txBody>
          <a:bodyPr wrap="square" rtlCol="0" anchor="b">
            <a:normAutofit/>
          </a:bodyPr>
          <a:lstStyle/>
          <a:p>
            <a:pPr rtl="0"/>
            <a:r>
              <a:rPr lang="pl-PL" sz="5000" dirty="0" err="1">
                <a:latin typeface="Tenorite" panose="00000500000000000000" pitchFamily="2" charset="0"/>
              </a:rPr>
              <a:t>What</a:t>
            </a:r>
            <a:r>
              <a:rPr lang="pl-PL" sz="5000" dirty="0">
                <a:latin typeface="Tenorite" panose="00000500000000000000" pitchFamily="2" charset="0"/>
              </a:rPr>
              <a:t> </a:t>
            </a:r>
            <a:r>
              <a:rPr lang="pl-PL" sz="5000" dirty="0" err="1">
                <a:latin typeface="Tenorite" panose="00000500000000000000" pitchFamily="2" charset="0"/>
              </a:rPr>
              <a:t>is</a:t>
            </a:r>
            <a:r>
              <a:rPr lang="pl-PL" sz="5000" dirty="0">
                <a:latin typeface="Tenorite" panose="00000500000000000000" pitchFamily="2" charset="0"/>
              </a:rPr>
              <a:t> marketing? 3/4</a:t>
            </a: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MArketing</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4</a:t>
            </a:fld>
            <a:endParaRPr lang="pl-PL" sz="1100" noProof="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D6FB5783-20F6-7D18-F439-BAE14E16DEE1}"/>
              </a:ext>
            </a:extLst>
          </p:cNvPr>
          <p:cNvSpPr>
            <a:spLocks noGrp="1"/>
          </p:cNvSpPr>
          <p:nvPr>
            <p:ph type="body" sz="quarter" idx="13"/>
          </p:nvPr>
        </p:nvSpPr>
        <p:spPr>
          <a:xfrm>
            <a:off x="1951633" y="2741373"/>
            <a:ext cx="8288731" cy="3437236"/>
          </a:xfrm>
        </p:spPr>
        <p:txBody>
          <a:bodyPr rtlCol="0">
            <a:noAutofit/>
          </a:bodyPr>
          <a:lstStyle/>
          <a:p>
            <a:pPr marL="457200" indent="-457200" algn="just" rtl="0">
              <a:lnSpc>
                <a:spcPct val="120000"/>
              </a:lnSpc>
              <a:buClr>
                <a:srgbClr val="663300"/>
              </a:buClr>
              <a:buFont typeface="Arial" panose="020B0604020202020204" pitchFamily="34" charset="0"/>
              <a:buChar char="•"/>
            </a:pPr>
            <a:r>
              <a:rPr lang="en-US" sz="2100" dirty="0">
                <a:solidFill>
                  <a:srgbClr val="663300"/>
                </a:solidFill>
                <a:latin typeface="Tenorite" panose="00000500000000000000" pitchFamily="2" charset="0"/>
              </a:rPr>
              <a:t>Marketing is engaging customers and managing profitable customer relationships. The twofold goal of marketing is to attract new customers by promising superior value and to keep and grow current customers by delivering satisfaction. […] the process by which companies create value for customers and build strong customer relationships in order to capture value from customers in return.” </a:t>
            </a:r>
            <a:endParaRPr lang="pl-PL" sz="2100" dirty="0">
              <a:solidFill>
                <a:srgbClr val="663300"/>
              </a:solidFill>
              <a:latin typeface="Tenorite" panose="00000500000000000000" pitchFamily="2" charset="0"/>
            </a:endParaRPr>
          </a:p>
          <a:p>
            <a:pPr lvl="1" algn="just">
              <a:lnSpc>
                <a:spcPct val="120000"/>
              </a:lnSpc>
              <a:buClr>
                <a:srgbClr val="663300"/>
              </a:buClr>
            </a:pPr>
            <a:r>
              <a:rPr lang="en-US" sz="2100" dirty="0">
                <a:solidFill>
                  <a:srgbClr val="C00000"/>
                </a:solidFill>
                <a:latin typeface="Tenorite" panose="00000500000000000000" pitchFamily="2" charset="0"/>
              </a:rPr>
              <a:t>(Kotler – Armstrong, 2010, p. 28., 2016, p. 29.)</a:t>
            </a:r>
          </a:p>
        </p:txBody>
      </p:sp>
    </p:spTree>
    <p:extLst>
      <p:ext uri="{BB962C8B-B14F-4D97-AF65-F5344CB8AC3E}">
        <p14:creationId xmlns:p14="http://schemas.microsoft.com/office/powerpoint/2010/main" val="35857832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2984863" y="553986"/>
            <a:ext cx="6222272" cy="1453003"/>
          </a:xfrm>
        </p:spPr>
        <p:txBody>
          <a:bodyPr wrap="square" rtlCol="0" anchor="b">
            <a:normAutofit/>
          </a:bodyPr>
          <a:lstStyle/>
          <a:p>
            <a:pPr rtl="0"/>
            <a:r>
              <a:rPr lang="pl-PL" sz="5000" dirty="0" err="1">
                <a:latin typeface="Tenorite" panose="00000500000000000000" pitchFamily="2" charset="0"/>
              </a:rPr>
              <a:t>What</a:t>
            </a:r>
            <a:r>
              <a:rPr lang="pl-PL" sz="5000" dirty="0">
                <a:latin typeface="Tenorite" panose="00000500000000000000" pitchFamily="2" charset="0"/>
              </a:rPr>
              <a:t> </a:t>
            </a:r>
            <a:r>
              <a:rPr lang="pl-PL" sz="5000" dirty="0" err="1">
                <a:latin typeface="Tenorite" panose="00000500000000000000" pitchFamily="2" charset="0"/>
              </a:rPr>
              <a:t>is</a:t>
            </a:r>
            <a:r>
              <a:rPr lang="pl-PL" sz="5000" dirty="0">
                <a:latin typeface="Tenorite" panose="00000500000000000000" pitchFamily="2" charset="0"/>
              </a:rPr>
              <a:t> marketing? 4/4</a:t>
            </a: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MArketing</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5</a:t>
            </a:fld>
            <a:endParaRPr lang="pl-PL" sz="1100" noProof="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D6FB5783-20F6-7D18-F439-BAE14E16DEE1}"/>
              </a:ext>
            </a:extLst>
          </p:cNvPr>
          <p:cNvSpPr>
            <a:spLocks noGrp="1"/>
          </p:cNvSpPr>
          <p:nvPr>
            <p:ph type="body" sz="quarter" idx="13"/>
          </p:nvPr>
        </p:nvSpPr>
        <p:spPr>
          <a:xfrm>
            <a:off x="1951633" y="2741373"/>
            <a:ext cx="8288731" cy="2181005"/>
          </a:xfrm>
        </p:spPr>
        <p:txBody>
          <a:bodyPr rtlCol="0">
            <a:noAutofit/>
          </a:bodyPr>
          <a:lstStyle/>
          <a:p>
            <a:pPr marL="457200" indent="-457200" algn="just" rtl="0">
              <a:lnSpc>
                <a:spcPct val="120000"/>
              </a:lnSpc>
              <a:buClr>
                <a:srgbClr val="663300"/>
              </a:buClr>
              <a:buFont typeface="Arial" panose="020B0604020202020204" pitchFamily="34" charset="0"/>
              <a:buChar char="•"/>
            </a:pPr>
            <a:r>
              <a:rPr lang="en-US" sz="2100" dirty="0">
                <a:solidFill>
                  <a:srgbClr val="663300"/>
                </a:solidFill>
                <a:latin typeface="Tenorite" panose="00000500000000000000" pitchFamily="2" charset="0"/>
              </a:rPr>
              <a:t>Marketing is the activity, set of institutions, and processes for creating, communicating, delivering, and exchanging offerings that have value for customers, clients, partners, and society at large.” </a:t>
            </a:r>
            <a:endParaRPr lang="pl-PL" sz="2100" dirty="0">
              <a:solidFill>
                <a:srgbClr val="663300"/>
              </a:solidFill>
              <a:latin typeface="Tenorite" panose="00000500000000000000" pitchFamily="2" charset="0"/>
            </a:endParaRPr>
          </a:p>
          <a:p>
            <a:pPr lvl="1" algn="just">
              <a:lnSpc>
                <a:spcPct val="120000"/>
              </a:lnSpc>
              <a:buClr>
                <a:srgbClr val="663300"/>
              </a:buClr>
            </a:pPr>
            <a:r>
              <a:rPr lang="en-US" sz="2100" dirty="0">
                <a:solidFill>
                  <a:srgbClr val="C00000"/>
                </a:solidFill>
                <a:latin typeface="Tenorite" panose="00000500000000000000" pitchFamily="2" charset="0"/>
              </a:rPr>
              <a:t>(American Marketing Association, 2013)</a:t>
            </a:r>
          </a:p>
        </p:txBody>
      </p:sp>
      <p:pic>
        <p:nvPicPr>
          <p:cNvPr id="7" name="Picture 2" descr="Znalezione obrazy dla zapytania Marketing">
            <a:extLst>
              <a:ext uri="{FF2B5EF4-FFF2-40B4-BE49-F238E27FC236}">
                <a16:creationId xmlns:a16="http://schemas.microsoft.com/office/drawing/2014/main" id="{3BE738A6-ED6D-A3F0-358A-B1EA9F1064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17166" y="4781439"/>
            <a:ext cx="4579937" cy="148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765510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2984863" y="553986"/>
            <a:ext cx="6222272" cy="1453003"/>
          </a:xfrm>
        </p:spPr>
        <p:txBody>
          <a:bodyPr wrap="square" rtlCol="0" anchor="b">
            <a:normAutofit fontScale="90000"/>
          </a:bodyPr>
          <a:lstStyle/>
          <a:p>
            <a:pPr rtl="0"/>
            <a:r>
              <a:rPr lang="en-US" sz="5000" dirty="0">
                <a:latin typeface="Tenorite" panose="00000500000000000000" pitchFamily="2" charset="0"/>
              </a:rPr>
              <a:t>Traditional and modern concept of marketing</a:t>
            </a: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MArketing</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6</a:t>
            </a:fld>
            <a:endParaRPr lang="pl-PL" sz="1100" noProof="0" dirty="0">
              <a:latin typeface="Tenorite" panose="00000500000000000000" pitchFamily="2" charset="0"/>
            </a:endParaRPr>
          </a:p>
        </p:txBody>
      </p:sp>
      <p:pic>
        <p:nvPicPr>
          <p:cNvPr id="1028" name="Picture 4" descr="3d Osã³b - Mä™å¼czyzna, Czå‚owiek I Znak Zapytania. Zdjęcia Royalty Free,  Obrazki, Obrazy Oraz Fotografia Seryjna. Image 18437098.">
            <a:extLst>
              <a:ext uri="{FF2B5EF4-FFF2-40B4-BE49-F238E27FC236}">
                <a16:creationId xmlns:a16="http://schemas.microsoft.com/office/drawing/2014/main" id="{1ECE910F-A94D-DFCF-59EF-35FB84E32F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2874" y="2332089"/>
            <a:ext cx="4286250" cy="3971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2874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2984863" y="553986"/>
            <a:ext cx="6222272" cy="1453003"/>
          </a:xfrm>
        </p:spPr>
        <p:txBody>
          <a:bodyPr wrap="square" rtlCol="0" anchor="b">
            <a:normAutofit fontScale="90000"/>
          </a:bodyPr>
          <a:lstStyle/>
          <a:p>
            <a:pPr rtl="0"/>
            <a:r>
              <a:rPr lang="pl-PL" sz="5000" dirty="0" err="1">
                <a:latin typeface="Tenorite" panose="00000500000000000000" pitchFamily="2" charset="0"/>
              </a:rPr>
              <a:t>Traditional</a:t>
            </a:r>
            <a:r>
              <a:rPr lang="pl-PL" sz="5000" dirty="0">
                <a:latin typeface="Tenorite" panose="00000500000000000000" pitchFamily="2" charset="0"/>
              </a:rPr>
              <a:t> </a:t>
            </a:r>
            <a:r>
              <a:rPr lang="pl-PL" sz="5000" dirty="0" err="1">
                <a:latin typeface="Tenorite" panose="00000500000000000000" pitchFamily="2" charset="0"/>
              </a:rPr>
              <a:t>concept</a:t>
            </a:r>
            <a:r>
              <a:rPr lang="pl-PL" sz="5000" dirty="0">
                <a:latin typeface="Tenorite" panose="00000500000000000000" pitchFamily="2" charset="0"/>
              </a:rPr>
              <a:t> </a:t>
            </a:r>
            <a:br>
              <a:rPr lang="pl-PL" sz="5000" dirty="0">
                <a:latin typeface="Tenorite" panose="00000500000000000000" pitchFamily="2" charset="0"/>
              </a:rPr>
            </a:br>
            <a:r>
              <a:rPr lang="pl-PL" sz="5000" dirty="0">
                <a:latin typeface="Tenorite" panose="00000500000000000000" pitchFamily="2" charset="0"/>
              </a:rPr>
              <a:t>of marketing</a:t>
            </a: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MArketing</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7</a:t>
            </a:fld>
            <a:endParaRPr lang="pl-PL" sz="1100" noProof="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D6FB5783-20F6-7D18-F439-BAE14E16DEE1}"/>
              </a:ext>
            </a:extLst>
          </p:cNvPr>
          <p:cNvSpPr>
            <a:spLocks noGrp="1"/>
          </p:cNvSpPr>
          <p:nvPr>
            <p:ph type="body" sz="quarter" idx="13"/>
          </p:nvPr>
        </p:nvSpPr>
        <p:spPr>
          <a:xfrm>
            <a:off x="1951633" y="2656706"/>
            <a:ext cx="8288731" cy="3437236"/>
          </a:xfrm>
        </p:spPr>
        <p:txBody>
          <a:bodyPr rtlCol="0">
            <a:noAutofit/>
          </a:bodyPr>
          <a:lstStyle/>
          <a:p>
            <a:pPr marL="457200" indent="-457200" algn="just" rtl="0">
              <a:lnSpc>
                <a:spcPct val="120000"/>
              </a:lnSpc>
              <a:buClr>
                <a:srgbClr val="663300"/>
              </a:buClr>
              <a:buFont typeface="Arial" panose="020B0604020202020204" pitchFamily="34" charset="0"/>
              <a:buChar char="•"/>
            </a:pPr>
            <a:r>
              <a:rPr lang="en-US" sz="2100" dirty="0">
                <a:solidFill>
                  <a:srgbClr val="663300"/>
                </a:solidFill>
                <a:latin typeface="Tenorite" panose="00000500000000000000" pitchFamily="2" charset="0"/>
              </a:rPr>
              <a:t>The main focus of this concept is on </a:t>
            </a:r>
            <a:r>
              <a:rPr lang="en-US" sz="2100" b="1" dirty="0">
                <a:solidFill>
                  <a:srgbClr val="663300"/>
                </a:solidFill>
                <a:latin typeface="Tenorite" panose="00000500000000000000" pitchFamily="2" charset="0"/>
              </a:rPr>
              <a:t>product</a:t>
            </a:r>
            <a:r>
              <a:rPr lang="en-US" sz="2100" dirty="0">
                <a:solidFill>
                  <a:srgbClr val="663300"/>
                </a:solidFill>
                <a:latin typeface="Tenorite" panose="00000500000000000000" pitchFamily="2" charset="0"/>
              </a:rPr>
              <a:t>, i.e., we have a product and it has to be sold. So, we have to persuade the consumers to buy our product.</a:t>
            </a:r>
          </a:p>
          <a:p>
            <a:pPr marL="457200" indent="-457200" algn="just" rtl="0">
              <a:lnSpc>
                <a:spcPct val="120000"/>
              </a:lnSpc>
              <a:buClr>
                <a:srgbClr val="663300"/>
              </a:buClr>
              <a:buFont typeface="Arial" panose="020B0604020202020204" pitchFamily="34" charset="0"/>
              <a:buChar char="•"/>
            </a:pPr>
            <a:r>
              <a:rPr lang="en-US" sz="2100" dirty="0">
                <a:solidFill>
                  <a:srgbClr val="663300"/>
                </a:solidFill>
                <a:latin typeface="Tenorite" panose="00000500000000000000" pitchFamily="2" charset="0"/>
              </a:rPr>
              <a:t>All efforts of the marketing people are concentrated on </a:t>
            </a:r>
            <a:r>
              <a:rPr lang="en-US" sz="2100" b="1" dirty="0">
                <a:solidFill>
                  <a:srgbClr val="663300"/>
                </a:solidFill>
                <a:latin typeface="Tenorite" panose="00000500000000000000" pitchFamily="2" charset="0"/>
              </a:rPr>
              <a:t>selling the product</a:t>
            </a:r>
            <a:r>
              <a:rPr lang="en-US" sz="2100" dirty="0">
                <a:solidFill>
                  <a:srgbClr val="663300"/>
                </a:solidFill>
                <a:latin typeface="Tenorite" panose="00000500000000000000" pitchFamily="2" charset="0"/>
              </a:rPr>
              <a:t>. They adopt all means like personal selling and sales promotion to boost the sales.</a:t>
            </a:r>
          </a:p>
          <a:p>
            <a:pPr marL="457200" indent="-457200" algn="just" rtl="0">
              <a:lnSpc>
                <a:spcPct val="120000"/>
              </a:lnSpc>
              <a:buClr>
                <a:srgbClr val="663300"/>
              </a:buClr>
              <a:buFont typeface="Arial" panose="020B0604020202020204" pitchFamily="34" charset="0"/>
              <a:buChar char="•"/>
            </a:pPr>
            <a:r>
              <a:rPr lang="en-US" sz="2100" dirty="0">
                <a:solidFill>
                  <a:srgbClr val="663300"/>
                </a:solidFill>
                <a:latin typeface="Tenorite" panose="00000500000000000000" pitchFamily="2" charset="0"/>
              </a:rPr>
              <a:t>The ultimate goal of all marketing activity is to </a:t>
            </a:r>
            <a:r>
              <a:rPr lang="en-US" sz="2100" b="1" dirty="0">
                <a:solidFill>
                  <a:srgbClr val="663300"/>
                </a:solidFill>
                <a:latin typeface="Tenorite" panose="00000500000000000000" pitchFamily="2" charset="0"/>
              </a:rPr>
              <a:t>earn profit through maximization of sales</a:t>
            </a:r>
            <a:r>
              <a:rPr lang="en-US" sz="2100" dirty="0">
                <a:solidFill>
                  <a:srgbClr val="663300"/>
                </a:solidFill>
                <a:latin typeface="Tenorite" panose="00000500000000000000" pitchFamily="2" charset="0"/>
              </a:rPr>
              <a:t>.</a:t>
            </a:r>
          </a:p>
        </p:txBody>
      </p:sp>
    </p:spTree>
    <p:extLst>
      <p:ext uri="{BB962C8B-B14F-4D97-AF65-F5344CB8AC3E}">
        <p14:creationId xmlns:p14="http://schemas.microsoft.com/office/powerpoint/2010/main" val="25372016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2984863" y="553986"/>
            <a:ext cx="6222272" cy="1453003"/>
          </a:xfrm>
        </p:spPr>
        <p:txBody>
          <a:bodyPr wrap="square" rtlCol="0" anchor="b">
            <a:normAutofit fontScale="90000"/>
          </a:bodyPr>
          <a:lstStyle/>
          <a:p>
            <a:pPr rtl="0"/>
            <a:r>
              <a:rPr lang="pl-PL" sz="5000" dirty="0" err="1">
                <a:latin typeface="Tenorite" panose="00000500000000000000" pitchFamily="2" charset="0"/>
              </a:rPr>
              <a:t>Traditional</a:t>
            </a:r>
            <a:r>
              <a:rPr lang="pl-PL" sz="5000" dirty="0">
                <a:latin typeface="Tenorite" panose="00000500000000000000" pitchFamily="2" charset="0"/>
              </a:rPr>
              <a:t> </a:t>
            </a:r>
            <a:r>
              <a:rPr lang="pl-PL" sz="5000" dirty="0" err="1">
                <a:latin typeface="Tenorite" panose="00000500000000000000" pitchFamily="2" charset="0"/>
              </a:rPr>
              <a:t>concept</a:t>
            </a:r>
            <a:r>
              <a:rPr lang="pl-PL" sz="5000" dirty="0">
                <a:latin typeface="Tenorite" panose="00000500000000000000" pitchFamily="2" charset="0"/>
              </a:rPr>
              <a:t> </a:t>
            </a:r>
            <a:br>
              <a:rPr lang="pl-PL" sz="5000" dirty="0">
                <a:latin typeface="Tenorite" panose="00000500000000000000" pitchFamily="2" charset="0"/>
              </a:rPr>
            </a:br>
            <a:r>
              <a:rPr lang="pl-PL" sz="5000" dirty="0">
                <a:latin typeface="Tenorite" panose="00000500000000000000" pitchFamily="2" charset="0"/>
              </a:rPr>
              <a:t>of marketing</a:t>
            </a: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MArketing</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8</a:t>
            </a:fld>
            <a:endParaRPr lang="pl-PL" sz="1100" noProof="0" dirty="0">
              <a:latin typeface="Tenorite" panose="00000500000000000000" pitchFamily="2" charset="0"/>
            </a:endParaRPr>
          </a:p>
        </p:txBody>
      </p:sp>
      <p:graphicFrame>
        <p:nvGraphicFramePr>
          <p:cNvPr id="9" name="Tabela 8">
            <a:extLst>
              <a:ext uri="{FF2B5EF4-FFF2-40B4-BE49-F238E27FC236}">
                <a16:creationId xmlns:a16="http://schemas.microsoft.com/office/drawing/2014/main" id="{345AE9B4-E4B8-10E0-0803-870993C48417}"/>
              </a:ext>
            </a:extLst>
          </p:cNvPr>
          <p:cNvGraphicFramePr>
            <a:graphicFrameLocks noGrp="1"/>
          </p:cNvGraphicFramePr>
          <p:nvPr>
            <p:extLst>
              <p:ext uri="{D42A27DB-BD31-4B8C-83A1-F6EECF244321}">
                <p14:modId xmlns:p14="http://schemas.microsoft.com/office/powerpoint/2010/main" val="1611682320"/>
              </p:ext>
            </p:extLst>
          </p:nvPr>
        </p:nvGraphicFramePr>
        <p:xfrm>
          <a:off x="2135187" y="2359413"/>
          <a:ext cx="7921624" cy="3644900"/>
        </p:xfrm>
        <a:graphic>
          <a:graphicData uri="http://schemas.openxmlformats.org/drawingml/2006/table">
            <a:tbl>
              <a:tblPr firstRow="1" bandRow="1">
                <a:tableStyleId>{F5AB1C69-6EDB-4FF4-983F-18BD219EF322}</a:tableStyleId>
              </a:tblPr>
              <a:tblGrid>
                <a:gridCol w="3960812">
                  <a:extLst>
                    <a:ext uri="{9D8B030D-6E8A-4147-A177-3AD203B41FA5}">
                      <a16:colId xmlns:a16="http://schemas.microsoft.com/office/drawing/2014/main" val="20000"/>
                    </a:ext>
                  </a:extLst>
                </a:gridCol>
                <a:gridCol w="3960812">
                  <a:extLst>
                    <a:ext uri="{9D8B030D-6E8A-4147-A177-3AD203B41FA5}">
                      <a16:colId xmlns:a16="http://schemas.microsoft.com/office/drawing/2014/main" val="20001"/>
                    </a:ext>
                  </a:extLst>
                </a:gridCol>
              </a:tblGrid>
              <a:tr h="900010">
                <a:tc gridSpan="2">
                  <a:txBody>
                    <a:bodyPr/>
                    <a:lstStyle/>
                    <a:p>
                      <a:pPr algn="ctr"/>
                      <a:r>
                        <a:rPr lang="pl-PL" sz="2800" dirty="0" err="1">
                          <a:latin typeface="Tenorite" panose="00000500000000000000" pitchFamily="2" charset="0"/>
                        </a:rPr>
                        <a:t>Traditional</a:t>
                      </a:r>
                      <a:r>
                        <a:rPr lang="pl-PL" sz="2800" dirty="0">
                          <a:latin typeface="Tenorite" panose="00000500000000000000" pitchFamily="2" charset="0"/>
                        </a:rPr>
                        <a:t> </a:t>
                      </a:r>
                      <a:r>
                        <a:rPr lang="pl-PL" sz="2800" dirty="0" err="1">
                          <a:latin typeface="Tenorite" panose="00000500000000000000" pitchFamily="2" charset="0"/>
                        </a:rPr>
                        <a:t>concept</a:t>
                      </a:r>
                      <a:r>
                        <a:rPr lang="pl-PL" sz="2800" dirty="0">
                          <a:latin typeface="Tenorite" panose="00000500000000000000" pitchFamily="2" charset="0"/>
                        </a:rPr>
                        <a:t> of marketing</a:t>
                      </a:r>
                    </a:p>
                  </a:txBody>
                  <a:tcPr marL="91449" marR="91449" marT="45715" marB="45715" anchor="ctr"/>
                </a:tc>
                <a:tc hMerge="1">
                  <a:txBody>
                    <a:bodyPr/>
                    <a:lstStyle/>
                    <a:p>
                      <a:endParaRPr lang="pl-PL" dirty="0"/>
                    </a:p>
                  </a:txBody>
                  <a:tcPr anchor="ctr"/>
                </a:tc>
                <a:extLst>
                  <a:ext uri="{0D108BD9-81ED-4DB2-BD59-A6C34878D82A}">
                    <a16:rowId xmlns:a16="http://schemas.microsoft.com/office/drawing/2014/main" val="10000"/>
                  </a:ext>
                </a:extLst>
              </a:tr>
              <a:tr h="900010">
                <a:tc>
                  <a:txBody>
                    <a:bodyPr/>
                    <a:lstStyle/>
                    <a:p>
                      <a:r>
                        <a:rPr lang="pl-PL" sz="2800" dirty="0">
                          <a:latin typeface="Tenorite" panose="00000500000000000000" pitchFamily="2" charset="0"/>
                        </a:rPr>
                        <a:t>Focus on</a:t>
                      </a:r>
                    </a:p>
                  </a:txBody>
                  <a:tcPr marL="91449" marR="91449" marT="45715" marB="45715" anchor="ctr"/>
                </a:tc>
                <a:tc>
                  <a:txBody>
                    <a:bodyPr/>
                    <a:lstStyle/>
                    <a:p>
                      <a:r>
                        <a:rPr lang="pl-PL" sz="2800" dirty="0">
                          <a:latin typeface="Tenorite" panose="00000500000000000000" pitchFamily="2" charset="0"/>
                        </a:rPr>
                        <a:t>Product</a:t>
                      </a:r>
                    </a:p>
                  </a:txBody>
                  <a:tcPr marL="91449" marR="91449" marT="45715" marB="45715" anchor="ctr"/>
                </a:tc>
                <a:extLst>
                  <a:ext uri="{0D108BD9-81ED-4DB2-BD59-A6C34878D82A}">
                    <a16:rowId xmlns:a16="http://schemas.microsoft.com/office/drawing/2014/main" val="10001"/>
                  </a:ext>
                </a:extLst>
              </a:tr>
              <a:tr h="900010">
                <a:tc>
                  <a:txBody>
                    <a:bodyPr/>
                    <a:lstStyle/>
                    <a:p>
                      <a:r>
                        <a:rPr lang="pl-PL" sz="2800" dirty="0" err="1">
                          <a:latin typeface="Tenorite" panose="00000500000000000000" pitchFamily="2" charset="0"/>
                        </a:rPr>
                        <a:t>Means</a:t>
                      </a:r>
                      <a:endParaRPr lang="pl-PL" sz="2800" dirty="0">
                        <a:latin typeface="Tenorite" panose="00000500000000000000" pitchFamily="2" charset="0"/>
                      </a:endParaRPr>
                    </a:p>
                  </a:txBody>
                  <a:tcPr marL="91449" marR="91449" marT="45715" marB="45715" anchor="ctr"/>
                </a:tc>
                <a:tc>
                  <a:txBody>
                    <a:bodyPr/>
                    <a:lstStyle/>
                    <a:p>
                      <a:r>
                        <a:rPr lang="pl-PL" sz="2800" dirty="0" err="1">
                          <a:latin typeface="Tenorite" panose="00000500000000000000" pitchFamily="2" charset="0"/>
                        </a:rPr>
                        <a:t>Selling</a:t>
                      </a:r>
                      <a:endParaRPr lang="pl-PL" sz="2800" dirty="0">
                        <a:latin typeface="Tenorite" panose="00000500000000000000" pitchFamily="2" charset="0"/>
                      </a:endParaRPr>
                    </a:p>
                  </a:txBody>
                  <a:tcPr marL="91449" marR="91449" marT="45715" marB="45715" anchor="ctr"/>
                </a:tc>
                <a:extLst>
                  <a:ext uri="{0D108BD9-81ED-4DB2-BD59-A6C34878D82A}">
                    <a16:rowId xmlns:a16="http://schemas.microsoft.com/office/drawing/2014/main" val="10002"/>
                  </a:ext>
                </a:extLst>
              </a:tr>
              <a:tr h="944869">
                <a:tc>
                  <a:txBody>
                    <a:bodyPr/>
                    <a:lstStyle/>
                    <a:p>
                      <a:r>
                        <a:rPr lang="pl-PL" sz="2800" dirty="0" err="1">
                          <a:latin typeface="Tenorite" panose="00000500000000000000" pitchFamily="2" charset="0"/>
                        </a:rPr>
                        <a:t>Ends</a:t>
                      </a:r>
                      <a:endParaRPr lang="pl-PL" sz="2800" dirty="0">
                        <a:latin typeface="Tenorite" panose="00000500000000000000" pitchFamily="2" charset="0"/>
                      </a:endParaRPr>
                    </a:p>
                  </a:txBody>
                  <a:tcPr marL="91449" marR="91449" marT="45715" marB="45715" anchor="ctr"/>
                </a:tc>
                <a:tc>
                  <a:txBody>
                    <a:bodyPr/>
                    <a:lstStyle/>
                    <a:p>
                      <a:r>
                        <a:rPr lang="pl-PL" sz="2800" dirty="0" err="1">
                          <a:latin typeface="Tenorite" panose="00000500000000000000" pitchFamily="2" charset="0"/>
                        </a:rPr>
                        <a:t>Profits</a:t>
                      </a:r>
                      <a:r>
                        <a:rPr lang="pl-PL" sz="2800" dirty="0">
                          <a:latin typeface="Tenorite" panose="00000500000000000000" pitchFamily="2" charset="0"/>
                        </a:rPr>
                        <a:t> </a:t>
                      </a:r>
                      <a:r>
                        <a:rPr lang="pl-PL" sz="2800" dirty="0" err="1">
                          <a:latin typeface="Tenorite" panose="00000500000000000000" pitchFamily="2" charset="0"/>
                        </a:rPr>
                        <a:t>through</a:t>
                      </a:r>
                      <a:r>
                        <a:rPr lang="pl-PL" sz="2800" dirty="0">
                          <a:latin typeface="Tenorite" panose="00000500000000000000" pitchFamily="2" charset="0"/>
                        </a:rPr>
                        <a:t> </a:t>
                      </a:r>
                      <a:r>
                        <a:rPr lang="pl-PL" sz="2800" dirty="0" err="1">
                          <a:latin typeface="Tenorite" panose="00000500000000000000" pitchFamily="2" charset="0"/>
                        </a:rPr>
                        <a:t>maximization</a:t>
                      </a:r>
                      <a:r>
                        <a:rPr lang="pl-PL" sz="2800" baseline="0" dirty="0">
                          <a:latin typeface="Tenorite" panose="00000500000000000000" pitchFamily="2" charset="0"/>
                        </a:rPr>
                        <a:t> of </a:t>
                      </a:r>
                      <a:r>
                        <a:rPr lang="pl-PL" sz="2800" baseline="0" dirty="0" err="1">
                          <a:latin typeface="Tenorite" panose="00000500000000000000" pitchFamily="2" charset="0"/>
                        </a:rPr>
                        <a:t>sales</a:t>
                      </a:r>
                      <a:endParaRPr lang="pl-PL" sz="2800" dirty="0">
                        <a:latin typeface="Tenorite" panose="00000500000000000000" pitchFamily="2" charset="0"/>
                      </a:endParaRPr>
                    </a:p>
                  </a:txBody>
                  <a:tcPr marL="91449" marR="91449" marT="45715" marB="45715"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3627656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2984863" y="553986"/>
            <a:ext cx="6222272" cy="1453003"/>
          </a:xfrm>
        </p:spPr>
        <p:txBody>
          <a:bodyPr wrap="square" rtlCol="0" anchor="b">
            <a:normAutofit fontScale="90000"/>
          </a:bodyPr>
          <a:lstStyle/>
          <a:p>
            <a:pPr rtl="0"/>
            <a:r>
              <a:rPr lang="pl-PL" sz="5000" dirty="0">
                <a:latin typeface="Tenorite" panose="00000500000000000000" pitchFamily="2" charset="0"/>
              </a:rPr>
              <a:t>Modern </a:t>
            </a:r>
            <a:r>
              <a:rPr lang="pl-PL" sz="5000" dirty="0" err="1">
                <a:latin typeface="Tenorite" panose="00000500000000000000" pitchFamily="2" charset="0"/>
              </a:rPr>
              <a:t>concept</a:t>
            </a:r>
            <a:r>
              <a:rPr lang="pl-PL" sz="5000" dirty="0">
                <a:latin typeface="Tenorite" panose="00000500000000000000" pitchFamily="2" charset="0"/>
              </a:rPr>
              <a:t> </a:t>
            </a:r>
            <a:br>
              <a:rPr lang="pl-PL" sz="5000" dirty="0">
                <a:latin typeface="Tenorite" panose="00000500000000000000" pitchFamily="2" charset="0"/>
              </a:rPr>
            </a:br>
            <a:r>
              <a:rPr lang="pl-PL" sz="5000" dirty="0">
                <a:latin typeface="Tenorite" panose="00000500000000000000" pitchFamily="2" charset="0"/>
              </a:rPr>
              <a:t>of marketing</a:t>
            </a: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MArketing</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9</a:t>
            </a:fld>
            <a:endParaRPr lang="pl-PL" sz="1100" noProof="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D6FB5783-20F6-7D18-F439-BAE14E16DEE1}"/>
              </a:ext>
            </a:extLst>
          </p:cNvPr>
          <p:cNvSpPr>
            <a:spLocks noGrp="1"/>
          </p:cNvSpPr>
          <p:nvPr>
            <p:ph type="body" sz="quarter" idx="13"/>
          </p:nvPr>
        </p:nvSpPr>
        <p:spPr>
          <a:xfrm>
            <a:off x="2546456" y="2918873"/>
            <a:ext cx="7099085" cy="2526843"/>
          </a:xfrm>
        </p:spPr>
        <p:txBody>
          <a:bodyPr rtlCol="0">
            <a:noAutofit/>
          </a:bodyPr>
          <a:lstStyle/>
          <a:p>
            <a:pPr marL="457200" indent="-457200" algn="just" rtl="0">
              <a:lnSpc>
                <a:spcPct val="120000"/>
              </a:lnSpc>
              <a:buClr>
                <a:srgbClr val="663300"/>
              </a:buClr>
              <a:buFont typeface="Arial" panose="020B0604020202020204" pitchFamily="34" charset="0"/>
              <a:buChar char="•"/>
            </a:pPr>
            <a:r>
              <a:rPr lang="en-US" sz="2100" dirty="0">
                <a:solidFill>
                  <a:srgbClr val="663300"/>
                </a:solidFill>
                <a:latin typeface="Tenorite" panose="00000500000000000000" pitchFamily="2" charset="0"/>
              </a:rPr>
              <a:t>The focus of this concept is on </a:t>
            </a:r>
            <a:r>
              <a:rPr lang="en-US" sz="2100" b="1" dirty="0">
                <a:solidFill>
                  <a:srgbClr val="663300"/>
                </a:solidFill>
                <a:latin typeface="Tenorite" panose="00000500000000000000" pitchFamily="2" charset="0"/>
              </a:rPr>
              <a:t>customer orientation</a:t>
            </a:r>
            <a:r>
              <a:rPr lang="en-US" sz="2100" dirty="0">
                <a:solidFill>
                  <a:srgbClr val="663300"/>
                </a:solidFill>
                <a:latin typeface="Tenorite" panose="00000500000000000000" pitchFamily="2" charset="0"/>
              </a:rPr>
              <a:t>. The marketing activity starts with an assessment of the </a:t>
            </a:r>
            <a:r>
              <a:rPr lang="en-US" sz="2100" b="1" dirty="0">
                <a:solidFill>
                  <a:srgbClr val="663300"/>
                </a:solidFill>
                <a:latin typeface="Tenorite" panose="00000500000000000000" pitchFamily="2" charset="0"/>
              </a:rPr>
              <a:t>customers needs</a:t>
            </a:r>
            <a:r>
              <a:rPr lang="en-US" sz="2100" dirty="0">
                <a:solidFill>
                  <a:srgbClr val="663300"/>
                </a:solidFill>
                <a:latin typeface="Tenorite" panose="00000500000000000000" pitchFamily="2" charset="0"/>
              </a:rPr>
              <a:t> and plan the production of items that satisfy these needs most effectively. This also applies to all other marketing activities like pricing, packaging, distribution and sales promotion.</a:t>
            </a:r>
          </a:p>
        </p:txBody>
      </p:sp>
    </p:spTree>
    <p:extLst>
      <p:ext uri="{BB962C8B-B14F-4D97-AF65-F5344CB8AC3E}">
        <p14:creationId xmlns:p14="http://schemas.microsoft.com/office/powerpoint/2010/main" val="35977786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2984863" y="553986"/>
            <a:ext cx="6222272" cy="1453003"/>
          </a:xfrm>
        </p:spPr>
        <p:txBody>
          <a:bodyPr wrap="square" rtlCol="0" anchor="b">
            <a:normAutofit fontScale="90000"/>
          </a:bodyPr>
          <a:lstStyle/>
          <a:p>
            <a:pPr rtl="0"/>
            <a:r>
              <a:rPr lang="pl-PL" sz="5000" dirty="0">
                <a:latin typeface="Tenorite" panose="00000500000000000000" pitchFamily="2" charset="0"/>
              </a:rPr>
              <a:t>Modern </a:t>
            </a:r>
            <a:r>
              <a:rPr lang="pl-PL" sz="5000" dirty="0" err="1">
                <a:latin typeface="Tenorite" panose="00000500000000000000" pitchFamily="2" charset="0"/>
              </a:rPr>
              <a:t>concept</a:t>
            </a:r>
            <a:r>
              <a:rPr lang="pl-PL" sz="5000" dirty="0">
                <a:latin typeface="Tenorite" panose="00000500000000000000" pitchFamily="2" charset="0"/>
              </a:rPr>
              <a:t> </a:t>
            </a:r>
            <a:br>
              <a:rPr lang="pl-PL" sz="5000" dirty="0">
                <a:latin typeface="Tenorite" panose="00000500000000000000" pitchFamily="2" charset="0"/>
              </a:rPr>
            </a:br>
            <a:r>
              <a:rPr lang="pl-PL" sz="5000" dirty="0">
                <a:latin typeface="Tenorite" panose="00000500000000000000" pitchFamily="2" charset="0"/>
              </a:rPr>
              <a:t>of marketing</a:t>
            </a: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MArketing</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10</a:t>
            </a:fld>
            <a:endParaRPr lang="pl-PL" sz="1100" noProof="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D6FB5783-20F6-7D18-F439-BAE14E16DEE1}"/>
              </a:ext>
            </a:extLst>
          </p:cNvPr>
          <p:cNvSpPr>
            <a:spLocks noGrp="1"/>
          </p:cNvSpPr>
          <p:nvPr>
            <p:ph type="body" sz="quarter" idx="13"/>
          </p:nvPr>
        </p:nvSpPr>
        <p:spPr>
          <a:xfrm>
            <a:off x="2030764" y="2595140"/>
            <a:ext cx="8130469" cy="3708874"/>
          </a:xfrm>
        </p:spPr>
        <p:txBody>
          <a:bodyPr rtlCol="0">
            <a:noAutofit/>
          </a:bodyPr>
          <a:lstStyle/>
          <a:p>
            <a:pPr marL="457200" indent="-457200" algn="just" rtl="0">
              <a:lnSpc>
                <a:spcPct val="120000"/>
              </a:lnSpc>
              <a:buClr>
                <a:srgbClr val="663300"/>
              </a:buClr>
              <a:buFont typeface="Arial" panose="020B0604020202020204" pitchFamily="34" charset="0"/>
              <a:buChar char="•"/>
            </a:pPr>
            <a:r>
              <a:rPr lang="en-US" sz="1900" dirty="0">
                <a:solidFill>
                  <a:srgbClr val="663300"/>
                </a:solidFill>
                <a:latin typeface="Tenorite" panose="00000500000000000000" pitchFamily="2" charset="0"/>
              </a:rPr>
              <a:t>All marketing activities are combined into one as coordinated marketing efforts. This is called integrating marketing. It implies:  </a:t>
            </a:r>
          </a:p>
          <a:p>
            <a:pPr marL="1177200" lvl="2" indent="-457200" algn="just">
              <a:lnSpc>
                <a:spcPct val="120000"/>
              </a:lnSpc>
              <a:buClr>
                <a:srgbClr val="663300"/>
              </a:buClr>
              <a:buFont typeface="Wingdings" panose="05000000000000000000" pitchFamily="2" charset="2"/>
              <a:buChar char="§"/>
            </a:pPr>
            <a:r>
              <a:rPr lang="en-US" sz="1700" dirty="0">
                <a:solidFill>
                  <a:srgbClr val="663300"/>
                </a:solidFill>
                <a:latin typeface="Tenorite" panose="00000500000000000000" pitchFamily="2" charset="0"/>
              </a:rPr>
              <a:t>developing a product that can satisfy the needs of the consumers </a:t>
            </a:r>
          </a:p>
          <a:p>
            <a:pPr marL="1177200" lvl="2" indent="-457200" algn="just">
              <a:lnSpc>
                <a:spcPct val="120000"/>
              </a:lnSpc>
              <a:buClr>
                <a:srgbClr val="663300"/>
              </a:buClr>
              <a:buFont typeface="Wingdings" panose="05000000000000000000" pitchFamily="2" charset="2"/>
              <a:buChar char="§"/>
            </a:pPr>
            <a:r>
              <a:rPr lang="en-US" sz="1700" dirty="0">
                <a:solidFill>
                  <a:srgbClr val="663300"/>
                </a:solidFill>
                <a:latin typeface="Tenorite" panose="00000500000000000000" pitchFamily="2" charset="0"/>
              </a:rPr>
              <a:t>taking promotional measures so that consumers come to know about the products, its features, quality, availability etc. </a:t>
            </a:r>
          </a:p>
          <a:p>
            <a:pPr marL="1177200" lvl="2" indent="-457200" algn="just">
              <a:lnSpc>
                <a:spcPct val="120000"/>
              </a:lnSpc>
              <a:buClr>
                <a:srgbClr val="663300"/>
              </a:buClr>
              <a:buFont typeface="Wingdings" panose="05000000000000000000" pitchFamily="2" charset="2"/>
              <a:buChar char="§"/>
            </a:pPr>
            <a:r>
              <a:rPr lang="en-US" sz="1700" dirty="0">
                <a:solidFill>
                  <a:srgbClr val="663300"/>
                </a:solidFill>
                <a:latin typeface="Tenorite" panose="00000500000000000000" pitchFamily="2" charset="0"/>
              </a:rPr>
              <a:t>pricing the product keeping in mind the target consumers’ purchasing power and willingness to pay</a:t>
            </a:r>
          </a:p>
          <a:p>
            <a:pPr marL="1177200" lvl="2" indent="-457200" algn="just">
              <a:lnSpc>
                <a:spcPct val="120000"/>
              </a:lnSpc>
              <a:buClr>
                <a:srgbClr val="663300"/>
              </a:buClr>
              <a:buFont typeface="Wingdings" panose="05000000000000000000" pitchFamily="2" charset="2"/>
              <a:buChar char="§"/>
            </a:pPr>
            <a:r>
              <a:rPr lang="en-US" sz="1700" dirty="0">
                <a:solidFill>
                  <a:srgbClr val="663300"/>
                </a:solidFill>
                <a:latin typeface="Tenorite" panose="00000500000000000000" pitchFamily="2" charset="0"/>
              </a:rPr>
              <a:t>packaging and grading the product to make it more attractive </a:t>
            </a:r>
          </a:p>
          <a:p>
            <a:pPr marL="1177200" lvl="2" indent="-457200" algn="just">
              <a:lnSpc>
                <a:spcPct val="120000"/>
              </a:lnSpc>
              <a:buClr>
                <a:srgbClr val="663300"/>
              </a:buClr>
              <a:buFont typeface="Wingdings" panose="05000000000000000000" pitchFamily="2" charset="2"/>
              <a:buChar char="§"/>
            </a:pPr>
            <a:r>
              <a:rPr lang="en-US" sz="1700" dirty="0">
                <a:solidFill>
                  <a:srgbClr val="663300"/>
                </a:solidFill>
                <a:latin typeface="Tenorite" panose="00000500000000000000" pitchFamily="2" charset="0"/>
              </a:rPr>
              <a:t>taking various other measures (e.g., after sales service) to satisfy the consumers’ needs</a:t>
            </a:r>
          </a:p>
        </p:txBody>
      </p:sp>
    </p:spTree>
    <p:extLst>
      <p:ext uri="{BB962C8B-B14F-4D97-AF65-F5344CB8AC3E}">
        <p14:creationId xmlns:p14="http://schemas.microsoft.com/office/powerpoint/2010/main" val="20918488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2984863" y="553986"/>
            <a:ext cx="6222272" cy="1453003"/>
          </a:xfrm>
        </p:spPr>
        <p:txBody>
          <a:bodyPr wrap="square" rtlCol="0" anchor="b">
            <a:normAutofit fontScale="90000"/>
          </a:bodyPr>
          <a:lstStyle/>
          <a:p>
            <a:pPr rtl="0"/>
            <a:r>
              <a:rPr lang="pl-PL" sz="5000" dirty="0">
                <a:latin typeface="Tenorite" panose="00000500000000000000" pitchFamily="2" charset="0"/>
              </a:rPr>
              <a:t>Modern </a:t>
            </a:r>
            <a:r>
              <a:rPr lang="pl-PL" sz="5000" dirty="0" err="1">
                <a:latin typeface="Tenorite" panose="00000500000000000000" pitchFamily="2" charset="0"/>
              </a:rPr>
              <a:t>concept</a:t>
            </a:r>
            <a:r>
              <a:rPr lang="pl-PL" sz="5000" dirty="0">
                <a:latin typeface="Tenorite" panose="00000500000000000000" pitchFamily="2" charset="0"/>
              </a:rPr>
              <a:t> </a:t>
            </a:r>
            <a:br>
              <a:rPr lang="pl-PL" sz="5000" dirty="0">
                <a:latin typeface="Tenorite" panose="00000500000000000000" pitchFamily="2" charset="0"/>
              </a:rPr>
            </a:br>
            <a:r>
              <a:rPr lang="pl-PL" sz="5000" dirty="0">
                <a:latin typeface="Tenorite" panose="00000500000000000000" pitchFamily="2" charset="0"/>
              </a:rPr>
              <a:t>of marketing</a:t>
            </a: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MArketing</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11</a:t>
            </a:fld>
            <a:endParaRPr lang="pl-PL" sz="1100" noProof="0" dirty="0">
              <a:latin typeface="Tenorite" panose="00000500000000000000" pitchFamily="2" charset="0"/>
            </a:endParaRPr>
          </a:p>
        </p:txBody>
      </p:sp>
      <p:graphicFrame>
        <p:nvGraphicFramePr>
          <p:cNvPr id="3" name="Tabela 2">
            <a:extLst>
              <a:ext uri="{FF2B5EF4-FFF2-40B4-BE49-F238E27FC236}">
                <a16:creationId xmlns:a16="http://schemas.microsoft.com/office/drawing/2014/main" id="{8A48C603-984C-B370-2A61-17523F4E4063}"/>
              </a:ext>
            </a:extLst>
          </p:cNvPr>
          <p:cNvGraphicFramePr>
            <a:graphicFrameLocks noGrp="1"/>
          </p:cNvGraphicFramePr>
          <p:nvPr>
            <p:extLst>
              <p:ext uri="{D42A27DB-BD31-4B8C-83A1-F6EECF244321}">
                <p14:modId xmlns:p14="http://schemas.microsoft.com/office/powerpoint/2010/main" val="1838632309"/>
              </p:ext>
            </p:extLst>
          </p:nvPr>
        </p:nvGraphicFramePr>
        <p:xfrm>
          <a:off x="2135187" y="2336394"/>
          <a:ext cx="7921624" cy="3690938"/>
        </p:xfrm>
        <a:graphic>
          <a:graphicData uri="http://schemas.openxmlformats.org/drawingml/2006/table">
            <a:tbl>
              <a:tblPr firstRow="1" bandRow="1">
                <a:tableStyleId>{F5AB1C69-6EDB-4FF4-983F-18BD219EF322}</a:tableStyleId>
              </a:tblPr>
              <a:tblGrid>
                <a:gridCol w="3960812">
                  <a:extLst>
                    <a:ext uri="{9D8B030D-6E8A-4147-A177-3AD203B41FA5}">
                      <a16:colId xmlns:a16="http://schemas.microsoft.com/office/drawing/2014/main" val="20000"/>
                    </a:ext>
                  </a:extLst>
                </a:gridCol>
                <a:gridCol w="3960812">
                  <a:extLst>
                    <a:ext uri="{9D8B030D-6E8A-4147-A177-3AD203B41FA5}">
                      <a16:colId xmlns:a16="http://schemas.microsoft.com/office/drawing/2014/main" val="20001"/>
                    </a:ext>
                  </a:extLst>
                </a:gridCol>
              </a:tblGrid>
              <a:tr h="900339">
                <a:tc gridSpan="2">
                  <a:txBody>
                    <a:bodyPr/>
                    <a:lstStyle/>
                    <a:p>
                      <a:pPr algn="ctr"/>
                      <a:r>
                        <a:rPr lang="pl-PL" sz="2800" dirty="0"/>
                        <a:t>Modern </a:t>
                      </a:r>
                      <a:r>
                        <a:rPr lang="pl-PL" sz="2800" dirty="0" err="1"/>
                        <a:t>concept</a:t>
                      </a:r>
                      <a:r>
                        <a:rPr lang="pl-PL" sz="2800" dirty="0"/>
                        <a:t> of marketing</a:t>
                      </a:r>
                    </a:p>
                  </a:txBody>
                  <a:tcPr marL="91449" marR="91449" marT="45732" marB="45732" anchor="ctr"/>
                </a:tc>
                <a:tc hMerge="1">
                  <a:txBody>
                    <a:bodyPr/>
                    <a:lstStyle/>
                    <a:p>
                      <a:endParaRPr lang="pl-PL" dirty="0"/>
                    </a:p>
                  </a:txBody>
                  <a:tcPr anchor="ctr"/>
                </a:tc>
                <a:extLst>
                  <a:ext uri="{0D108BD9-81ED-4DB2-BD59-A6C34878D82A}">
                    <a16:rowId xmlns:a16="http://schemas.microsoft.com/office/drawing/2014/main" val="10000"/>
                  </a:ext>
                </a:extLst>
              </a:tr>
              <a:tr h="900339">
                <a:tc>
                  <a:txBody>
                    <a:bodyPr/>
                    <a:lstStyle/>
                    <a:p>
                      <a:r>
                        <a:rPr lang="pl-PL" sz="2800" dirty="0"/>
                        <a:t>Focus on</a:t>
                      </a:r>
                    </a:p>
                  </a:txBody>
                  <a:tcPr marL="91449" marR="91449" marT="45732" marB="45732" anchor="ctr"/>
                </a:tc>
                <a:tc>
                  <a:txBody>
                    <a:bodyPr/>
                    <a:lstStyle/>
                    <a:p>
                      <a:r>
                        <a:rPr lang="pl-PL" sz="2800" dirty="0" err="1"/>
                        <a:t>Customers</a:t>
                      </a:r>
                      <a:r>
                        <a:rPr lang="pl-PL" sz="2800" dirty="0"/>
                        <a:t>’ </a:t>
                      </a:r>
                      <a:r>
                        <a:rPr lang="pl-PL" sz="2800" dirty="0" err="1"/>
                        <a:t>need</a:t>
                      </a:r>
                      <a:endParaRPr lang="pl-PL" sz="2800" dirty="0"/>
                    </a:p>
                  </a:txBody>
                  <a:tcPr marL="91449" marR="91449" marT="45732" marB="45732" anchor="ctr"/>
                </a:tc>
                <a:extLst>
                  <a:ext uri="{0D108BD9-81ED-4DB2-BD59-A6C34878D82A}">
                    <a16:rowId xmlns:a16="http://schemas.microsoft.com/office/drawing/2014/main" val="10001"/>
                  </a:ext>
                </a:extLst>
              </a:tr>
              <a:tr h="945130">
                <a:tc>
                  <a:txBody>
                    <a:bodyPr/>
                    <a:lstStyle/>
                    <a:p>
                      <a:r>
                        <a:rPr lang="pl-PL" sz="2800" dirty="0" err="1"/>
                        <a:t>Means</a:t>
                      </a:r>
                      <a:endParaRPr lang="pl-PL" sz="2800" dirty="0"/>
                    </a:p>
                  </a:txBody>
                  <a:tcPr marL="91449" marR="91449" marT="45732" marB="45732" anchor="ctr"/>
                </a:tc>
                <a:tc>
                  <a:txBody>
                    <a:bodyPr/>
                    <a:lstStyle/>
                    <a:p>
                      <a:r>
                        <a:rPr lang="pl-PL" sz="2800" dirty="0" err="1"/>
                        <a:t>Coordinated</a:t>
                      </a:r>
                      <a:r>
                        <a:rPr lang="pl-PL" sz="2800" dirty="0"/>
                        <a:t> marketing </a:t>
                      </a:r>
                      <a:r>
                        <a:rPr lang="pl-PL" sz="2800" dirty="0" err="1"/>
                        <a:t>efforts</a:t>
                      </a:r>
                      <a:endParaRPr lang="pl-PL" sz="2800" dirty="0"/>
                    </a:p>
                  </a:txBody>
                  <a:tcPr marL="91449" marR="91449" marT="45732" marB="45732" anchor="ctr"/>
                </a:tc>
                <a:extLst>
                  <a:ext uri="{0D108BD9-81ED-4DB2-BD59-A6C34878D82A}">
                    <a16:rowId xmlns:a16="http://schemas.microsoft.com/office/drawing/2014/main" val="10002"/>
                  </a:ext>
                </a:extLst>
              </a:tr>
              <a:tr h="945130">
                <a:tc>
                  <a:txBody>
                    <a:bodyPr/>
                    <a:lstStyle/>
                    <a:p>
                      <a:r>
                        <a:rPr lang="pl-PL" sz="2800" dirty="0" err="1"/>
                        <a:t>Ends</a:t>
                      </a:r>
                      <a:endParaRPr lang="pl-PL" sz="2800" dirty="0"/>
                    </a:p>
                  </a:txBody>
                  <a:tcPr marL="91449" marR="91449" marT="45732" marB="45732" anchor="ctr"/>
                </a:tc>
                <a:tc>
                  <a:txBody>
                    <a:bodyPr/>
                    <a:lstStyle/>
                    <a:p>
                      <a:r>
                        <a:rPr lang="pl-PL" sz="2800" dirty="0" err="1"/>
                        <a:t>Profits</a:t>
                      </a:r>
                      <a:r>
                        <a:rPr lang="pl-PL" sz="2800" dirty="0"/>
                        <a:t> </a:t>
                      </a:r>
                      <a:r>
                        <a:rPr lang="pl-PL" sz="2800" dirty="0" err="1"/>
                        <a:t>through</a:t>
                      </a:r>
                      <a:r>
                        <a:rPr lang="pl-PL" sz="2800" dirty="0"/>
                        <a:t> </a:t>
                      </a:r>
                      <a:r>
                        <a:rPr lang="pl-PL" sz="2800" dirty="0" err="1"/>
                        <a:t>customers</a:t>
                      </a:r>
                      <a:r>
                        <a:rPr lang="pl-PL" sz="2800" dirty="0"/>
                        <a:t>’ </a:t>
                      </a:r>
                      <a:r>
                        <a:rPr lang="pl-PL" sz="2800" dirty="0" err="1"/>
                        <a:t>satisfaction</a:t>
                      </a:r>
                      <a:endParaRPr lang="pl-PL" sz="2800" dirty="0"/>
                    </a:p>
                  </a:txBody>
                  <a:tcPr marL="91449" marR="91449" marT="45732" marB="45732"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1662250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2984863" y="553986"/>
            <a:ext cx="6222272" cy="1453003"/>
          </a:xfrm>
        </p:spPr>
        <p:txBody>
          <a:bodyPr wrap="square" rtlCol="0" anchor="b">
            <a:normAutofit/>
          </a:bodyPr>
          <a:lstStyle/>
          <a:p>
            <a:pPr rtl="0"/>
            <a:r>
              <a:rPr lang="pl-PL" sz="5000" dirty="0" err="1">
                <a:latin typeface="Tenorite" panose="00000500000000000000" pitchFamily="2" charset="0"/>
              </a:rPr>
              <a:t>Exercise</a:t>
            </a:r>
            <a:r>
              <a:rPr lang="pl-PL" sz="5000" dirty="0">
                <a:latin typeface="Tenorite" panose="00000500000000000000" pitchFamily="2" charset="0"/>
              </a:rPr>
              <a:t> 1</a:t>
            </a: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MArketing</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12</a:t>
            </a:fld>
            <a:endParaRPr lang="pl-PL" sz="1100" noProof="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D6FB5783-20F6-7D18-F439-BAE14E16DEE1}"/>
              </a:ext>
            </a:extLst>
          </p:cNvPr>
          <p:cNvSpPr>
            <a:spLocks noGrp="1"/>
          </p:cNvSpPr>
          <p:nvPr>
            <p:ph type="body" sz="quarter" idx="13"/>
          </p:nvPr>
        </p:nvSpPr>
        <p:spPr>
          <a:xfrm>
            <a:off x="2657914" y="2931398"/>
            <a:ext cx="6876169" cy="2501793"/>
          </a:xfrm>
        </p:spPr>
        <p:txBody>
          <a:bodyPr rtlCol="0">
            <a:noAutofit/>
          </a:bodyPr>
          <a:lstStyle/>
          <a:p>
            <a:pPr marL="457200" indent="-457200" algn="just" rtl="0">
              <a:lnSpc>
                <a:spcPct val="120000"/>
              </a:lnSpc>
              <a:buClr>
                <a:srgbClr val="663300"/>
              </a:buClr>
              <a:buFont typeface="Arial" panose="020B0604020202020204" pitchFamily="34" charset="0"/>
              <a:buChar char="•"/>
            </a:pPr>
            <a:r>
              <a:rPr lang="en-US" sz="2500" dirty="0">
                <a:solidFill>
                  <a:srgbClr val="663300"/>
                </a:solidFill>
                <a:latin typeface="Tenorite" panose="00000500000000000000" pitchFamily="2" charset="0"/>
              </a:rPr>
              <a:t>Followings are the statements related to different concept of marketing. Identify those pertain to modern concept by mentioning ‘MCM’ and traditional concept by mentioning ‘TCM’ </a:t>
            </a:r>
          </a:p>
        </p:txBody>
      </p:sp>
    </p:spTree>
    <p:extLst>
      <p:ext uri="{BB962C8B-B14F-4D97-AF65-F5344CB8AC3E}">
        <p14:creationId xmlns:p14="http://schemas.microsoft.com/office/powerpoint/2010/main" val="8962193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2984863" y="553986"/>
            <a:ext cx="6222272" cy="1453003"/>
          </a:xfrm>
        </p:spPr>
        <p:txBody>
          <a:bodyPr wrap="square" rtlCol="0" anchor="b">
            <a:normAutofit/>
          </a:bodyPr>
          <a:lstStyle/>
          <a:p>
            <a:pPr rtl="0"/>
            <a:r>
              <a:rPr lang="pl-PL" sz="5000" dirty="0" err="1">
                <a:latin typeface="Tenorite" panose="00000500000000000000" pitchFamily="2" charset="0"/>
              </a:rPr>
              <a:t>Exercise</a:t>
            </a:r>
            <a:r>
              <a:rPr lang="pl-PL" sz="5000" dirty="0">
                <a:latin typeface="Tenorite" panose="00000500000000000000" pitchFamily="2" charset="0"/>
              </a:rPr>
              <a:t> 1</a:t>
            </a: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MArketing</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13</a:t>
            </a:fld>
            <a:endParaRPr lang="pl-PL" sz="1100" noProof="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D6FB5783-20F6-7D18-F439-BAE14E16DEE1}"/>
              </a:ext>
            </a:extLst>
          </p:cNvPr>
          <p:cNvSpPr>
            <a:spLocks noGrp="1"/>
          </p:cNvSpPr>
          <p:nvPr>
            <p:ph type="body" sz="quarter" idx="13"/>
          </p:nvPr>
        </p:nvSpPr>
        <p:spPr>
          <a:xfrm>
            <a:off x="2821865" y="2555624"/>
            <a:ext cx="6549220" cy="3887002"/>
          </a:xfrm>
        </p:spPr>
        <p:txBody>
          <a:bodyPr rtlCol="0">
            <a:noAutofit/>
          </a:bodyPr>
          <a:lstStyle/>
          <a:p>
            <a:pPr marL="457200" indent="-457200" algn="just" rtl="0">
              <a:lnSpc>
                <a:spcPct val="120000"/>
              </a:lnSpc>
              <a:buClr>
                <a:srgbClr val="663300"/>
              </a:buClr>
              <a:buFont typeface="Arial" panose="020B0604020202020204" pitchFamily="34" charset="0"/>
              <a:buChar char="•"/>
            </a:pPr>
            <a:r>
              <a:rPr lang="en-US" sz="2400" dirty="0">
                <a:solidFill>
                  <a:srgbClr val="663300"/>
                </a:solidFill>
                <a:latin typeface="Tenorite" panose="00000500000000000000" pitchFamily="2" charset="0"/>
              </a:rPr>
              <a:t>It focuses on customer’s need </a:t>
            </a:r>
          </a:p>
          <a:p>
            <a:pPr marL="457200" indent="-457200" algn="just" rtl="0">
              <a:lnSpc>
                <a:spcPct val="120000"/>
              </a:lnSpc>
              <a:buClr>
                <a:srgbClr val="663300"/>
              </a:buClr>
              <a:buFont typeface="Arial" panose="020B0604020202020204" pitchFamily="34" charset="0"/>
              <a:buChar char="•"/>
            </a:pPr>
            <a:r>
              <a:rPr lang="en-US" sz="2400" dirty="0">
                <a:solidFill>
                  <a:srgbClr val="663300"/>
                </a:solidFill>
                <a:latin typeface="Tenorite" panose="00000500000000000000" pitchFamily="2" charset="0"/>
              </a:rPr>
              <a:t>It focuses on product</a:t>
            </a:r>
          </a:p>
          <a:p>
            <a:pPr marL="457200" indent="-457200" algn="just" rtl="0">
              <a:lnSpc>
                <a:spcPct val="120000"/>
              </a:lnSpc>
              <a:buClr>
                <a:srgbClr val="663300"/>
              </a:buClr>
              <a:buFont typeface="Arial" panose="020B0604020202020204" pitchFamily="34" charset="0"/>
              <a:buChar char="•"/>
            </a:pPr>
            <a:r>
              <a:rPr lang="en-US" sz="2400" dirty="0">
                <a:solidFill>
                  <a:srgbClr val="663300"/>
                </a:solidFill>
                <a:latin typeface="Tenorite" panose="00000500000000000000" pitchFamily="2" charset="0"/>
              </a:rPr>
              <a:t>It sells satisfaction</a:t>
            </a:r>
          </a:p>
          <a:p>
            <a:pPr marL="457200" indent="-457200" algn="just" rtl="0">
              <a:lnSpc>
                <a:spcPct val="120000"/>
              </a:lnSpc>
              <a:buClr>
                <a:srgbClr val="663300"/>
              </a:buClr>
              <a:buFont typeface="Arial" panose="020B0604020202020204" pitchFamily="34" charset="0"/>
              <a:buChar char="•"/>
            </a:pPr>
            <a:r>
              <a:rPr lang="en-US" sz="2400" dirty="0">
                <a:solidFill>
                  <a:srgbClr val="663300"/>
                </a:solidFill>
                <a:latin typeface="Tenorite" panose="00000500000000000000" pitchFamily="2" charset="0"/>
              </a:rPr>
              <a:t>It sells goods and services</a:t>
            </a:r>
          </a:p>
          <a:p>
            <a:pPr marL="457200" indent="-457200" algn="just" rtl="0">
              <a:lnSpc>
                <a:spcPct val="120000"/>
              </a:lnSpc>
              <a:buClr>
                <a:srgbClr val="663300"/>
              </a:buClr>
              <a:buFont typeface="Arial" panose="020B0604020202020204" pitchFamily="34" charset="0"/>
              <a:buChar char="•"/>
            </a:pPr>
            <a:r>
              <a:rPr lang="en-US" sz="2400" dirty="0">
                <a:solidFill>
                  <a:srgbClr val="663300"/>
                </a:solidFill>
                <a:latin typeface="Tenorite" panose="00000500000000000000" pitchFamily="2" charset="0"/>
              </a:rPr>
              <a:t>It earns profit by maximization of sales</a:t>
            </a:r>
          </a:p>
          <a:p>
            <a:pPr marL="457200" indent="-457200" algn="just" rtl="0">
              <a:lnSpc>
                <a:spcPct val="120000"/>
              </a:lnSpc>
              <a:buClr>
                <a:srgbClr val="663300"/>
              </a:buClr>
              <a:buFont typeface="Arial" panose="020B0604020202020204" pitchFamily="34" charset="0"/>
              <a:buChar char="•"/>
            </a:pPr>
            <a:r>
              <a:rPr lang="en-US" sz="2400" dirty="0">
                <a:solidFill>
                  <a:srgbClr val="663300"/>
                </a:solidFill>
                <a:latin typeface="Tenorite" panose="00000500000000000000" pitchFamily="2" charset="0"/>
              </a:rPr>
              <a:t>It earns profit through maximization</a:t>
            </a:r>
            <a:r>
              <a:rPr lang="pl-PL" sz="2400">
                <a:solidFill>
                  <a:srgbClr val="663300"/>
                </a:solidFill>
                <a:latin typeface="Tenorite" panose="00000500000000000000" pitchFamily="2" charset="0"/>
              </a:rPr>
              <a:t> </a:t>
            </a:r>
            <a:r>
              <a:rPr lang="en-US" sz="2400">
                <a:solidFill>
                  <a:srgbClr val="663300"/>
                </a:solidFill>
                <a:latin typeface="Tenorite" panose="00000500000000000000" pitchFamily="2" charset="0"/>
              </a:rPr>
              <a:t>of </a:t>
            </a:r>
            <a:r>
              <a:rPr lang="en-US" sz="2400" dirty="0">
                <a:solidFill>
                  <a:srgbClr val="663300"/>
                </a:solidFill>
                <a:latin typeface="Tenorite" panose="00000500000000000000" pitchFamily="2" charset="0"/>
              </a:rPr>
              <a:t>customer satisfaction</a:t>
            </a:r>
          </a:p>
        </p:txBody>
      </p:sp>
    </p:spTree>
    <p:extLst>
      <p:ext uri="{BB962C8B-B14F-4D97-AF65-F5344CB8AC3E}">
        <p14:creationId xmlns:p14="http://schemas.microsoft.com/office/powerpoint/2010/main" val="27988421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2984864" y="283052"/>
            <a:ext cx="6222272" cy="1453003"/>
          </a:xfrm>
        </p:spPr>
        <p:txBody>
          <a:bodyPr wrap="square" rtlCol="0" anchor="b">
            <a:normAutofit fontScale="90000"/>
          </a:bodyPr>
          <a:lstStyle/>
          <a:p>
            <a:pPr rtl="0"/>
            <a:r>
              <a:rPr lang="en-US" sz="5000" dirty="0">
                <a:latin typeface="Tenorite" panose="00000500000000000000" pitchFamily="2" charset="0"/>
              </a:rPr>
              <a:t>Difference between marketing and selling</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MArketing</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14</a:t>
            </a:fld>
            <a:endParaRPr lang="pl-PL" sz="1100" noProof="0" dirty="0">
              <a:latin typeface="Tenorite" panose="00000500000000000000" pitchFamily="2" charset="0"/>
            </a:endParaRPr>
          </a:p>
        </p:txBody>
      </p:sp>
      <p:graphicFrame>
        <p:nvGraphicFramePr>
          <p:cNvPr id="3" name="Tabela 2">
            <a:extLst>
              <a:ext uri="{FF2B5EF4-FFF2-40B4-BE49-F238E27FC236}">
                <a16:creationId xmlns:a16="http://schemas.microsoft.com/office/drawing/2014/main" id="{C87E87A0-8566-5F5B-4FD4-05D8DFA0C62E}"/>
              </a:ext>
            </a:extLst>
          </p:cNvPr>
          <p:cNvGraphicFramePr>
            <a:graphicFrameLocks noGrp="1"/>
          </p:cNvGraphicFramePr>
          <p:nvPr>
            <p:extLst>
              <p:ext uri="{D42A27DB-BD31-4B8C-83A1-F6EECF244321}">
                <p14:modId xmlns:p14="http://schemas.microsoft.com/office/powerpoint/2010/main" val="201737917"/>
              </p:ext>
            </p:extLst>
          </p:nvPr>
        </p:nvGraphicFramePr>
        <p:xfrm>
          <a:off x="1703387" y="1855753"/>
          <a:ext cx="8785226" cy="4398982"/>
        </p:xfrm>
        <a:graphic>
          <a:graphicData uri="http://schemas.openxmlformats.org/drawingml/2006/table">
            <a:tbl>
              <a:tblPr firstRow="1" bandRow="1">
                <a:tableStyleId>{F5AB1C69-6EDB-4FF4-983F-18BD219EF322}</a:tableStyleId>
              </a:tblPr>
              <a:tblGrid>
                <a:gridCol w="4392613">
                  <a:extLst>
                    <a:ext uri="{9D8B030D-6E8A-4147-A177-3AD203B41FA5}">
                      <a16:colId xmlns:a16="http://schemas.microsoft.com/office/drawing/2014/main" val="20000"/>
                    </a:ext>
                  </a:extLst>
                </a:gridCol>
                <a:gridCol w="4392613">
                  <a:extLst>
                    <a:ext uri="{9D8B030D-6E8A-4147-A177-3AD203B41FA5}">
                      <a16:colId xmlns:a16="http://schemas.microsoft.com/office/drawing/2014/main" val="20001"/>
                    </a:ext>
                  </a:extLst>
                </a:gridCol>
              </a:tblGrid>
              <a:tr h="431914">
                <a:tc>
                  <a:txBody>
                    <a:bodyPr/>
                    <a:lstStyle/>
                    <a:p>
                      <a:pPr algn="ctr"/>
                      <a:r>
                        <a:rPr lang="pl-PL" sz="2000" dirty="0">
                          <a:latin typeface="Tenorite" panose="00000500000000000000" pitchFamily="2" charset="0"/>
                        </a:rPr>
                        <a:t>Marketing</a:t>
                      </a:r>
                    </a:p>
                  </a:txBody>
                  <a:tcPr marL="91443" marR="91443" marT="45706" marB="45706" anchor="ctr"/>
                </a:tc>
                <a:tc>
                  <a:txBody>
                    <a:bodyPr/>
                    <a:lstStyle/>
                    <a:p>
                      <a:pPr algn="ctr"/>
                      <a:r>
                        <a:rPr lang="pl-PL" sz="2000" dirty="0" err="1">
                          <a:latin typeface="Tenorite" panose="00000500000000000000" pitchFamily="2" charset="0"/>
                        </a:rPr>
                        <a:t>Selling</a:t>
                      </a:r>
                      <a:endParaRPr lang="pl-PL" sz="2000" dirty="0">
                        <a:latin typeface="Tenorite" panose="00000500000000000000" pitchFamily="2" charset="0"/>
                      </a:endParaRPr>
                    </a:p>
                  </a:txBody>
                  <a:tcPr marL="91443" marR="91443" marT="45706" marB="45706" anchor="ctr"/>
                </a:tc>
                <a:extLst>
                  <a:ext uri="{0D108BD9-81ED-4DB2-BD59-A6C34878D82A}">
                    <a16:rowId xmlns:a16="http://schemas.microsoft.com/office/drawing/2014/main" val="10000"/>
                  </a:ext>
                </a:extLst>
              </a:tr>
              <a:tr h="1066759">
                <a:tc>
                  <a:txBody>
                    <a:bodyPr/>
                    <a:lstStyle/>
                    <a:p>
                      <a:pPr marL="342900" indent="-342900">
                        <a:buClr>
                          <a:srgbClr val="C00000"/>
                        </a:buClr>
                        <a:buFont typeface="Wingdings" panose="05000000000000000000" pitchFamily="2" charset="2"/>
                        <a:buChar char="§"/>
                      </a:pPr>
                      <a:r>
                        <a:rPr lang="en-US" sz="1600" dirty="0">
                          <a:latin typeface="Tenorite" panose="00000500000000000000" pitchFamily="2" charset="0"/>
                        </a:rPr>
                        <a:t>Marketing includes selling and other activities like various promotional measures, marketing research, after sales service, etc.</a:t>
                      </a:r>
                      <a:endParaRPr lang="pl-PL" sz="1600" dirty="0">
                        <a:latin typeface="Tenorite" panose="00000500000000000000" pitchFamily="2" charset="0"/>
                      </a:endParaRPr>
                    </a:p>
                  </a:txBody>
                  <a:tcPr marL="91443" marR="91443" marT="45706" marB="45706" anchor="ctr"/>
                </a:tc>
                <a:tc>
                  <a:txBody>
                    <a:bodyPr/>
                    <a:lstStyle/>
                    <a:p>
                      <a:pPr marL="342900" indent="-342900">
                        <a:buClr>
                          <a:srgbClr val="C00000"/>
                        </a:buClr>
                        <a:buFont typeface="Wingdings" panose="05000000000000000000" pitchFamily="2" charset="2"/>
                        <a:buChar char="§"/>
                      </a:pPr>
                      <a:r>
                        <a:rPr lang="en-US" sz="1600" dirty="0">
                          <a:latin typeface="Tenorite" panose="00000500000000000000" pitchFamily="2" charset="0"/>
                        </a:rPr>
                        <a:t>Selling is confined to persuasion of consumers to buy firm’s goods and services</a:t>
                      </a:r>
                      <a:endParaRPr lang="pl-PL" sz="1600" dirty="0">
                        <a:latin typeface="Tenorite" panose="00000500000000000000" pitchFamily="2" charset="0"/>
                      </a:endParaRPr>
                    </a:p>
                  </a:txBody>
                  <a:tcPr marL="91443" marR="91443" marT="45706" marB="45706" anchor="ctr"/>
                </a:tc>
                <a:extLst>
                  <a:ext uri="{0D108BD9-81ED-4DB2-BD59-A6C34878D82A}">
                    <a16:rowId xmlns:a16="http://schemas.microsoft.com/office/drawing/2014/main" val="10001"/>
                  </a:ext>
                </a:extLst>
              </a:tr>
              <a:tr h="1066759">
                <a:tc>
                  <a:txBody>
                    <a:bodyPr/>
                    <a:lstStyle/>
                    <a:p>
                      <a:pPr marL="342900" indent="-342900">
                        <a:buClr>
                          <a:srgbClr val="C00000"/>
                        </a:buClr>
                        <a:buFont typeface="Wingdings" panose="05000000000000000000" pitchFamily="2" charset="2"/>
                        <a:buChar char="§"/>
                      </a:pPr>
                      <a:r>
                        <a:rPr lang="en-US" sz="1600" dirty="0">
                          <a:latin typeface="Tenorite" panose="00000500000000000000" pitchFamily="2" charset="0"/>
                        </a:rPr>
                        <a:t>It starts with research on </a:t>
                      </a:r>
                      <a:r>
                        <a:rPr lang="en-US" sz="1600" b="1" dirty="0">
                          <a:latin typeface="Tenorite" panose="00000500000000000000" pitchFamily="2" charset="0"/>
                        </a:rPr>
                        <a:t>consumer</a:t>
                      </a:r>
                      <a:r>
                        <a:rPr lang="en-US" sz="1600" dirty="0">
                          <a:latin typeface="Tenorite" panose="00000500000000000000" pitchFamily="2" charset="0"/>
                        </a:rPr>
                        <a:t> needs, wants, preference, likes, dislike etc., and continues even after the sales have taken place</a:t>
                      </a:r>
                      <a:endParaRPr lang="pl-PL" sz="1600" dirty="0">
                        <a:latin typeface="Tenorite" panose="00000500000000000000" pitchFamily="2" charset="0"/>
                      </a:endParaRPr>
                    </a:p>
                  </a:txBody>
                  <a:tcPr marL="91443" marR="91443" marT="45706" marB="45706" anchor="ctr"/>
                </a:tc>
                <a:tc>
                  <a:txBody>
                    <a:bodyPr/>
                    <a:lstStyle/>
                    <a:p>
                      <a:pPr marL="342900" indent="-342900">
                        <a:buClr>
                          <a:srgbClr val="C00000"/>
                        </a:buClr>
                        <a:buFont typeface="Wingdings" panose="05000000000000000000" pitchFamily="2" charset="2"/>
                        <a:buChar char="§"/>
                      </a:pPr>
                      <a:r>
                        <a:rPr lang="en-US" sz="1600" dirty="0">
                          <a:latin typeface="Tenorite" panose="00000500000000000000" pitchFamily="2" charset="0"/>
                        </a:rPr>
                        <a:t>Selling starts after the production process is over and ends with the handing over the money to the seller by the buyer</a:t>
                      </a:r>
                      <a:endParaRPr lang="pl-PL" sz="1600" dirty="0">
                        <a:latin typeface="Tenorite" panose="00000500000000000000" pitchFamily="2" charset="0"/>
                      </a:endParaRPr>
                    </a:p>
                  </a:txBody>
                  <a:tcPr marL="91443" marR="91443" marT="45706" marB="45706" anchor="ctr"/>
                </a:tc>
                <a:extLst>
                  <a:ext uri="{0D108BD9-81ED-4DB2-BD59-A6C34878D82A}">
                    <a16:rowId xmlns:a16="http://schemas.microsoft.com/office/drawing/2014/main" val="10002"/>
                  </a:ext>
                </a:extLst>
              </a:tr>
              <a:tr h="579086">
                <a:tc>
                  <a:txBody>
                    <a:bodyPr/>
                    <a:lstStyle/>
                    <a:p>
                      <a:pPr marL="342900" indent="-342900">
                        <a:buClr>
                          <a:srgbClr val="C00000"/>
                        </a:buClr>
                        <a:buFont typeface="Wingdings" panose="05000000000000000000" pitchFamily="2" charset="2"/>
                        <a:buChar char="§"/>
                      </a:pPr>
                      <a:r>
                        <a:rPr lang="en-US" sz="1600" dirty="0">
                          <a:latin typeface="Tenorite" panose="00000500000000000000" pitchFamily="2" charset="0"/>
                        </a:rPr>
                        <a:t>Focus is on earning profit through maximization of </a:t>
                      </a:r>
                      <a:r>
                        <a:rPr lang="en-US" sz="1600" b="1" dirty="0">
                          <a:latin typeface="Tenorite" panose="00000500000000000000" pitchFamily="2" charset="0"/>
                        </a:rPr>
                        <a:t>customers’ </a:t>
                      </a:r>
                      <a:r>
                        <a:rPr lang="en-US" sz="1600" dirty="0">
                          <a:latin typeface="Tenorite" panose="00000500000000000000" pitchFamily="2" charset="0"/>
                        </a:rPr>
                        <a:t>satisfaction</a:t>
                      </a:r>
                      <a:endParaRPr lang="pl-PL" sz="1600" dirty="0">
                        <a:latin typeface="Tenorite" panose="00000500000000000000" pitchFamily="2" charset="0"/>
                      </a:endParaRPr>
                    </a:p>
                  </a:txBody>
                  <a:tcPr marL="91443" marR="91443" marT="45706" marB="45706" anchor="ctr"/>
                </a:tc>
                <a:tc>
                  <a:txBody>
                    <a:bodyPr/>
                    <a:lstStyle/>
                    <a:p>
                      <a:pPr marL="342900" indent="-342900">
                        <a:buClr>
                          <a:srgbClr val="C00000"/>
                        </a:buClr>
                        <a:buFont typeface="Wingdings" panose="05000000000000000000" pitchFamily="2" charset="2"/>
                        <a:buChar char="§"/>
                      </a:pPr>
                      <a:r>
                        <a:rPr lang="en-US" sz="1600" dirty="0">
                          <a:latin typeface="Tenorite" panose="00000500000000000000" pitchFamily="2" charset="0"/>
                        </a:rPr>
                        <a:t>Focus is on earning profit through maximization of sales</a:t>
                      </a:r>
                      <a:endParaRPr lang="pl-PL" sz="1600" dirty="0">
                        <a:latin typeface="Tenorite" panose="00000500000000000000" pitchFamily="2" charset="0"/>
                      </a:endParaRPr>
                    </a:p>
                  </a:txBody>
                  <a:tcPr marL="91443" marR="91443" marT="45706" marB="45706" anchor="ctr"/>
                </a:tc>
                <a:extLst>
                  <a:ext uri="{0D108BD9-81ED-4DB2-BD59-A6C34878D82A}">
                    <a16:rowId xmlns:a16="http://schemas.microsoft.com/office/drawing/2014/main" val="10003"/>
                  </a:ext>
                </a:extLst>
              </a:tr>
              <a:tr h="822923">
                <a:tc>
                  <a:txBody>
                    <a:bodyPr/>
                    <a:lstStyle/>
                    <a:p>
                      <a:pPr marL="342900" indent="-342900">
                        <a:buClr>
                          <a:srgbClr val="C00000"/>
                        </a:buClr>
                        <a:buFont typeface="Wingdings" panose="05000000000000000000" pitchFamily="2" charset="2"/>
                        <a:buChar char="§"/>
                      </a:pPr>
                      <a:r>
                        <a:rPr lang="en-US" sz="1600" dirty="0">
                          <a:latin typeface="Tenorite" panose="00000500000000000000" pitchFamily="2" charset="0"/>
                        </a:rPr>
                        <a:t>Customer’s need is the central point around whom all marketing activities revolve</a:t>
                      </a:r>
                      <a:endParaRPr lang="pl-PL" sz="1600" dirty="0">
                        <a:latin typeface="Tenorite" panose="00000500000000000000" pitchFamily="2" charset="0"/>
                      </a:endParaRPr>
                    </a:p>
                  </a:txBody>
                  <a:tcPr marL="91443" marR="91443" marT="45706" marB="45706" anchor="ctr"/>
                </a:tc>
                <a:tc>
                  <a:txBody>
                    <a:bodyPr/>
                    <a:lstStyle/>
                    <a:p>
                      <a:pPr marL="342900" indent="-342900">
                        <a:buClr>
                          <a:srgbClr val="C00000"/>
                        </a:buClr>
                        <a:buFont typeface="Wingdings" panose="05000000000000000000" pitchFamily="2" charset="2"/>
                        <a:buChar char="§"/>
                      </a:pPr>
                      <a:r>
                        <a:rPr lang="en-US" sz="1600" dirty="0">
                          <a:latin typeface="Tenorite" panose="00000500000000000000" pitchFamily="2" charset="0"/>
                        </a:rPr>
                        <a:t>All activities revolve around the product that has been produced</a:t>
                      </a:r>
                      <a:endParaRPr lang="pl-PL" sz="1600" dirty="0">
                        <a:latin typeface="Tenorite" panose="00000500000000000000" pitchFamily="2" charset="0"/>
                      </a:endParaRPr>
                    </a:p>
                  </a:txBody>
                  <a:tcPr marL="91443" marR="91443" marT="45706" marB="45706" anchor="ctr"/>
                </a:tc>
                <a:extLst>
                  <a:ext uri="{0D108BD9-81ED-4DB2-BD59-A6C34878D82A}">
                    <a16:rowId xmlns:a16="http://schemas.microsoft.com/office/drawing/2014/main" val="10004"/>
                  </a:ext>
                </a:extLst>
              </a:tr>
              <a:tr h="431522">
                <a:tc>
                  <a:txBody>
                    <a:bodyPr/>
                    <a:lstStyle/>
                    <a:p>
                      <a:pPr marL="342900" indent="-342900">
                        <a:buClr>
                          <a:srgbClr val="C00000"/>
                        </a:buClr>
                        <a:buFont typeface="Wingdings" panose="05000000000000000000" pitchFamily="2" charset="2"/>
                        <a:buChar char="§"/>
                      </a:pPr>
                      <a:r>
                        <a:rPr lang="en-US" sz="1600" dirty="0">
                          <a:latin typeface="Tenorite" panose="00000500000000000000" pitchFamily="2" charset="0"/>
                        </a:rPr>
                        <a:t>Stresses on needs of </a:t>
                      </a:r>
                      <a:r>
                        <a:rPr lang="en-US" sz="1600" b="1" dirty="0">
                          <a:latin typeface="Tenorite" panose="00000500000000000000" pitchFamily="2" charset="0"/>
                        </a:rPr>
                        <a:t>buyer</a:t>
                      </a:r>
                      <a:endParaRPr lang="pl-PL" sz="1600" b="1" dirty="0">
                        <a:latin typeface="Tenorite" panose="00000500000000000000" pitchFamily="2" charset="0"/>
                      </a:endParaRPr>
                    </a:p>
                  </a:txBody>
                  <a:tcPr marL="91443" marR="91443" marT="45706" marB="45706" anchor="ctr"/>
                </a:tc>
                <a:tc>
                  <a:txBody>
                    <a:bodyPr/>
                    <a:lstStyle/>
                    <a:p>
                      <a:pPr marL="342900" indent="-342900">
                        <a:buClr>
                          <a:srgbClr val="C00000"/>
                        </a:buClr>
                        <a:buFont typeface="Wingdings" panose="05000000000000000000" pitchFamily="2" charset="2"/>
                        <a:buChar char="§"/>
                      </a:pPr>
                      <a:r>
                        <a:rPr lang="en-US" sz="1600" dirty="0">
                          <a:latin typeface="Tenorite" panose="00000500000000000000" pitchFamily="2" charset="0"/>
                        </a:rPr>
                        <a:t>Stresses on needs of the </a:t>
                      </a:r>
                      <a:r>
                        <a:rPr lang="en-US" sz="1600" b="1" dirty="0">
                          <a:latin typeface="Tenorite" panose="00000500000000000000" pitchFamily="2" charset="0"/>
                        </a:rPr>
                        <a:t>seller</a:t>
                      </a:r>
                      <a:endParaRPr lang="pl-PL" sz="1600" b="1" dirty="0">
                        <a:latin typeface="Tenorite" panose="00000500000000000000" pitchFamily="2" charset="0"/>
                      </a:endParaRPr>
                    </a:p>
                  </a:txBody>
                  <a:tcPr marL="91443" marR="91443" marT="45706" marB="45706"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8801506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2984863" y="553986"/>
            <a:ext cx="6222272" cy="1453003"/>
          </a:xfrm>
        </p:spPr>
        <p:txBody>
          <a:bodyPr wrap="square" rtlCol="0" anchor="b">
            <a:normAutofit fontScale="90000"/>
          </a:bodyPr>
          <a:lstStyle/>
          <a:p>
            <a:pPr rtl="0"/>
            <a:r>
              <a:rPr lang="en-US" sz="5000" dirty="0">
                <a:latin typeface="Tenorite" panose="00000500000000000000" pitchFamily="2" charset="0"/>
              </a:rPr>
              <a:t>A few relevant terms </a:t>
            </a:r>
            <a:br>
              <a:rPr lang="pl-PL" sz="5000" dirty="0">
                <a:latin typeface="Tenorite" panose="00000500000000000000" pitchFamily="2" charset="0"/>
              </a:rPr>
            </a:br>
            <a:r>
              <a:rPr lang="en-US" sz="5000" dirty="0">
                <a:latin typeface="Tenorite" panose="00000500000000000000" pitchFamily="2" charset="0"/>
              </a:rPr>
              <a:t>of marketing</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MArketing</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15</a:t>
            </a:fld>
            <a:endParaRPr lang="pl-PL" sz="1100" noProof="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D6FB5783-20F6-7D18-F439-BAE14E16DEE1}"/>
              </a:ext>
            </a:extLst>
          </p:cNvPr>
          <p:cNvSpPr>
            <a:spLocks noGrp="1"/>
          </p:cNvSpPr>
          <p:nvPr>
            <p:ph type="body" sz="quarter" idx="13"/>
          </p:nvPr>
        </p:nvSpPr>
        <p:spPr>
          <a:xfrm>
            <a:off x="2216856" y="2664873"/>
            <a:ext cx="7765944" cy="3075527"/>
          </a:xfrm>
        </p:spPr>
        <p:txBody>
          <a:bodyPr rtlCol="0">
            <a:noAutofit/>
          </a:bodyPr>
          <a:lstStyle/>
          <a:p>
            <a:pPr marL="457200" indent="-457200" algn="just" rtl="0">
              <a:lnSpc>
                <a:spcPct val="120000"/>
              </a:lnSpc>
              <a:buClr>
                <a:srgbClr val="663300"/>
              </a:buClr>
              <a:buFont typeface="Arial" panose="020B0604020202020204" pitchFamily="34" charset="0"/>
              <a:buChar char="•"/>
            </a:pPr>
            <a:r>
              <a:rPr lang="en-US" sz="2100" b="1" dirty="0">
                <a:solidFill>
                  <a:srgbClr val="663300"/>
                </a:solidFill>
                <a:latin typeface="Tenorite" panose="00000500000000000000" pitchFamily="2" charset="0"/>
              </a:rPr>
              <a:t>Seller</a:t>
            </a:r>
            <a:r>
              <a:rPr lang="en-US" sz="2100" dirty="0">
                <a:solidFill>
                  <a:srgbClr val="663300"/>
                </a:solidFill>
                <a:latin typeface="Tenorite" panose="00000500000000000000" pitchFamily="2" charset="0"/>
              </a:rPr>
              <a:t> - person or organization who is directly involved in the process of exchange of goods and services for money. This includes the wholesaler, retailer, etc. </a:t>
            </a:r>
          </a:p>
          <a:p>
            <a:pPr marL="457200" indent="-457200" algn="just" rtl="0">
              <a:lnSpc>
                <a:spcPct val="120000"/>
              </a:lnSpc>
              <a:buClr>
                <a:srgbClr val="663300"/>
              </a:buClr>
              <a:buFont typeface="Arial" panose="020B0604020202020204" pitchFamily="34" charset="0"/>
              <a:buChar char="•"/>
            </a:pPr>
            <a:endParaRPr lang="en-US" sz="2100" dirty="0">
              <a:solidFill>
                <a:srgbClr val="663300"/>
              </a:solidFill>
              <a:latin typeface="Tenorite" panose="00000500000000000000" pitchFamily="2" charset="0"/>
            </a:endParaRPr>
          </a:p>
          <a:p>
            <a:pPr marL="457200" indent="-457200" algn="just" rtl="0">
              <a:lnSpc>
                <a:spcPct val="120000"/>
              </a:lnSpc>
              <a:buClr>
                <a:srgbClr val="663300"/>
              </a:buClr>
              <a:buFont typeface="Arial" panose="020B0604020202020204" pitchFamily="34" charset="0"/>
              <a:buChar char="•"/>
            </a:pPr>
            <a:r>
              <a:rPr lang="en-US" sz="2100" b="1" dirty="0">
                <a:solidFill>
                  <a:srgbClr val="663300"/>
                </a:solidFill>
                <a:latin typeface="Tenorite" panose="00000500000000000000" pitchFamily="2" charset="0"/>
              </a:rPr>
              <a:t>Buyer</a:t>
            </a:r>
            <a:r>
              <a:rPr lang="en-US" sz="2100" dirty="0">
                <a:solidFill>
                  <a:srgbClr val="663300"/>
                </a:solidFill>
                <a:latin typeface="Tenorite" panose="00000500000000000000" pitchFamily="2" charset="0"/>
              </a:rPr>
              <a:t> - one who is directly involved in the process of purchase of goods and services. He/she is one who selects the goods, makes payment and takes the delivery</a:t>
            </a:r>
          </a:p>
        </p:txBody>
      </p:sp>
    </p:spTree>
    <p:extLst>
      <p:ext uri="{BB962C8B-B14F-4D97-AF65-F5344CB8AC3E}">
        <p14:creationId xmlns:p14="http://schemas.microsoft.com/office/powerpoint/2010/main" val="25827794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2984863" y="553986"/>
            <a:ext cx="6222272" cy="1453003"/>
          </a:xfrm>
        </p:spPr>
        <p:txBody>
          <a:bodyPr wrap="square" rtlCol="0" anchor="b">
            <a:normAutofit fontScale="90000"/>
          </a:bodyPr>
          <a:lstStyle/>
          <a:p>
            <a:pPr rtl="0"/>
            <a:r>
              <a:rPr lang="en-US" sz="5000" dirty="0">
                <a:latin typeface="Tenorite" panose="00000500000000000000" pitchFamily="2" charset="0"/>
              </a:rPr>
              <a:t>A few relevant terms </a:t>
            </a:r>
            <a:br>
              <a:rPr lang="pl-PL" sz="5000" dirty="0">
                <a:latin typeface="Tenorite" panose="00000500000000000000" pitchFamily="2" charset="0"/>
              </a:rPr>
            </a:br>
            <a:r>
              <a:rPr lang="en-US" sz="5000" dirty="0">
                <a:latin typeface="Tenorite" panose="00000500000000000000" pitchFamily="2" charset="0"/>
              </a:rPr>
              <a:t>of marketing</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MArketing</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16</a:t>
            </a:fld>
            <a:endParaRPr lang="pl-PL" sz="1100" noProof="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D6FB5783-20F6-7D18-F439-BAE14E16DEE1}"/>
              </a:ext>
            </a:extLst>
          </p:cNvPr>
          <p:cNvSpPr>
            <a:spLocks noGrp="1"/>
          </p:cNvSpPr>
          <p:nvPr>
            <p:ph type="body" sz="quarter" idx="13"/>
          </p:nvPr>
        </p:nvSpPr>
        <p:spPr>
          <a:xfrm>
            <a:off x="2134288" y="2751746"/>
            <a:ext cx="7923424" cy="3605422"/>
          </a:xfrm>
        </p:spPr>
        <p:txBody>
          <a:bodyPr rtlCol="0">
            <a:noAutofit/>
          </a:bodyPr>
          <a:lstStyle/>
          <a:p>
            <a:pPr marL="457200" indent="-457200" algn="just" rtl="0">
              <a:lnSpc>
                <a:spcPct val="120000"/>
              </a:lnSpc>
              <a:buClr>
                <a:srgbClr val="663300"/>
              </a:buClr>
              <a:buFont typeface="Arial" panose="020B0604020202020204" pitchFamily="34" charset="0"/>
              <a:buChar char="•"/>
            </a:pPr>
            <a:r>
              <a:rPr lang="en-US" sz="1900" b="1" dirty="0">
                <a:solidFill>
                  <a:srgbClr val="663300"/>
                </a:solidFill>
                <a:latin typeface="Tenorite" panose="00000500000000000000" pitchFamily="2" charset="0"/>
              </a:rPr>
              <a:t>Consumer</a:t>
            </a:r>
            <a:r>
              <a:rPr lang="en-US" sz="1900" dirty="0">
                <a:solidFill>
                  <a:srgbClr val="663300"/>
                </a:solidFill>
                <a:latin typeface="Tenorite" panose="00000500000000000000" pitchFamily="2" charset="0"/>
              </a:rPr>
              <a:t> - one </a:t>
            </a:r>
            <a:r>
              <a:rPr lang="en-US" sz="1900" b="1" dirty="0">
                <a:solidFill>
                  <a:srgbClr val="663300"/>
                </a:solidFill>
                <a:latin typeface="Tenorite" panose="00000500000000000000" pitchFamily="2" charset="0"/>
              </a:rPr>
              <a:t>who actually uses the product or service</a:t>
            </a:r>
            <a:r>
              <a:rPr lang="en-US" sz="1900" dirty="0">
                <a:solidFill>
                  <a:srgbClr val="663300"/>
                </a:solidFill>
                <a:latin typeface="Tenorite" panose="00000500000000000000" pitchFamily="2" charset="0"/>
              </a:rPr>
              <a:t>. For example, you bought a shirt and gifted it to your friend who uses it. Here your friend is the consumer and you are a buyer. However, </a:t>
            </a:r>
            <a:br>
              <a:rPr lang="en-US" sz="1900" dirty="0">
                <a:solidFill>
                  <a:srgbClr val="663300"/>
                </a:solidFill>
                <a:latin typeface="Tenorite" panose="00000500000000000000" pitchFamily="2" charset="0"/>
              </a:rPr>
            </a:br>
            <a:r>
              <a:rPr lang="en-US" sz="1900" dirty="0">
                <a:solidFill>
                  <a:srgbClr val="663300"/>
                </a:solidFill>
                <a:latin typeface="Tenorite" panose="00000500000000000000" pitchFamily="2" charset="0"/>
              </a:rPr>
              <a:t>a consumer can also be the buyer</a:t>
            </a:r>
          </a:p>
          <a:p>
            <a:pPr marL="457200" indent="-457200" algn="just" rtl="0">
              <a:lnSpc>
                <a:spcPct val="120000"/>
              </a:lnSpc>
              <a:buClr>
                <a:srgbClr val="663300"/>
              </a:buClr>
              <a:buFont typeface="Arial" panose="020B0604020202020204" pitchFamily="34" charset="0"/>
              <a:buChar char="•"/>
            </a:pPr>
            <a:r>
              <a:rPr lang="en-US" sz="1900" b="1" dirty="0">
                <a:solidFill>
                  <a:srgbClr val="663300"/>
                </a:solidFill>
                <a:latin typeface="Tenorite" panose="00000500000000000000" pitchFamily="2" charset="0"/>
              </a:rPr>
              <a:t>Customer</a:t>
            </a:r>
            <a:r>
              <a:rPr lang="en-US" sz="1900" dirty="0">
                <a:solidFill>
                  <a:srgbClr val="663300"/>
                </a:solidFill>
                <a:latin typeface="Tenorite" panose="00000500000000000000" pitchFamily="2" charset="0"/>
              </a:rPr>
              <a:t> - person who </a:t>
            </a:r>
            <a:r>
              <a:rPr lang="en-US" sz="1900" b="1" dirty="0">
                <a:solidFill>
                  <a:srgbClr val="663300"/>
                </a:solidFill>
                <a:latin typeface="Tenorite" panose="00000500000000000000" pitchFamily="2" charset="0"/>
              </a:rPr>
              <a:t>takes the buying decision</a:t>
            </a:r>
            <a:r>
              <a:rPr lang="en-US" sz="1900" dirty="0">
                <a:solidFill>
                  <a:srgbClr val="663300"/>
                </a:solidFill>
                <a:latin typeface="Tenorite" panose="00000500000000000000" pitchFamily="2" charset="0"/>
              </a:rPr>
              <a:t>. For example, in a family, father decides on the brand of the toothpaste to be used by his children. Here, the children are the consumers and the father is the customer. A customer can also be the consumer. Similarly, the buyer may be different from the customer or one can be the customer as well as the buyer</a:t>
            </a:r>
          </a:p>
        </p:txBody>
      </p:sp>
    </p:spTree>
    <p:extLst>
      <p:ext uri="{BB962C8B-B14F-4D97-AF65-F5344CB8AC3E}">
        <p14:creationId xmlns:p14="http://schemas.microsoft.com/office/powerpoint/2010/main" val="20206210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2984863" y="553986"/>
            <a:ext cx="6222272" cy="1453003"/>
          </a:xfrm>
        </p:spPr>
        <p:txBody>
          <a:bodyPr wrap="square" rtlCol="0" anchor="b">
            <a:normAutofit fontScale="90000"/>
          </a:bodyPr>
          <a:lstStyle/>
          <a:p>
            <a:pPr rtl="0"/>
            <a:r>
              <a:rPr lang="en-US" sz="5000" dirty="0">
                <a:latin typeface="Tenorite" panose="00000500000000000000" pitchFamily="2" charset="0"/>
              </a:rPr>
              <a:t>A few relevant terms </a:t>
            </a:r>
            <a:br>
              <a:rPr lang="pl-PL" sz="5000" dirty="0">
                <a:latin typeface="Tenorite" panose="00000500000000000000" pitchFamily="2" charset="0"/>
              </a:rPr>
            </a:br>
            <a:r>
              <a:rPr lang="en-US" sz="5000" dirty="0">
                <a:latin typeface="Tenorite" panose="00000500000000000000" pitchFamily="2" charset="0"/>
              </a:rPr>
              <a:t>of marketing</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MArketing</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17</a:t>
            </a:fld>
            <a:endParaRPr lang="pl-PL" sz="1100" noProof="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D6FB5783-20F6-7D18-F439-BAE14E16DEE1}"/>
              </a:ext>
            </a:extLst>
          </p:cNvPr>
          <p:cNvSpPr>
            <a:spLocks noGrp="1"/>
          </p:cNvSpPr>
          <p:nvPr>
            <p:ph type="body" sz="quarter" idx="13"/>
          </p:nvPr>
        </p:nvSpPr>
        <p:spPr>
          <a:xfrm>
            <a:off x="2010028" y="2499929"/>
            <a:ext cx="8171941" cy="3659915"/>
          </a:xfrm>
        </p:spPr>
        <p:txBody>
          <a:bodyPr rtlCol="0">
            <a:noAutofit/>
          </a:bodyPr>
          <a:lstStyle/>
          <a:p>
            <a:pPr marL="457200" indent="-457200" algn="just" rtl="0">
              <a:lnSpc>
                <a:spcPct val="120000"/>
              </a:lnSpc>
              <a:buClr>
                <a:srgbClr val="663300"/>
              </a:buClr>
              <a:buFont typeface="Arial" panose="020B0604020202020204" pitchFamily="34" charset="0"/>
              <a:buChar char="•"/>
            </a:pPr>
            <a:r>
              <a:rPr lang="en-US" sz="2000" b="1" dirty="0">
                <a:solidFill>
                  <a:srgbClr val="663300"/>
                </a:solidFill>
                <a:latin typeface="Tenorite" panose="00000500000000000000" pitchFamily="2" charset="0"/>
              </a:rPr>
              <a:t>Market</a:t>
            </a:r>
            <a:r>
              <a:rPr lang="en-US" sz="2000" dirty="0">
                <a:solidFill>
                  <a:srgbClr val="663300"/>
                </a:solidFill>
                <a:latin typeface="Tenorite" panose="00000500000000000000" pitchFamily="2" charset="0"/>
              </a:rPr>
              <a:t> - place where goods are bought and sold</a:t>
            </a:r>
            <a:r>
              <a:rPr lang="pl-PL" sz="2000" dirty="0">
                <a:solidFill>
                  <a:srgbClr val="663300"/>
                </a:solidFill>
                <a:latin typeface="Tenorite" panose="00000500000000000000" pitchFamily="2" charset="0"/>
              </a:rPr>
              <a:t> </a:t>
            </a:r>
          </a:p>
          <a:p>
            <a:pPr lvl="2" algn="just">
              <a:lnSpc>
                <a:spcPct val="120000"/>
              </a:lnSpc>
              <a:buClr>
                <a:srgbClr val="663300"/>
              </a:buClr>
            </a:pPr>
            <a:r>
              <a:rPr lang="en-US" dirty="0">
                <a:solidFill>
                  <a:srgbClr val="663300"/>
                </a:solidFill>
                <a:latin typeface="Tenorite" panose="00000500000000000000" pitchFamily="2" charset="0"/>
              </a:rPr>
              <a:t>But in marketing …</a:t>
            </a:r>
          </a:p>
          <a:p>
            <a:pPr marL="457200" indent="-457200" algn="just" rtl="0">
              <a:lnSpc>
                <a:spcPct val="120000"/>
              </a:lnSpc>
              <a:buClr>
                <a:srgbClr val="663300"/>
              </a:buClr>
              <a:buFont typeface="Arial" panose="020B0604020202020204" pitchFamily="34" charset="0"/>
              <a:buChar char="•"/>
            </a:pPr>
            <a:r>
              <a:rPr lang="en-US" sz="2000" b="1" dirty="0">
                <a:solidFill>
                  <a:srgbClr val="663300"/>
                </a:solidFill>
                <a:latin typeface="Tenorite" panose="00000500000000000000" pitchFamily="2" charset="0"/>
              </a:rPr>
              <a:t>Market</a:t>
            </a:r>
            <a:r>
              <a:rPr lang="en-US" sz="2000" dirty="0">
                <a:solidFill>
                  <a:srgbClr val="663300"/>
                </a:solidFill>
                <a:latin typeface="Tenorite" panose="00000500000000000000" pitchFamily="2" charset="0"/>
              </a:rPr>
              <a:t> - group of buyers for a particular product or service</a:t>
            </a:r>
          </a:p>
          <a:p>
            <a:pPr marL="1177200" lvl="2" indent="-457200" algn="just">
              <a:lnSpc>
                <a:spcPct val="120000"/>
              </a:lnSpc>
              <a:buClr>
                <a:srgbClr val="663300"/>
              </a:buClr>
              <a:buFont typeface="Wingdings" panose="05000000000000000000" pitchFamily="2" charset="2"/>
              <a:buChar char="§"/>
            </a:pPr>
            <a:r>
              <a:rPr lang="en-US" sz="1800" dirty="0">
                <a:solidFill>
                  <a:srgbClr val="663300"/>
                </a:solidFill>
                <a:latin typeface="Tenorite" panose="00000500000000000000" pitchFamily="2" charset="0"/>
              </a:rPr>
              <a:t>the market for Accountancy textbooks consists of students in Commerce</a:t>
            </a:r>
          </a:p>
          <a:p>
            <a:pPr marL="1177200" lvl="2" indent="-457200" algn="just">
              <a:lnSpc>
                <a:spcPct val="120000"/>
              </a:lnSpc>
              <a:buClr>
                <a:srgbClr val="663300"/>
              </a:buClr>
              <a:buFont typeface="Wingdings" panose="05000000000000000000" pitchFamily="2" charset="2"/>
              <a:buChar char="§"/>
            </a:pPr>
            <a:r>
              <a:rPr lang="en-US" sz="1800" dirty="0">
                <a:solidFill>
                  <a:srgbClr val="663300"/>
                </a:solidFill>
                <a:latin typeface="Tenorite" panose="00000500000000000000" pitchFamily="2" charset="0"/>
              </a:rPr>
              <a:t>the market for ladies readymade garments consists of girls and women</a:t>
            </a:r>
          </a:p>
          <a:p>
            <a:pPr marL="457200" indent="-457200" algn="just" rtl="0">
              <a:lnSpc>
                <a:spcPct val="120000"/>
              </a:lnSpc>
              <a:buClr>
                <a:srgbClr val="663300"/>
              </a:buClr>
              <a:buFont typeface="Arial" panose="020B0604020202020204" pitchFamily="34" charset="0"/>
              <a:buChar char="•"/>
            </a:pPr>
            <a:r>
              <a:rPr lang="en-US" sz="2000" b="1" dirty="0">
                <a:solidFill>
                  <a:srgbClr val="663300"/>
                </a:solidFill>
                <a:latin typeface="Tenorite" panose="00000500000000000000" pitchFamily="2" charset="0"/>
              </a:rPr>
              <a:t>Virtual Market</a:t>
            </a:r>
            <a:r>
              <a:rPr lang="en-US" sz="2000" dirty="0">
                <a:solidFill>
                  <a:srgbClr val="663300"/>
                </a:solidFill>
                <a:latin typeface="Tenorite" panose="00000500000000000000" pitchFamily="2" charset="0"/>
              </a:rPr>
              <a:t> - with advancement of technology, the buyer and sellers can, nowadays, interact with each other by using Internet</a:t>
            </a:r>
          </a:p>
        </p:txBody>
      </p:sp>
    </p:spTree>
    <p:extLst>
      <p:ext uri="{BB962C8B-B14F-4D97-AF65-F5344CB8AC3E}">
        <p14:creationId xmlns:p14="http://schemas.microsoft.com/office/powerpoint/2010/main" val="32527658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2984863" y="553986"/>
            <a:ext cx="6222272" cy="1453003"/>
          </a:xfrm>
        </p:spPr>
        <p:txBody>
          <a:bodyPr wrap="square" rtlCol="0" anchor="b">
            <a:normAutofit/>
          </a:bodyPr>
          <a:lstStyle/>
          <a:p>
            <a:pPr rtl="0"/>
            <a:r>
              <a:rPr lang="pl-PL" sz="5000" dirty="0" err="1">
                <a:latin typeface="Tenorite" panose="00000500000000000000" pitchFamily="2" charset="0"/>
              </a:rPr>
              <a:t>Exercise</a:t>
            </a:r>
            <a:r>
              <a:rPr lang="pl-PL" sz="5000" dirty="0">
                <a:latin typeface="Tenorite" panose="00000500000000000000" pitchFamily="2" charset="0"/>
              </a:rPr>
              <a:t> 2</a:t>
            </a: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MArketing</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18</a:t>
            </a:fld>
            <a:endParaRPr lang="pl-PL" sz="1100" noProof="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D6FB5783-20F6-7D18-F439-BAE14E16DEE1}"/>
              </a:ext>
            </a:extLst>
          </p:cNvPr>
          <p:cNvSpPr>
            <a:spLocks noGrp="1"/>
          </p:cNvSpPr>
          <p:nvPr>
            <p:ph type="body" sz="quarter" idx="13"/>
          </p:nvPr>
        </p:nvSpPr>
        <p:spPr>
          <a:xfrm>
            <a:off x="2657914" y="2931398"/>
            <a:ext cx="6876169" cy="2501793"/>
          </a:xfrm>
        </p:spPr>
        <p:txBody>
          <a:bodyPr rtlCol="0">
            <a:noAutofit/>
          </a:bodyPr>
          <a:lstStyle/>
          <a:p>
            <a:pPr marL="457200" indent="-457200" algn="just" rtl="0">
              <a:lnSpc>
                <a:spcPct val="120000"/>
              </a:lnSpc>
              <a:buClr>
                <a:srgbClr val="663300"/>
              </a:buClr>
              <a:buFont typeface="Arial" panose="020B0604020202020204" pitchFamily="34" charset="0"/>
              <a:buChar char="•"/>
            </a:pPr>
            <a:r>
              <a:rPr lang="en-US" sz="2500" dirty="0">
                <a:solidFill>
                  <a:srgbClr val="663300"/>
                </a:solidFill>
                <a:latin typeface="Tenorite" panose="00000500000000000000" pitchFamily="2" charset="0"/>
              </a:rPr>
              <a:t>Following is a list of statements regarding features of ‘marketing’ and ‘selling’. Identify the features of marketing by mentioning ‘M’ and of selling by mentioning ‘S’</a:t>
            </a:r>
          </a:p>
        </p:txBody>
      </p:sp>
    </p:spTree>
    <p:extLst>
      <p:ext uri="{BB962C8B-B14F-4D97-AF65-F5344CB8AC3E}">
        <p14:creationId xmlns:p14="http://schemas.microsoft.com/office/powerpoint/2010/main" val="30536140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2984863" y="553986"/>
            <a:ext cx="6222272" cy="1453003"/>
          </a:xfrm>
        </p:spPr>
        <p:txBody>
          <a:bodyPr wrap="square" rtlCol="0" anchor="b">
            <a:normAutofit/>
          </a:bodyPr>
          <a:lstStyle/>
          <a:p>
            <a:pPr rtl="0"/>
            <a:r>
              <a:rPr lang="pl-PL" sz="5000" dirty="0" err="1">
                <a:latin typeface="Tenorite" panose="00000500000000000000" pitchFamily="2" charset="0"/>
              </a:rPr>
              <a:t>Exercise</a:t>
            </a:r>
            <a:r>
              <a:rPr lang="pl-PL" sz="5000" dirty="0">
                <a:latin typeface="Tenorite" panose="00000500000000000000" pitchFamily="2" charset="0"/>
              </a:rPr>
              <a:t> 2</a:t>
            </a: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MArketing</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19</a:t>
            </a:fld>
            <a:endParaRPr lang="pl-PL" sz="1100" noProof="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D6FB5783-20F6-7D18-F439-BAE14E16DEE1}"/>
              </a:ext>
            </a:extLst>
          </p:cNvPr>
          <p:cNvSpPr>
            <a:spLocks noGrp="1"/>
          </p:cNvSpPr>
          <p:nvPr>
            <p:ph type="body" sz="quarter" idx="13"/>
          </p:nvPr>
        </p:nvSpPr>
        <p:spPr>
          <a:xfrm>
            <a:off x="2012541" y="2470166"/>
            <a:ext cx="8167868" cy="3887002"/>
          </a:xfrm>
        </p:spPr>
        <p:txBody>
          <a:bodyPr rtlCol="0">
            <a:noAutofit/>
          </a:bodyPr>
          <a:lstStyle/>
          <a:p>
            <a:pPr marL="457200" indent="-457200" algn="just" rtl="0">
              <a:lnSpc>
                <a:spcPct val="120000"/>
              </a:lnSpc>
              <a:buClr>
                <a:srgbClr val="663300"/>
              </a:buClr>
              <a:buFont typeface="Arial" panose="020B0604020202020204" pitchFamily="34" charset="0"/>
              <a:buChar char="•"/>
            </a:pPr>
            <a:r>
              <a:rPr lang="en-US" sz="2300" dirty="0">
                <a:solidFill>
                  <a:srgbClr val="663300"/>
                </a:solidFill>
                <a:latin typeface="Tenorite" panose="00000500000000000000" pitchFamily="2" charset="0"/>
              </a:rPr>
              <a:t>It starts after the production process is over</a:t>
            </a:r>
          </a:p>
          <a:p>
            <a:pPr marL="457200" indent="-457200" algn="just" rtl="0">
              <a:lnSpc>
                <a:spcPct val="120000"/>
              </a:lnSpc>
              <a:buClr>
                <a:srgbClr val="663300"/>
              </a:buClr>
              <a:buFont typeface="Arial" panose="020B0604020202020204" pitchFamily="34" charset="0"/>
              <a:buChar char="•"/>
            </a:pPr>
            <a:r>
              <a:rPr lang="en-US" sz="2300" dirty="0">
                <a:solidFill>
                  <a:srgbClr val="663300"/>
                </a:solidFill>
                <a:latin typeface="Tenorite" panose="00000500000000000000" pitchFamily="2" charset="0"/>
              </a:rPr>
              <a:t>All activities revolve around the product that has been produced</a:t>
            </a:r>
          </a:p>
          <a:p>
            <a:pPr marL="457200" indent="-457200" algn="just" rtl="0">
              <a:lnSpc>
                <a:spcPct val="120000"/>
              </a:lnSpc>
              <a:buClr>
                <a:srgbClr val="663300"/>
              </a:buClr>
              <a:buFont typeface="Arial" panose="020B0604020202020204" pitchFamily="34" charset="0"/>
              <a:buChar char="•"/>
            </a:pPr>
            <a:r>
              <a:rPr lang="en-US" sz="2300" dirty="0">
                <a:solidFill>
                  <a:srgbClr val="663300"/>
                </a:solidFill>
                <a:latin typeface="Tenorite" panose="00000500000000000000" pitchFamily="2" charset="0"/>
              </a:rPr>
              <a:t>Customer is the central point</a:t>
            </a:r>
          </a:p>
          <a:p>
            <a:pPr marL="457200" indent="-457200" algn="just" rtl="0">
              <a:lnSpc>
                <a:spcPct val="120000"/>
              </a:lnSpc>
              <a:buClr>
                <a:srgbClr val="663300"/>
              </a:buClr>
              <a:buFont typeface="Arial" panose="020B0604020202020204" pitchFamily="34" charset="0"/>
              <a:buChar char="•"/>
            </a:pPr>
            <a:r>
              <a:rPr lang="en-US" sz="2300" dirty="0">
                <a:solidFill>
                  <a:srgbClr val="663300"/>
                </a:solidFill>
                <a:latin typeface="Tenorite" panose="00000500000000000000" pitchFamily="2" charset="0"/>
              </a:rPr>
              <a:t>Satisfaction of the customer is the main focus</a:t>
            </a:r>
          </a:p>
          <a:p>
            <a:pPr marL="457200" indent="-457200" algn="just" rtl="0">
              <a:lnSpc>
                <a:spcPct val="120000"/>
              </a:lnSpc>
              <a:buClr>
                <a:srgbClr val="663300"/>
              </a:buClr>
              <a:buFont typeface="Arial" panose="020B0604020202020204" pitchFamily="34" charset="0"/>
              <a:buChar char="•"/>
            </a:pPr>
            <a:r>
              <a:rPr lang="en-US" sz="2300" dirty="0">
                <a:solidFill>
                  <a:srgbClr val="663300"/>
                </a:solidFill>
                <a:latin typeface="Tenorite" panose="00000500000000000000" pitchFamily="2" charset="0"/>
              </a:rPr>
              <a:t>Target is to achieve </a:t>
            </a:r>
            <a:r>
              <a:rPr lang="en-US" sz="2300" dirty="0" err="1">
                <a:solidFill>
                  <a:srgbClr val="663300"/>
                </a:solidFill>
                <a:latin typeface="Tenorite" panose="00000500000000000000" pitchFamily="2" charset="0"/>
              </a:rPr>
              <a:t>sho</a:t>
            </a:r>
            <a:r>
              <a:rPr lang="pl-PL" sz="2300" dirty="0">
                <a:solidFill>
                  <a:srgbClr val="663300"/>
                </a:solidFill>
                <a:latin typeface="Tenorite" panose="00000500000000000000" pitchFamily="2" charset="0"/>
              </a:rPr>
              <a:t>r</a:t>
            </a:r>
            <a:r>
              <a:rPr lang="en-US" sz="2300" dirty="0">
                <a:solidFill>
                  <a:srgbClr val="663300"/>
                </a:solidFill>
                <a:latin typeface="Tenorite" panose="00000500000000000000" pitchFamily="2" charset="0"/>
              </a:rPr>
              <a:t>t-term gain</a:t>
            </a:r>
          </a:p>
          <a:p>
            <a:pPr marL="457200" indent="-457200" algn="just" rtl="0">
              <a:lnSpc>
                <a:spcPct val="120000"/>
              </a:lnSpc>
              <a:buClr>
                <a:srgbClr val="663300"/>
              </a:buClr>
              <a:buFont typeface="Arial" panose="020B0604020202020204" pitchFamily="34" charset="0"/>
              <a:buChar char="•"/>
            </a:pPr>
            <a:r>
              <a:rPr lang="en-US" sz="2300" dirty="0">
                <a:solidFill>
                  <a:srgbClr val="663300"/>
                </a:solidFill>
                <a:latin typeface="Tenorite" panose="00000500000000000000" pitchFamily="2" charset="0"/>
              </a:rPr>
              <a:t>It is an integrated approach to achieve long-term goals</a:t>
            </a:r>
          </a:p>
        </p:txBody>
      </p:sp>
    </p:spTree>
    <p:extLst>
      <p:ext uri="{BB962C8B-B14F-4D97-AF65-F5344CB8AC3E}">
        <p14:creationId xmlns:p14="http://schemas.microsoft.com/office/powerpoint/2010/main" val="30279577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2984863" y="553986"/>
            <a:ext cx="6222272" cy="1453003"/>
          </a:xfrm>
        </p:spPr>
        <p:txBody>
          <a:bodyPr wrap="square" rtlCol="0" anchor="b">
            <a:normAutofit fontScale="90000"/>
          </a:bodyPr>
          <a:lstStyle/>
          <a:p>
            <a:pPr rtl="0"/>
            <a:r>
              <a:rPr lang="en-US" sz="5000" dirty="0">
                <a:latin typeface="Tenorite" panose="00000500000000000000" pitchFamily="2" charset="0"/>
              </a:rPr>
              <a:t>Objectives/functions </a:t>
            </a:r>
            <a:br>
              <a:rPr lang="pl-PL" sz="5000" dirty="0">
                <a:latin typeface="Tenorite" panose="00000500000000000000" pitchFamily="2" charset="0"/>
              </a:rPr>
            </a:br>
            <a:r>
              <a:rPr lang="en-US" sz="5000" dirty="0">
                <a:latin typeface="Tenorite" panose="00000500000000000000" pitchFamily="2" charset="0"/>
              </a:rPr>
              <a:t>of marketing</a:t>
            </a: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MArketing</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20</a:t>
            </a:fld>
            <a:endParaRPr lang="pl-PL" sz="1100" noProof="0" dirty="0">
              <a:latin typeface="Tenorite" panose="00000500000000000000" pitchFamily="2" charset="0"/>
            </a:endParaRPr>
          </a:p>
        </p:txBody>
      </p:sp>
      <p:pic>
        <p:nvPicPr>
          <p:cNvPr id="1028" name="Picture 4" descr="3d Osã³b - Mä™å¼czyzna, Czå‚owiek I Znak Zapytania. Zdjęcia Royalty Free,  Obrazki, Obrazy Oraz Fotografia Seryjna. Image 18437098.">
            <a:extLst>
              <a:ext uri="{FF2B5EF4-FFF2-40B4-BE49-F238E27FC236}">
                <a16:creationId xmlns:a16="http://schemas.microsoft.com/office/drawing/2014/main" id="{1ECE910F-A94D-DFCF-59EF-35FB84E32F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2874" y="2332089"/>
            <a:ext cx="4286250" cy="3971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4117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2984863" y="553986"/>
            <a:ext cx="6222272" cy="1453003"/>
          </a:xfrm>
        </p:spPr>
        <p:txBody>
          <a:bodyPr wrap="square" rtlCol="0" anchor="b">
            <a:normAutofit/>
          </a:bodyPr>
          <a:lstStyle/>
          <a:p>
            <a:pPr rtl="0"/>
            <a:r>
              <a:rPr lang="pl-PL" sz="5000" dirty="0" err="1">
                <a:latin typeface="Tenorite" panose="00000500000000000000" pitchFamily="2" charset="0"/>
              </a:rPr>
              <a:t>Exercise</a:t>
            </a:r>
            <a:r>
              <a:rPr lang="pl-PL" sz="5000" dirty="0">
                <a:latin typeface="Tenorite" panose="00000500000000000000" pitchFamily="2" charset="0"/>
              </a:rPr>
              <a:t> 3</a:t>
            </a: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MArketing</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21</a:t>
            </a:fld>
            <a:endParaRPr lang="pl-PL" sz="1100" noProof="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D6FB5783-20F6-7D18-F439-BAE14E16DEE1}"/>
              </a:ext>
            </a:extLst>
          </p:cNvPr>
          <p:cNvSpPr>
            <a:spLocks noGrp="1"/>
          </p:cNvSpPr>
          <p:nvPr>
            <p:ph type="body" sz="quarter" idx="13"/>
          </p:nvPr>
        </p:nvSpPr>
        <p:spPr>
          <a:xfrm>
            <a:off x="1995566" y="2470165"/>
            <a:ext cx="8200865" cy="1453003"/>
          </a:xfrm>
        </p:spPr>
        <p:txBody>
          <a:bodyPr rtlCol="0">
            <a:noAutofit/>
          </a:bodyPr>
          <a:lstStyle/>
          <a:p>
            <a:pPr algn="just" rtl="0">
              <a:lnSpc>
                <a:spcPct val="120000"/>
              </a:lnSpc>
              <a:buClr>
                <a:srgbClr val="663300"/>
              </a:buClr>
            </a:pPr>
            <a:r>
              <a:rPr lang="en-US" sz="1900" dirty="0">
                <a:solidFill>
                  <a:srgbClr val="663300"/>
                </a:solidFill>
                <a:latin typeface="Tenorite" panose="00000500000000000000" pitchFamily="2" charset="0"/>
              </a:rPr>
              <a:t>Given below are words in two columns, A and B. You have to match the words of column A with words of column B, so that the matched words describe an objective of marketing. Write the serial number of words in column B against the matched words of column A. </a:t>
            </a:r>
          </a:p>
        </p:txBody>
      </p:sp>
      <p:graphicFrame>
        <p:nvGraphicFramePr>
          <p:cNvPr id="7" name="Tabela 6">
            <a:extLst>
              <a:ext uri="{FF2B5EF4-FFF2-40B4-BE49-F238E27FC236}">
                <a16:creationId xmlns:a16="http://schemas.microsoft.com/office/drawing/2014/main" id="{DF986E00-5E70-779A-2CAD-F822CD8400E7}"/>
              </a:ext>
            </a:extLst>
          </p:cNvPr>
          <p:cNvGraphicFramePr>
            <a:graphicFrameLocks noGrp="1"/>
          </p:cNvGraphicFramePr>
          <p:nvPr>
            <p:extLst>
              <p:ext uri="{D42A27DB-BD31-4B8C-83A1-F6EECF244321}">
                <p14:modId xmlns:p14="http://schemas.microsoft.com/office/powerpoint/2010/main" val="2894981976"/>
              </p:ext>
            </p:extLst>
          </p:nvPr>
        </p:nvGraphicFramePr>
        <p:xfrm>
          <a:off x="1703385" y="3965096"/>
          <a:ext cx="8785226" cy="2279651"/>
        </p:xfrm>
        <a:graphic>
          <a:graphicData uri="http://schemas.openxmlformats.org/drawingml/2006/table">
            <a:tbl>
              <a:tblPr firstRow="1" bandRow="1">
                <a:tableStyleId>{F5AB1C69-6EDB-4FF4-983F-18BD219EF322}</a:tableStyleId>
              </a:tblPr>
              <a:tblGrid>
                <a:gridCol w="4392613">
                  <a:extLst>
                    <a:ext uri="{9D8B030D-6E8A-4147-A177-3AD203B41FA5}">
                      <a16:colId xmlns:a16="http://schemas.microsoft.com/office/drawing/2014/main" val="20000"/>
                    </a:ext>
                  </a:extLst>
                </a:gridCol>
                <a:gridCol w="4392613">
                  <a:extLst>
                    <a:ext uri="{9D8B030D-6E8A-4147-A177-3AD203B41FA5}">
                      <a16:colId xmlns:a16="http://schemas.microsoft.com/office/drawing/2014/main" val="20001"/>
                    </a:ext>
                  </a:extLst>
                </a:gridCol>
              </a:tblGrid>
              <a:tr h="432120">
                <a:tc>
                  <a:txBody>
                    <a:bodyPr/>
                    <a:lstStyle/>
                    <a:p>
                      <a:pPr algn="ctr"/>
                      <a:r>
                        <a:rPr lang="pl-PL" sz="2000" dirty="0">
                          <a:latin typeface="Tenorite" panose="00000500000000000000" pitchFamily="2" charset="0"/>
                        </a:rPr>
                        <a:t>A</a:t>
                      </a:r>
                    </a:p>
                  </a:txBody>
                  <a:tcPr marL="91443" marR="91443" marT="45728" marB="45728" anchor="ctr"/>
                </a:tc>
                <a:tc>
                  <a:txBody>
                    <a:bodyPr/>
                    <a:lstStyle/>
                    <a:p>
                      <a:pPr algn="ctr"/>
                      <a:r>
                        <a:rPr lang="pl-PL" sz="2000" dirty="0">
                          <a:latin typeface="Tenorite" panose="00000500000000000000" pitchFamily="2" charset="0"/>
                        </a:rPr>
                        <a:t>B</a:t>
                      </a:r>
                    </a:p>
                  </a:txBody>
                  <a:tcPr marL="91443" marR="91443" marT="45728" marB="45728" anchor="ctr"/>
                </a:tc>
                <a:extLst>
                  <a:ext uri="{0D108BD9-81ED-4DB2-BD59-A6C34878D82A}">
                    <a16:rowId xmlns:a16="http://schemas.microsoft.com/office/drawing/2014/main" val="10000"/>
                  </a:ext>
                </a:extLst>
              </a:tr>
              <a:tr h="335360">
                <a:tc>
                  <a:txBody>
                    <a:bodyPr/>
                    <a:lstStyle/>
                    <a:p>
                      <a:pPr marL="342900" indent="-342900">
                        <a:buClr>
                          <a:srgbClr val="C00000"/>
                        </a:buClr>
                        <a:buFont typeface="Wingdings" panose="05000000000000000000" pitchFamily="2" charset="2"/>
                        <a:buChar char="§"/>
                      </a:pPr>
                      <a:r>
                        <a:rPr lang="pl-PL" sz="1600" dirty="0">
                          <a:latin typeface="Tenorite" panose="00000500000000000000" pitchFamily="2" charset="0"/>
                        </a:rPr>
                        <a:t>Customer</a:t>
                      </a:r>
                    </a:p>
                  </a:txBody>
                  <a:tcPr marL="91443" marR="91443" marT="45728" marB="45728" anchor="ctr"/>
                </a:tc>
                <a:tc>
                  <a:txBody>
                    <a:bodyPr/>
                    <a:lstStyle/>
                    <a:p>
                      <a:pPr marL="342900" indent="-342900">
                        <a:buClr>
                          <a:srgbClr val="C00000"/>
                        </a:buClr>
                        <a:buFont typeface="Wingdings" panose="05000000000000000000" pitchFamily="2" charset="2"/>
                        <a:buChar char="§"/>
                      </a:pPr>
                      <a:r>
                        <a:rPr lang="pl-PL" sz="1600" dirty="0">
                          <a:latin typeface="Tenorite" panose="00000500000000000000" pitchFamily="2" charset="0"/>
                        </a:rPr>
                        <a:t>Goodwill</a:t>
                      </a:r>
                    </a:p>
                  </a:txBody>
                  <a:tcPr marL="91443" marR="91443" marT="45728" marB="45728" anchor="ctr"/>
                </a:tc>
                <a:extLst>
                  <a:ext uri="{0D108BD9-81ED-4DB2-BD59-A6C34878D82A}">
                    <a16:rowId xmlns:a16="http://schemas.microsoft.com/office/drawing/2014/main" val="10001"/>
                  </a:ext>
                </a:extLst>
              </a:tr>
              <a:tr h="384949">
                <a:tc>
                  <a:txBody>
                    <a:bodyPr/>
                    <a:lstStyle/>
                    <a:p>
                      <a:pPr marL="342900" indent="-342900">
                        <a:buClr>
                          <a:srgbClr val="C00000"/>
                        </a:buClr>
                        <a:buFont typeface="Wingdings" panose="05000000000000000000" pitchFamily="2" charset="2"/>
                        <a:buChar char="§"/>
                      </a:pPr>
                      <a:r>
                        <a:rPr lang="pl-PL" sz="1600" dirty="0">
                          <a:latin typeface="Tenorite" panose="00000500000000000000" pitchFamily="2" charset="0"/>
                        </a:rPr>
                        <a:t>Increase in </a:t>
                      </a:r>
                    </a:p>
                  </a:txBody>
                  <a:tcPr marL="91443" marR="91443" marT="45728" marB="45728" anchor="ctr"/>
                </a:tc>
                <a:tc>
                  <a:txBody>
                    <a:bodyPr/>
                    <a:lstStyle/>
                    <a:p>
                      <a:pPr marL="342900" indent="-342900">
                        <a:buClr>
                          <a:srgbClr val="C00000"/>
                        </a:buClr>
                        <a:buFont typeface="Wingdings" panose="05000000000000000000" pitchFamily="2" charset="2"/>
                        <a:buChar char="§"/>
                      </a:pPr>
                      <a:r>
                        <a:rPr lang="pl-PL" sz="1600" dirty="0">
                          <a:latin typeface="Tenorite" panose="00000500000000000000" pitchFamily="2" charset="0"/>
                        </a:rPr>
                        <a:t>Sales volume</a:t>
                      </a:r>
                    </a:p>
                  </a:txBody>
                  <a:tcPr marL="91443" marR="91443" marT="45728" marB="45728" anchor="ctr"/>
                </a:tc>
                <a:extLst>
                  <a:ext uri="{0D108BD9-81ED-4DB2-BD59-A6C34878D82A}">
                    <a16:rowId xmlns:a16="http://schemas.microsoft.com/office/drawing/2014/main" val="10002"/>
                  </a:ext>
                </a:extLst>
              </a:tr>
              <a:tr h="360134">
                <a:tc>
                  <a:txBody>
                    <a:bodyPr/>
                    <a:lstStyle/>
                    <a:p>
                      <a:pPr marL="342900" indent="-342900">
                        <a:buClr>
                          <a:srgbClr val="C00000"/>
                        </a:buClr>
                        <a:buFont typeface="Wingdings" panose="05000000000000000000" pitchFamily="2" charset="2"/>
                        <a:buChar char="§"/>
                      </a:pPr>
                      <a:r>
                        <a:rPr lang="pl-PL" sz="1600" dirty="0">
                          <a:latin typeface="Tenorite" panose="00000500000000000000" pitchFamily="2" charset="0"/>
                        </a:rPr>
                        <a:t>Profitable</a:t>
                      </a:r>
                    </a:p>
                  </a:txBody>
                  <a:tcPr marL="91443" marR="91443" marT="45728" marB="45728" anchor="ctr"/>
                </a:tc>
                <a:tc>
                  <a:txBody>
                    <a:bodyPr/>
                    <a:lstStyle/>
                    <a:p>
                      <a:pPr marL="342900" indent="-342900">
                        <a:buClr>
                          <a:srgbClr val="C00000"/>
                        </a:buClr>
                        <a:buFont typeface="Wingdings" panose="05000000000000000000" pitchFamily="2" charset="2"/>
                        <a:buChar char="§"/>
                      </a:pPr>
                      <a:r>
                        <a:rPr lang="pl-PL" sz="1600" dirty="0">
                          <a:latin typeface="Tenorite" panose="00000500000000000000" pitchFamily="2" charset="0"/>
                        </a:rPr>
                        <a:t>Product</a:t>
                      </a:r>
                    </a:p>
                  </a:txBody>
                  <a:tcPr marL="91443" marR="91443" marT="45728" marB="45728" anchor="ctr"/>
                </a:tc>
                <a:extLst>
                  <a:ext uri="{0D108BD9-81ED-4DB2-BD59-A6C34878D82A}">
                    <a16:rowId xmlns:a16="http://schemas.microsoft.com/office/drawing/2014/main" val="10003"/>
                  </a:ext>
                </a:extLst>
              </a:tr>
              <a:tr h="335360">
                <a:tc>
                  <a:txBody>
                    <a:bodyPr/>
                    <a:lstStyle/>
                    <a:p>
                      <a:pPr marL="342900" indent="-342900">
                        <a:buClr>
                          <a:srgbClr val="C00000"/>
                        </a:buClr>
                        <a:buFont typeface="Wingdings" panose="05000000000000000000" pitchFamily="2" charset="2"/>
                        <a:buChar char="§"/>
                      </a:pPr>
                      <a:r>
                        <a:rPr lang="pl-PL" sz="1600" dirty="0">
                          <a:latin typeface="Tenorite" panose="00000500000000000000" pitchFamily="2" charset="0"/>
                        </a:rPr>
                        <a:t>Better Quality</a:t>
                      </a:r>
                    </a:p>
                  </a:txBody>
                  <a:tcPr marL="91443" marR="91443" marT="45728" marB="45728" anchor="ctr"/>
                </a:tc>
                <a:tc>
                  <a:txBody>
                    <a:bodyPr/>
                    <a:lstStyle/>
                    <a:p>
                      <a:pPr marL="342900" indent="-342900">
                        <a:buClr>
                          <a:srgbClr val="C00000"/>
                        </a:buClr>
                        <a:buFont typeface="Wingdings" panose="05000000000000000000" pitchFamily="2" charset="2"/>
                        <a:buChar char="§"/>
                      </a:pPr>
                      <a:r>
                        <a:rPr lang="pl-PL" sz="1600" dirty="0">
                          <a:latin typeface="Tenorite" panose="00000500000000000000" pitchFamily="2" charset="0"/>
                        </a:rPr>
                        <a:t>Satisfaction </a:t>
                      </a:r>
                    </a:p>
                  </a:txBody>
                  <a:tcPr marL="91443" marR="91443" marT="45728" marB="45728" anchor="ctr"/>
                </a:tc>
                <a:extLst>
                  <a:ext uri="{0D108BD9-81ED-4DB2-BD59-A6C34878D82A}">
                    <a16:rowId xmlns:a16="http://schemas.microsoft.com/office/drawing/2014/main" val="10004"/>
                  </a:ext>
                </a:extLst>
              </a:tr>
              <a:tr h="431728">
                <a:tc>
                  <a:txBody>
                    <a:bodyPr/>
                    <a:lstStyle/>
                    <a:p>
                      <a:pPr marL="342900" indent="-342900">
                        <a:buClr>
                          <a:srgbClr val="C00000"/>
                        </a:buClr>
                        <a:buFont typeface="Wingdings" panose="05000000000000000000" pitchFamily="2" charset="2"/>
                        <a:buChar char="§"/>
                      </a:pPr>
                      <a:r>
                        <a:rPr lang="pl-PL" sz="1600" dirty="0">
                          <a:latin typeface="Tenorite" panose="00000500000000000000" pitchFamily="2" charset="0"/>
                        </a:rPr>
                        <a:t>Create</a:t>
                      </a:r>
                      <a:endParaRPr lang="pl-PL" sz="1600" b="1" dirty="0">
                        <a:latin typeface="Tenorite" panose="00000500000000000000" pitchFamily="2" charset="0"/>
                      </a:endParaRPr>
                    </a:p>
                  </a:txBody>
                  <a:tcPr marL="91443" marR="91443" marT="45728" marB="45728" anchor="ctr"/>
                </a:tc>
                <a:tc>
                  <a:txBody>
                    <a:bodyPr/>
                    <a:lstStyle/>
                    <a:p>
                      <a:pPr marL="342900" indent="-342900">
                        <a:buClr>
                          <a:srgbClr val="C00000"/>
                        </a:buClr>
                        <a:buFont typeface="Wingdings" panose="05000000000000000000" pitchFamily="2" charset="2"/>
                        <a:buChar char="§"/>
                      </a:pPr>
                      <a:r>
                        <a:rPr lang="pl-PL" sz="1600" dirty="0">
                          <a:latin typeface="Tenorite" panose="00000500000000000000" pitchFamily="2" charset="0"/>
                        </a:rPr>
                        <a:t>Demand</a:t>
                      </a:r>
                      <a:endParaRPr lang="pl-PL" sz="1600" b="1" dirty="0">
                        <a:latin typeface="Tenorite" panose="00000500000000000000" pitchFamily="2" charset="0"/>
                      </a:endParaRPr>
                    </a:p>
                  </a:txBody>
                  <a:tcPr marL="91443" marR="91443" marT="45728" marB="45728"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3591521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2984863" y="553986"/>
            <a:ext cx="6222272" cy="1453003"/>
          </a:xfrm>
        </p:spPr>
        <p:txBody>
          <a:bodyPr wrap="square" rtlCol="0" anchor="b">
            <a:normAutofit/>
          </a:bodyPr>
          <a:lstStyle/>
          <a:p>
            <a:pPr rtl="0"/>
            <a:r>
              <a:rPr lang="pl-PL" sz="5000" dirty="0" err="1">
                <a:latin typeface="Tenorite" panose="00000500000000000000" pitchFamily="2" charset="0"/>
              </a:rPr>
              <a:t>Exercise</a:t>
            </a:r>
            <a:r>
              <a:rPr lang="pl-PL" sz="5000" dirty="0">
                <a:latin typeface="Tenorite" panose="00000500000000000000" pitchFamily="2" charset="0"/>
              </a:rPr>
              <a:t> 4</a:t>
            </a: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MArketing</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22</a:t>
            </a:fld>
            <a:endParaRPr lang="pl-PL" sz="1100" noProof="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D6FB5783-20F6-7D18-F439-BAE14E16DEE1}"/>
              </a:ext>
            </a:extLst>
          </p:cNvPr>
          <p:cNvSpPr>
            <a:spLocks noGrp="1"/>
          </p:cNvSpPr>
          <p:nvPr>
            <p:ph type="body" sz="quarter" idx="13"/>
          </p:nvPr>
        </p:nvSpPr>
        <p:spPr>
          <a:xfrm>
            <a:off x="1996043" y="2589807"/>
            <a:ext cx="8200865" cy="3714208"/>
          </a:xfrm>
        </p:spPr>
        <p:txBody>
          <a:bodyPr rtlCol="0">
            <a:noAutofit/>
          </a:bodyPr>
          <a:lstStyle/>
          <a:p>
            <a:pPr marL="342900" indent="-342900" algn="just" rtl="0">
              <a:lnSpc>
                <a:spcPct val="120000"/>
              </a:lnSpc>
              <a:spcAft>
                <a:spcPts val="1200"/>
              </a:spcAft>
              <a:buClr>
                <a:srgbClr val="663300"/>
              </a:buClr>
              <a:buFont typeface="Arial" panose="020B0604020202020204" pitchFamily="34" charset="0"/>
              <a:buChar char="•"/>
            </a:pPr>
            <a:r>
              <a:rPr lang="en-US" sz="1900" dirty="0">
                <a:solidFill>
                  <a:srgbClr val="663300"/>
                </a:solidFill>
                <a:latin typeface="Tenorite" panose="00000500000000000000" pitchFamily="2" charset="0"/>
              </a:rPr>
              <a:t>Following are the statements pertaining to functions performed in marketing. Identify the function of marketing from each statement</a:t>
            </a:r>
          </a:p>
          <a:p>
            <a:pPr marL="1062900" lvl="2" indent="-342900" algn="just">
              <a:lnSpc>
                <a:spcPct val="100000"/>
              </a:lnSpc>
              <a:buClr>
                <a:srgbClr val="663300"/>
              </a:buClr>
              <a:buFont typeface="Wingdings" panose="05000000000000000000" pitchFamily="2" charset="2"/>
              <a:buChar char="§"/>
            </a:pPr>
            <a:r>
              <a:rPr lang="en-US" sz="1800" dirty="0">
                <a:solidFill>
                  <a:srgbClr val="663300"/>
                </a:solidFill>
                <a:latin typeface="Tenorite" panose="00000500000000000000" pitchFamily="2" charset="0"/>
              </a:rPr>
              <a:t>Physical movement of goods from one place to another</a:t>
            </a:r>
          </a:p>
          <a:p>
            <a:pPr marL="1062900" lvl="2" indent="-342900" algn="just">
              <a:lnSpc>
                <a:spcPct val="100000"/>
              </a:lnSpc>
              <a:buClr>
                <a:srgbClr val="663300"/>
              </a:buClr>
              <a:buFont typeface="Wingdings" panose="05000000000000000000" pitchFamily="2" charset="2"/>
              <a:buChar char="§"/>
            </a:pPr>
            <a:r>
              <a:rPr lang="en-US" sz="1800" dirty="0">
                <a:solidFill>
                  <a:srgbClr val="663300"/>
                </a:solidFill>
                <a:latin typeface="Tenorite" panose="00000500000000000000" pitchFamily="2" charset="0"/>
              </a:rPr>
              <a:t>Holding and preserving goods from the time of their procurement or production till the time of their sale</a:t>
            </a:r>
          </a:p>
          <a:p>
            <a:pPr marL="1062900" lvl="2" indent="-342900" algn="just">
              <a:lnSpc>
                <a:spcPct val="100000"/>
              </a:lnSpc>
              <a:buClr>
                <a:srgbClr val="663300"/>
              </a:buClr>
              <a:buFont typeface="Wingdings" panose="05000000000000000000" pitchFamily="2" charset="2"/>
              <a:buChar char="§"/>
            </a:pPr>
            <a:r>
              <a:rPr lang="en-US" sz="1800" dirty="0">
                <a:solidFill>
                  <a:srgbClr val="663300"/>
                </a:solidFill>
                <a:latin typeface="Tenorite" panose="00000500000000000000" pitchFamily="2" charset="0"/>
              </a:rPr>
              <a:t>Collection and analysis of relevant facts to solve marketing problems</a:t>
            </a:r>
          </a:p>
          <a:p>
            <a:pPr marL="1062900" lvl="2" indent="-342900" algn="just">
              <a:lnSpc>
                <a:spcPct val="100000"/>
              </a:lnSpc>
              <a:buClr>
                <a:srgbClr val="663300"/>
              </a:buClr>
              <a:buFont typeface="Wingdings" panose="05000000000000000000" pitchFamily="2" charset="2"/>
              <a:buChar char="§"/>
            </a:pPr>
            <a:r>
              <a:rPr lang="en-US" sz="1800" dirty="0">
                <a:solidFill>
                  <a:srgbClr val="663300"/>
                </a:solidFill>
                <a:latin typeface="Tenorite" panose="00000500000000000000" pitchFamily="2" charset="0"/>
              </a:rPr>
              <a:t>This include advertising, personal selling, sales promotion and publicity</a:t>
            </a:r>
          </a:p>
          <a:p>
            <a:pPr marL="1062900" lvl="2" indent="-342900" algn="just">
              <a:lnSpc>
                <a:spcPct val="100000"/>
              </a:lnSpc>
              <a:buClr>
                <a:srgbClr val="663300"/>
              </a:buClr>
              <a:buFont typeface="Wingdings" panose="05000000000000000000" pitchFamily="2" charset="2"/>
              <a:buChar char="§"/>
            </a:pPr>
            <a:r>
              <a:rPr lang="en-US" sz="1800" dirty="0">
                <a:solidFill>
                  <a:srgbClr val="663300"/>
                </a:solidFill>
                <a:latin typeface="Tenorite" panose="00000500000000000000" pitchFamily="2" charset="0"/>
              </a:rPr>
              <a:t>Separating products into different classes on the basis of certain predetermined standards</a:t>
            </a:r>
          </a:p>
        </p:txBody>
      </p:sp>
    </p:spTree>
    <p:extLst>
      <p:ext uri="{BB962C8B-B14F-4D97-AF65-F5344CB8AC3E}">
        <p14:creationId xmlns:p14="http://schemas.microsoft.com/office/powerpoint/2010/main" val="37253704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2984863" y="553986"/>
            <a:ext cx="6222272" cy="1453003"/>
          </a:xfrm>
        </p:spPr>
        <p:txBody>
          <a:bodyPr wrap="square" rtlCol="0" anchor="b">
            <a:normAutofit fontScale="90000"/>
          </a:bodyPr>
          <a:lstStyle/>
          <a:p>
            <a:pPr rtl="0"/>
            <a:r>
              <a:rPr lang="en-US" sz="5000" dirty="0">
                <a:latin typeface="Tenorite" panose="00000500000000000000" pitchFamily="2" charset="0"/>
              </a:rPr>
              <a:t>Objectives of marketing</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MArketing</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23</a:t>
            </a:fld>
            <a:endParaRPr lang="pl-PL" sz="1100" noProof="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D6FB5783-20F6-7D18-F439-BAE14E16DEE1}"/>
              </a:ext>
            </a:extLst>
          </p:cNvPr>
          <p:cNvSpPr>
            <a:spLocks noGrp="1"/>
          </p:cNvSpPr>
          <p:nvPr>
            <p:ph type="body" sz="quarter" idx="13"/>
          </p:nvPr>
        </p:nvSpPr>
        <p:spPr>
          <a:xfrm>
            <a:off x="2300021" y="2935807"/>
            <a:ext cx="7591955" cy="3075527"/>
          </a:xfrm>
        </p:spPr>
        <p:txBody>
          <a:bodyPr rtlCol="0">
            <a:noAutofit/>
          </a:bodyPr>
          <a:lstStyle/>
          <a:p>
            <a:pPr marL="457200" indent="-457200" algn="just" rtl="0">
              <a:lnSpc>
                <a:spcPct val="120000"/>
              </a:lnSpc>
              <a:buClr>
                <a:srgbClr val="663300"/>
              </a:buClr>
              <a:buFont typeface="Arial" panose="020B0604020202020204" pitchFamily="34" charset="0"/>
              <a:buChar char="•"/>
            </a:pPr>
            <a:r>
              <a:rPr lang="en-US" sz="2500" dirty="0">
                <a:solidFill>
                  <a:srgbClr val="663300"/>
                </a:solidFill>
                <a:latin typeface="Tenorite" panose="00000500000000000000" pitchFamily="2" charset="0"/>
              </a:rPr>
              <a:t>Provide satisfaction to customers</a:t>
            </a:r>
          </a:p>
          <a:p>
            <a:pPr marL="457200" indent="-457200" algn="just" rtl="0">
              <a:lnSpc>
                <a:spcPct val="120000"/>
              </a:lnSpc>
              <a:buClr>
                <a:srgbClr val="663300"/>
              </a:buClr>
              <a:buFont typeface="Arial" panose="020B0604020202020204" pitchFamily="34" charset="0"/>
              <a:buChar char="•"/>
            </a:pPr>
            <a:r>
              <a:rPr lang="en-US" sz="2500" dirty="0">
                <a:solidFill>
                  <a:srgbClr val="663300"/>
                </a:solidFill>
                <a:latin typeface="Tenorite" panose="00000500000000000000" pitchFamily="2" charset="0"/>
              </a:rPr>
              <a:t>Increase in demand </a:t>
            </a:r>
          </a:p>
          <a:p>
            <a:pPr marL="457200" indent="-457200" algn="just" rtl="0">
              <a:lnSpc>
                <a:spcPct val="120000"/>
              </a:lnSpc>
              <a:buClr>
                <a:srgbClr val="663300"/>
              </a:buClr>
              <a:buFont typeface="Arial" panose="020B0604020202020204" pitchFamily="34" charset="0"/>
              <a:buChar char="•"/>
            </a:pPr>
            <a:r>
              <a:rPr lang="en-US" sz="2500" dirty="0">
                <a:solidFill>
                  <a:srgbClr val="663300"/>
                </a:solidFill>
                <a:latin typeface="Tenorite" panose="00000500000000000000" pitchFamily="2" charset="0"/>
              </a:rPr>
              <a:t>Generate profitable sales volume </a:t>
            </a:r>
          </a:p>
          <a:p>
            <a:pPr marL="457200" indent="-457200" algn="just" rtl="0">
              <a:lnSpc>
                <a:spcPct val="120000"/>
              </a:lnSpc>
              <a:buClr>
                <a:srgbClr val="663300"/>
              </a:buClr>
              <a:buFont typeface="Arial" panose="020B0604020202020204" pitchFamily="34" charset="0"/>
              <a:buChar char="•"/>
            </a:pPr>
            <a:r>
              <a:rPr lang="en-US" sz="2500" dirty="0">
                <a:solidFill>
                  <a:srgbClr val="663300"/>
                </a:solidFill>
                <a:latin typeface="Tenorite" panose="00000500000000000000" pitchFamily="2" charset="0"/>
              </a:rPr>
              <a:t>Provide better quality product to the customers </a:t>
            </a:r>
          </a:p>
          <a:p>
            <a:pPr marL="457200" indent="-457200" algn="just" rtl="0">
              <a:lnSpc>
                <a:spcPct val="120000"/>
              </a:lnSpc>
              <a:buClr>
                <a:srgbClr val="663300"/>
              </a:buClr>
              <a:buFont typeface="Arial" panose="020B0604020202020204" pitchFamily="34" charset="0"/>
              <a:buChar char="•"/>
            </a:pPr>
            <a:r>
              <a:rPr lang="en-US" sz="2500" dirty="0">
                <a:solidFill>
                  <a:srgbClr val="663300"/>
                </a:solidFill>
                <a:latin typeface="Tenorite" panose="00000500000000000000" pitchFamily="2" charset="0"/>
              </a:rPr>
              <a:t>Create goodwill for the organization</a:t>
            </a:r>
          </a:p>
        </p:txBody>
      </p:sp>
    </p:spTree>
    <p:extLst>
      <p:ext uri="{BB962C8B-B14F-4D97-AF65-F5344CB8AC3E}">
        <p14:creationId xmlns:p14="http://schemas.microsoft.com/office/powerpoint/2010/main" val="16141718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2984863" y="553986"/>
            <a:ext cx="6222272" cy="1453003"/>
          </a:xfrm>
        </p:spPr>
        <p:txBody>
          <a:bodyPr wrap="square" rtlCol="0" anchor="b">
            <a:normAutofit fontScale="90000"/>
          </a:bodyPr>
          <a:lstStyle/>
          <a:p>
            <a:pPr rtl="0"/>
            <a:r>
              <a:rPr lang="en-US" sz="5000" dirty="0">
                <a:latin typeface="Tenorite" panose="00000500000000000000" pitchFamily="2" charset="0"/>
              </a:rPr>
              <a:t>Functions performed </a:t>
            </a:r>
            <a:br>
              <a:rPr lang="pl-PL" sz="5000" dirty="0">
                <a:latin typeface="Tenorite" panose="00000500000000000000" pitchFamily="2" charset="0"/>
              </a:rPr>
            </a:br>
            <a:r>
              <a:rPr lang="en-US" sz="5000" dirty="0">
                <a:latin typeface="Tenorite" panose="00000500000000000000" pitchFamily="2" charset="0"/>
              </a:rPr>
              <a:t>in marketing</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MArketing</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24</a:t>
            </a:fld>
            <a:endParaRPr lang="pl-PL" sz="1100" noProof="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D6FB5783-20F6-7D18-F439-BAE14E16DEE1}"/>
              </a:ext>
            </a:extLst>
          </p:cNvPr>
          <p:cNvSpPr>
            <a:spLocks noGrp="1"/>
          </p:cNvSpPr>
          <p:nvPr>
            <p:ph type="body" sz="quarter" idx="13"/>
          </p:nvPr>
        </p:nvSpPr>
        <p:spPr>
          <a:xfrm>
            <a:off x="2166009" y="2817274"/>
            <a:ext cx="7859979" cy="3075527"/>
          </a:xfrm>
        </p:spPr>
        <p:txBody>
          <a:bodyPr rtlCol="0">
            <a:noAutofit/>
          </a:bodyPr>
          <a:lstStyle/>
          <a:p>
            <a:pPr marL="457200" indent="-457200" algn="just" rtl="0">
              <a:lnSpc>
                <a:spcPct val="120000"/>
              </a:lnSpc>
              <a:buClr>
                <a:srgbClr val="663300"/>
              </a:buClr>
              <a:buFont typeface="Arial" panose="020B0604020202020204" pitchFamily="34" charset="0"/>
              <a:buChar char="•"/>
            </a:pPr>
            <a:r>
              <a:rPr lang="en-US" sz="2200" b="1" dirty="0">
                <a:solidFill>
                  <a:srgbClr val="663300"/>
                </a:solidFill>
                <a:latin typeface="Tenorite" panose="00000500000000000000" pitchFamily="2" charset="0"/>
              </a:rPr>
              <a:t>Transportation</a:t>
            </a:r>
            <a:r>
              <a:rPr lang="en-US" sz="2200" dirty="0">
                <a:solidFill>
                  <a:srgbClr val="663300"/>
                </a:solidFill>
                <a:latin typeface="Tenorite" panose="00000500000000000000" pitchFamily="2" charset="0"/>
              </a:rPr>
              <a:t> - physical movement of goods from one place to another</a:t>
            </a:r>
          </a:p>
          <a:p>
            <a:pPr marL="457200" indent="-457200" algn="just" rtl="0">
              <a:lnSpc>
                <a:spcPct val="120000"/>
              </a:lnSpc>
              <a:buClr>
                <a:srgbClr val="663300"/>
              </a:buClr>
              <a:buFont typeface="Arial" panose="020B0604020202020204" pitchFamily="34" charset="0"/>
              <a:buChar char="•"/>
            </a:pPr>
            <a:r>
              <a:rPr lang="en-US" sz="2200" b="1" dirty="0">
                <a:solidFill>
                  <a:srgbClr val="663300"/>
                </a:solidFill>
                <a:latin typeface="Tenorite" panose="00000500000000000000" pitchFamily="2" charset="0"/>
              </a:rPr>
              <a:t>Storage and Warehousing </a:t>
            </a:r>
            <a:r>
              <a:rPr lang="en-US" sz="2200" dirty="0">
                <a:solidFill>
                  <a:srgbClr val="663300"/>
                </a:solidFill>
                <a:latin typeface="Tenorite" panose="00000500000000000000" pitchFamily="2" charset="0"/>
              </a:rPr>
              <a:t>- holding and preserving goods from the time of their procurement or production till the time of their sale</a:t>
            </a:r>
          </a:p>
          <a:p>
            <a:pPr marL="457200" indent="-457200" algn="just" rtl="0">
              <a:lnSpc>
                <a:spcPct val="120000"/>
              </a:lnSpc>
              <a:buClr>
                <a:srgbClr val="663300"/>
              </a:buClr>
              <a:buFont typeface="Arial" panose="020B0604020202020204" pitchFamily="34" charset="0"/>
              <a:buChar char="•"/>
            </a:pPr>
            <a:r>
              <a:rPr lang="en-US" sz="2200" b="1" dirty="0">
                <a:solidFill>
                  <a:srgbClr val="663300"/>
                </a:solidFill>
                <a:latin typeface="Tenorite" panose="00000500000000000000" pitchFamily="2" charset="0"/>
              </a:rPr>
              <a:t>Marketing research </a:t>
            </a:r>
            <a:r>
              <a:rPr lang="en-US" sz="2200" dirty="0">
                <a:solidFill>
                  <a:srgbClr val="663300"/>
                </a:solidFill>
                <a:latin typeface="Tenorite" panose="00000500000000000000" pitchFamily="2" charset="0"/>
              </a:rPr>
              <a:t>- collection and analysis of relevant facts to solve marketing problems</a:t>
            </a:r>
          </a:p>
          <a:p>
            <a:pPr marL="457200" indent="-457200" algn="just" rtl="0">
              <a:lnSpc>
                <a:spcPct val="120000"/>
              </a:lnSpc>
              <a:buClr>
                <a:srgbClr val="663300"/>
              </a:buClr>
              <a:buFont typeface="Arial" panose="020B0604020202020204" pitchFamily="34" charset="0"/>
              <a:buChar char="•"/>
            </a:pPr>
            <a:endParaRPr lang="en-US" sz="2200" dirty="0">
              <a:solidFill>
                <a:srgbClr val="663300"/>
              </a:solidFill>
              <a:latin typeface="Tenorite" panose="00000500000000000000" pitchFamily="2" charset="0"/>
            </a:endParaRPr>
          </a:p>
        </p:txBody>
      </p:sp>
    </p:spTree>
    <p:extLst>
      <p:ext uri="{BB962C8B-B14F-4D97-AF65-F5344CB8AC3E}">
        <p14:creationId xmlns:p14="http://schemas.microsoft.com/office/powerpoint/2010/main" val="27605267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C543F67-9C70-4748-8C0C-3A7863422F99}"/>
              </a:ext>
            </a:extLst>
          </p:cNvPr>
          <p:cNvSpPr>
            <a:spLocks noGrp="1"/>
          </p:cNvSpPr>
          <p:nvPr>
            <p:ph type="title"/>
          </p:nvPr>
        </p:nvSpPr>
        <p:spPr>
          <a:xfrm>
            <a:off x="2984863" y="553986"/>
            <a:ext cx="6222272" cy="1453003"/>
          </a:xfrm>
        </p:spPr>
        <p:txBody>
          <a:bodyPr wrap="square" rtlCol="0" anchor="b">
            <a:normAutofit fontScale="90000"/>
          </a:bodyPr>
          <a:lstStyle/>
          <a:p>
            <a:pPr rtl="0"/>
            <a:r>
              <a:rPr lang="en-US" sz="5000" dirty="0">
                <a:latin typeface="Tenorite" panose="00000500000000000000" pitchFamily="2" charset="0"/>
              </a:rPr>
              <a:t>Functions performed </a:t>
            </a:r>
            <a:br>
              <a:rPr lang="pl-PL" sz="5000" dirty="0">
                <a:latin typeface="Tenorite" panose="00000500000000000000" pitchFamily="2" charset="0"/>
              </a:rPr>
            </a:br>
            <a:r>
              <a:rPr lang="en-US" sz="5000" dirty="0">
                <a:latin typeface="Tenorite" panose="00000500000000000000" pitchFamily="2" charset="0"/>
              </a:rPr>
              <a:t>in marketing</a:t>
            </a:r>
            <a:endParaRPr lang="pl-PL" sz="5000" dirty="0">
              <a:latin typeface="Tenorite" panose="00000500000000000000" pitchFamily="2" charset="0"/>
            </a:endParaRPr>
          </a:p>
        </p:txBody>
      </p:sp>
      <p:sp>
        <p:nvSpPr>
          <p:cNvPr id="4" name="Symbol zastępczy daty 3">
            <a:extLst>
              <a:ext uri="{FF2B5EF4-FFF2-40B4-BE49-F238E27FC236}">
                <a16:creationId xmlns:a16="http://schemas.microsoft.com/office/drawing/2014/main" id="{BCD7EDC6-D0E1-4204-95CA-8F2358DD90DD}"/>
              </a:ext>
            </a:extLst>
          </p:cNvPr>
          <p:cNvSpPr>
            <a:spLocks noGrp="1"/>
          </p:cNvSpPr>
          <p:nvPr>
            <p:ph type="dt" sz="half" idx="10"/>
          </p:nvPr>
        </p:nvSpPr>
        <p:spPr/>
        <p:txBody>
          <a:bodyPr>
            <a:normAutofit/>
          </a:bodyPr>
          <a:lstStyle/>
          <a:p>
            <a:pPr rtl="0"/>
            <a:r>
              <a:rPr lang="pl-PL" sz="1100" noProof="0" dirty="0">
                <a:latin typeface="Tenorite" panose="00000500000000000000" pitchFamily="2" charset="0"/>
              </a:rPr>
              <a:t>Winter </a:t>
            </a:r>
            <a:r>
              <a:rPr lang="pl-PL" sz="1100" noProof="0" dirty="0" err="1">
                <a:latin typeface="Tenorite" panose="00000500000000000000" pitchFamily="2" charset="0"/>
              </a:rPr>
              <a:t>semester</a:t>
            </a:r>
            <a:r>
              <a:rPr lang="pl-PL" sz="1100" noProof="0" dirty="0">
                <a:latin typeface="Tenorite" panose="00000500000000000000" pitchFamily="2" charset="0"/>
              </a:rPr>
              <a:t> 2025/2026</a:t>
            </a:r>
          </a:p>
        </p:txBody>
      </p:sp>
      <p:sp>
        <p:nvSpPr>
          <p:cNvPr id="5" name="Symbol zastępczy stopki 4">
            <a:extLst>
              <a:ext uri="{FF2B5EF4-FFF2-40B4-BE49-F238E27FC236}">
                <a16:creationId xmlns:a16="http://schemas.microsoft.com/office/drawing/2014/main" id="{219149CD-1195-4155-A0B5-7452D2D99F99}"/>
              </a:ext>
            </a:extLst>
          </p:cNvPr>
          <p:cNvSpPr>
            <a:spLocks noGrp="1"/>
          </p:cNvSpPr>
          <p:nvPr>
            <p:ph type="ftr" sz="quarter" idx="11"/>
          </p:nvPr>
        </p:nvSpPr>
        <p:spPr/>
        <p:txBody>
          <a:bodyPr/>
          <a:lstStyle/>
          <a:p>
            <a:pPr rtl="0"/>
            <a:r>
              <a:rPr lang="pl-PL" sz="1100" dirty="0" err="1">
                <a:solidFill>
                  <a:srgbClr val="5E5441"/>
                </a:solidFill>
                <a:latin typeface="Tenorite" panose="00000500000000000000" pitchFamily="2" charset="0"/>
              </a:rPr>
              <a:t>MArketing</a:t>
            </a:r>
            <a:endParaRPr lang="pl-PL" sz="1100" dirty="0">
              <a:solidFill>
                <a:srgbClr val="5E5441"/>
              </a:solidFill>
              <a:latin typeface="Tenorite" panose="00000500000000000000" pitchFamily="2" charset="0"/>
            </a:endParaRPr>
          </a:p>
        </p:txBody>
      </p:sp>
      <p:sp>
        <p:nvSpPr>
          <p:cNvPr id="6" name="Symbol zastępczy numeru slajdu 5">
            <a:extLst>
              <a:ext uri="{FF2B5EF4-FFF2-40B4-BE49-F238E27FC236}">
                <a16:creationId xmlns:a16="http://schemas.microsoft.com/office/drawing/2014/main" id="{78B19343-D17D-49E6-B476-1593D05FCAE5}"/>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25</a:t>
            </a:fld>
            <a:endParaRPr lang="pl-PL" sz="1100" noProof="0" dirty="0">
              <a:latin typeface="Tenorite" panose="00000500000000000000" pitchFamily="2" charset="0"/>
            </a:endParaRPr>
          </a:p>
        </p:txBody>
      </p:sp>
      <p:sp>
        <p:nvSpPr>
          <p:cNvPr id="3" name="Zawartość — symbol zastępczy 2">
            <a:extLst>
              <a:ext uri="{FF2B5EF4-FFF2-40B4-BE49-F238E27FC236}">
                <a16:creationId xmlns:a16="http://schemas.microsoft.com/office/drawing/2014/main" id="{D6FB5783-20F6-7D18-F439-BAE14E16DEE1}"/>
              </a:ext>
            </a:extLst>
          </p:cNvPr>
          <p:cNvSpPr>
            <a:spLocks noGrp="1"/>
          </p:cNvSpPr>
          <p:nvPr>
            <p:ph type="body" sz="quarter" idx="13"/>
          </p:nvPr>
        </p:nvSpPr>
        <p:spPr>
          <a:xfrm>
            <a:off x="2575437" y="2994981"/>
            <a:ext cx="7041125" cy="2889259"/>
          </a:xfrm>
        </p:spPr>
        <p:txBody>
          <a:bodyPr rtlCol="0">
            <a:noAutofit/>
          </a:bodyPr>
          <a:lstStyle/>
          <a:p>
            <a:pPr marL="457200" indent="-457200" algn="just" rtl="0">
              <a:lnSpc>
                <a:spcPct val="120000"/>
              </a:lnSpc>
              <a:buClr>
                <a:srgbClr val="663300"/>
              </a:buClr>
              <a:buFont typeface="Arial" panose="020B0604020202020204" pitchFamily="34" charset="0"/>
              <a:buChar char="•"/>
            </a:pPr>
            <a:r>
              <a:rPr lang="en-US" sz="2200" b="1" dirty="0">
                <a:solidFill>
                  <a:srgbClr val="663300"/>
                </a:solidFill>
                <a:latin typeface="Tenorite" panose="00000500000000000000" pitchFamily="2" charset="0"/>
              </a:rPr>
              <a:t>Promotion of the product </a:t>
            </a:r>
            <a:r>
              <a:rPr lang="en-US" sz="2200" dirty="0">
                <a:solidFill>
                  <a:srgbClr val="663300"/>
                </a:solidFill>
                <a:latin typeface="Tenorite" panose="00000500000000000000" pitchFamily="2" charset="0"/>
              </a:rPr>
              <a:t>- this include advertising, personal selling, sales promotion and publicity</a:t>
            </a:r>
          </a:p>
          <a:p>
            <a:pPr marL="457200" indent="-457200" algn="just" rtl="0">
              <a:lnSpc>
                <a:spcPct val="120000"/>
              </a:lnSpc>
              <a:buClr>
                <a:srgbClr val="663300"/>
              </a:buClr>
              <a:buFont typeface="Arial" panose="020B0604020202020204" pitchFamily="34" charset="0"/>
              <a:buChar char="•"/>
            </a:pPr>
            <a:r>
              <a:rPr lang="en-US" sz="2200" b="1" dirty="0">
                <a:solidFill>
                  <a:srgbClr val="663300"/>
                </a:solidFill>
                <a:latin typeface="Tenorite" panose="00000500000000000000" pitchFamily="2" charset="0"/>
              </a:rPr>
              <a:t>Grading</a:t>
            </a:r>
            <a:r>
              <a:rPr lang="en-US" sz="2200" dirty="0">
                <a:solidFill>
                  <a:srgbClr val="663300"/>
                </a:solidFill>
                <a:latin typeface="Tenorite" panose="00000500000000000000" pitchFamily="2" charset="0"/>
              </a:rPr>
              <a:t> - separating products into different classes on the basis of certain predetermined standards</a:t>
            </a:r>
          </a:p>
          <a:p>
            <a:pPr algn="just" rtl="0">
              <a:lnSpc>
                <a:spcPct val="120000"/>
              </a:lnSpc>
              <a:buClr>
                <a:srgbClr val="663300"/>
              </a:buClr>
            </a:pPr>
            <a:endParaRPr lang="en-US" sz="2200" b="1" dirty="0">
              <a:solidFill>
                <a:srgbClr val="663300"/>
              </a:solidFill>
              <a:latin typeface="Tenorite" panose="00000500000000000000" pitchFamily="2" charset="0"/>
            </a:endParaRPr>
          </a:p>
        </p:txBody>
      </p:sp>
    </p:spTree>
    <p:extLst>
      <p:ext uri="{BB962C8B-B14F-4D97-AF65-F5344CB8AC3E}">
        <p14:creationId xmlns:p14="http://schemas.microsoft.com/office/powerpoint/2010/main" val="3065169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9FAE308-3076-43DB-B834-DA0B0AE19AF9}"/>
              </a:ext>
            </a:extLst>
          </p:cNvPr>
          <p:cNvSpPr>
            <a:spLocks noGrp="1"/>
          </p:cNvSpPr>
          <p:nvPr>
            <p:ph type="title"/>
          </p:nvPr>
        </p:nvSpPr>
        <p:spPr>
          <a:xfrm>
            <a:off x="7794707" y="536573"/>
            <a:ext cx="3856679" cy="1453003"/>
          </a:xfrm>
        </p:spPr>
        <p:txBody>
          <a:bodyPr wrap="square" rtlCol="0" anchor="b">
            <a:normAutofit/>
          </a:bodyPr>
          <a:lstStyle/>
          <a:p>
            <a:pPr rtl="0"/>
            <a:r>
              <a:rPr lang="pl-PL" dirty="0" err="1">
                <a:latin typeface="Tenorite" panose="00000500000000000000" pitchFamily="2" charset="0"/>
              </a:rPr>
              <a:t>Thank</a:t>
            </a:r>
            <a:r>
              <a:rPr lang="pl-PL" dirty="0">
                <a:latin typeface="Tenorite" panose="00000500000000000000" pitchFamily="2" charset="0"/>
              </a:rPr>
              <a:t> </a:t>
            </a:r>
            <a:r>
              <a:rPr lang="pl-PL" dirty="0" err="1">
                <a:latin typeface="Tenorite" panose="00000500000000000000" pitchFamily="2" charset="0"/>
              </a:rPr>
              <a:t>you</a:t>
            </a:r>
            <a:r>
              <a:rPr lang="pl-PL" dirty="0">
                <a:latin typeface="Tenorite" panose="00000500000000000000" pitchFamily="2" charset="0"/>
              </a:rPr>
              <a:t> for </a:t>
            </a:r>
            <a:r>
              <a:rPr lang="pl-PL" dirty="0" err="1">
                <a:latin typeface="Tenorite" panose="00000500000000000000" pitchFamily="2" charset="0"/>
              </a:rPr>
              <a:t>your</a:t>
            </a:r>
            <a:r>
              <a:rPr lang="pl-PL" dirty="0">
                <a:latin typeface="Tenorite" panose="00000500000000000000" pitchFamily="2" charset="0"/>
              </a:rPr>
              <a:t> </a:t>
            </a:r>
            <a:r>
              <a:rPr lang="pl-PL" dirty="0" err="1">
                <a:latin typeface="Tenorite" panose="00000500000000000000" pitchFamily="2" charset="0"/>
              </a:rPr>
              <a:t>attention</a:t>
            </a:r>
            <a:endParaRPr lang="pl-PL" dirty="0">
              <a:latin typeface="Tenorite" panose="00000500000000000000" pitchFamily="2" charset="0"/>
            </a:endParaRPr>
          </a:p>
        </p:txBody>
      </p:sp>
      <p:sp>
        <p:nvSpPr>
          <p:cNvPr id="4" name="Symbol zastępczy daty 3">
            <a:extLst>
              <a:ext uri="{FF2B5EF4-FFF2-40B4-BE49-F238E27FC236}">
                <a16:creationId xmlns:a16="http://schemas.microsoft.com/office/drawing/2014/main" id="{76668B0E-2FDB-42B1-9FBF-47CFF6003F4A}"/>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1100" b="0" i="0" u="none" strike="noStrike" kern="1200" cap="all" spc="200" normalizeH="0" baseline="0" noProof="0" dirty="0">
                <a:ln>
                  <a:noFill/>
                </a:ln>
                <a:solidFill>
                  <a:prstClr val="black">
                    <a:alpha val="60000"/>
                  </a:prstClr>
                </a:solidFill>
                <a:effectLst/>
                <a:uLnTx/>
                <a:uFillTx/>
                <a:latin typeface="Tenorite" panose="00000500000000000000" pitchFamily="2" charset="0"/>
                <a:ea typeface="+mn-ea"/>
                <a:cs typeface="Times New Roman" panose="02020603050405020304" pitchFamily="18" charset="0"/>
              </a:rPr>
              <a:t>Winter </a:t>
            </a:r>
            <a:r>
              <a:rPr kumimoji="0" lang="pl-PL" sz="1100" b="0" i="0" u="none" strike="noStrike" kern="1200" cap="all" spc="200" normalizeH="0" baseline="0" noProof="0" dirty="0" err="1">
                <a:ln>
                  <a:noFill/>
                </a:ln>
                <a:solidFill>
                  <a:prstClr val="black">
                    <a:alpha val="60000"/>
                  </a:prstClr>
                </a:solidFill>
                <a:effectLst/>
                <a:uLnTx/>
                <a:uFillTx/>
                <a:latin typeface="Tenorite" panose="00000500000000000000" pitchFamily="2" charset="0"/>
                <a:ea typeface="+mn-ea"/>
                <a:cs typeface="Times New Roman" panose="02020603050405020304" pitchFamily="18" charset="0"/>
              </a:rPr>
              <a:t>semester</a:t>
            </a:r>
            <a:r>
              <a:rPr kumimoji="0" lang="pl-PL" sz="1100" b="0" i="0" u="none" strike="noStrike" kern="1200" cap="all" spc="200" normalizeH="0" baseline="0" noProof="0" dirty="0">
                <a:ln>
                  <a:noFill/>
                </a:ln>
                <a:solidFill>
                  <a:prstClr val="black">
                    <a:alpha val="60000"/>
                  </a:prstClr>
                </a:solidFill>
                <a:effectLst/>
                <a:uLnTx/>
                <a:uFillTx/>
                <a:latin typeface="Tenorite" panose="00000500000000000000" pitchFamily="2" charset="0"/>
                <a:ea typeface="+mn-ea"/>
                <a:cs typeface="Times New Roman" panose="02020603050405020304" pitchFamily="18" charset="0"/>
              </a:rPr>
              <a:t> 2025/2026</a:t>
            </a:r>
          </a:p>
        </p:txBody>
      </p:sp>
      <p:sp>
        <p:nvSpPr>
          <p:cNvPr id="5" name="Symbol zastępczy stopki 4">
            <a:extLst>
              <a:ext uri="{FF2B5EF4-FFF2-40B4-BE49-F238E27FC236}">
                <a16:creationId xmlns:a16="http://schemas.microsoft.com/office/drawing/2014/main" id="{40CD61CF-D74B-4BA8-9203-75CCDE2E3FC8}"/>
              </a:ext>
            </a:extLst>
          </p:cNvPr>
          <p:cNvSpPr>
            <a:spLocks noGrp="1"/>
          </p:cNvSpPr>
          <p:nvPr>
            <p:ph type="ftr" sz="quarter" idx="11"/>
          </p:nvPr>
        </p:nvSpPr>
        <p:spPr/>
        <p:txBody>
          <a:bodyPr/>
          <a:lstStyle/>
          <a:p>
            <a:pPr rtl="0"/>
            <a:r>
              <a:rPr lang="pl-PL" sz="1100" dirty="0">
                <a:solidFill>
                  <a:srgbClr val="5E5441"/>
                </a:solidFill>
                <a:latin typeface="Tenorite" panose="00000500000000000000" pitchFamily="2" charset="0"/>
              </a:rPr>
              <a:t>Marketing</a:t>
            </a:r>
          </a:p>
        </p:txBody>
      </p:sp>
      <p:sp>
        <p:nvSpPr>
          <p:cNvPr id="6" name="Symbol zastępczy numeru slajdu 5">
            <a:extLst>
              <a:ext uri="{FF2B5EF4-FFF2-40B4-BE49-F238E27FC236}">
                <a16:creationId xmlns:a16="http://schemas.microsoft.com/office/drawing/2014/main" id="{CB72DABE-154C-498B-844F-DA32A156E7F4}"/>
              </a:ext>
            </a:extLst>
          </p:cNvPr>
          <p:cNvSpPr>
            <a:spLocks noGrp="1"/>
          </p:cNvSpPr>
          <p:nvPr>
            <p:ph type="sldNum" sz="quarter" idx="12"/>
          </p:nvPr>
        </p:nvSpPr>
        <p:spPr/>
        <p:txBody>
          <a:bodyPr/>
          <a:lstStyle/>
          <a:p>
            <a:pPr rtl="0"/>
            <a:fld id="{294A09A9-5501-47C1-A89A-A340965A2BE2}" type="slidenum">
              <a:rPr lang="pl-PL" sz="1100" noProof="0" smtClean="0">
                <a:latin typeface="Tenorite" panose="00000500000000000000" pitchFamily="2" charset="0"/>
              </a:rPr>
              <a:t>26</a:t>
            </a:fld>
            <a:endParaRPr lang="pl-PL" noProof="0" dirty="0">
              <a:latin typeface="Tenorite" panose="00000500000000000000" pitchFamily="2" charset="0"/>
            </a:endParaRPr>
          </a:p>
        </p:txBody>
      </p:sp>
      <p:pic>
        <p:nvPicPr>
          <p:cNvPr id="7" name="Grafika 6" descr="Znacznik wyboru z wypełnieniem pełnym">
            <a:extLst>
              <a:ext uri="{FF2B5EF4-FFF2-40B4-BE49-F238E27FC236}">
                <a16:creationId xmlns:a16="http://schemas.microsoft.com/office/drawing/2014/main" id="{CEBA48F0-FBF3-E162-CB95-288ADA9A40F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265846" y="3570006"/>
            <a:ext cx="914400" cy="914400"/>
          </a:xfrm>
          <a:prstGeom prst="rect">
            <a:avLst/>
          </a:prstGeom>
        </p:spPr>
      </p:pic>
    </p:spTree>
    <p:extLst>
      <p:ext uri="{BB962C8B-B14F-4D97-AF65-F5344CB8AC3E}">
        <p14:creationId xmlns:p14="http://schemas.microsoft.com/office/powerpoint/2010/main" val="3103683689"/>
      </p:ext>
    </p:extLst>
  </p:cSld>
  <p:clrMapOvr>
    <a:masterClrMapping/>
  </p:clrMapOvr>
</p:sld>
</file>

<file path=ppt/theme/theme1.xml><?xml version="1.0" encoding="utf-8"?>
<a:theme xmlns:a="http://schemas.openxmlformats.org/drawingml/2006/main" name="FrostyVTI">
  <a:themeElements>
    <a:clrScheme name="Niestandardowy 21">
      <a:dk1>
        <a:sysClr val="windowText" lastClr="000000"/>
      </a:dk1>
      <a:lt1>
        <a:sysClr val="window" lastClr="FFFFFF"/>
      </a:lt1>
      <a:dk2>
        <a:srgbClr val="39302A"/>
      </a:dk2>
      <a:lt2>
        <a:srgbClr val="D7BF95"/>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Candara">
      <a:majorFont>
        <a:latin typeface="Candara" panose="020E0502030303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ndara" panose="020E0502030303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52848536_TF11158769_Win32" id="{3AF82E72-8752-4FE9-8BC4-FCF6E5881B39}" vid="{4CAADE4C-DE4C-483F-9283-0B3CBE44827D}"/>
    </a:ext>
  </a:extLst>
</a:theme>
</file>

<file path=ppt/theme/theme2.xml><?xml version="1.0" encoding="utf-8"?>
<a:theme xmlns:a="http://schemas.openxmlformats.org/drawingml/2006/main" name="Motyw pakietu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Motyw pakietu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B16A5C6CBCEA1B4380397E98D9AF306E" ma:contentTypeVersion="3" ma:contentTypeDescription="Utwórz nowy dokument." ma:contentTypeScope="" ma:versionID="778144d80a1999da162ac662f825c2c5">
  <xsd:schema xmlns:xsd="http://www.w3.org/2001/XMLSchema" xmlns:xs="http://www.w3.org/2001/XMLSchema" xmlns:p="http://schemas.microsoft.com/office/2006/metadata/properties" xmlns:ns2="74d0b6ec-ebf6-45c9-ba31-30d50b17e98f" targetNamespace="http://schemas.microsoft.com/office/2006/metadata/properties" ma:root="true" ma:fieldsID="620183f7246a9b8f5a036504d13b15a5" ns2:_="">
    <xsd:import namespace="74d0b6ec-ebf6-45c9-ba31-30d50b17e98f"/>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4d0b6ec-ebf6-45c9-ba31-30d50b17e98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 zawartości"/>
        <xsd:element ref="dc:title" minOccurs="0" maxOccurs="1" ma:index="4" ma:displayName="Tytuł"/>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EF42E7B-B644-4F1E-A8E3-0B2F9A057168}"/>
</file>

<file path=customXml/itemProps2.xml><?xml version="1.0" encoding="utf-8"?>
<ds:datastoreItem xmlns:ds="http://schemas.openxmlformats.org/officeDocument/2006/customXml" ds:itemID="{61CF82A0-F4E3-45B7-AF6D-1D89198889C4}">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3.xml><?xml version="1.0" encoding="utf-8"?>
<ds:datastoreItem xmlns:ds="http://schemas.openxmlformats.org/officeDocument/2006/customXml" ds:itemID="{D1309999-888E-44BA-A188-888AF21B1F1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Projekt Mroźny</Template>
  <TotalTime>2695</TotalTime>
  <Words>1582</Words>
  <Application>Microsoft Office PowerPoint</Application>
  <PresentationFormat>Widescreen</PresentationFormat>
  <Paragraphs>229</Paragraphs>
  <Slides>26</Slides>
  <Notes>26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Tenorite</vt:lpstr>
      <vt:lpstr>Arial</vt:lpstr>
      <vt:lpstr>Calibri</vt:lpstr>
      <vt:lpstr>Candara</vt:lpstr>
      <vt:lpstr>Times New Roman</vt:lpstr>
      <vt:lpstr>Wingdings</vt:lpstr>
      <vt:lpstr>FrostyVTI</vt:lpstr>
      <vt:lpstr>Introduction  to management</vt:lpstr>
      <vt:lpstr>What is marketing? 1/4</vt:lpstr>
      <vt:lpstr>What is marketing? 2/4</vt:lpstr>
      <vt:lpstr>What is marketing? 3/4</vt:lpstr>
      <vt:lpstr>What is marketing? 4/4</vt:lpstr>
      <vt:lpstr>Traditional and modern concept of marketing</vt:lpstr>
      <vt:lpstr>Traditional concept  of marketing</vt:lpstr>
      <vt:lpstr>Traditional concept  of marketing</vt:lpstr>
      <vt:lpstr>Modern concept  of marketing</vt:lpstr>
      <vt:lpstr>Modern concept  of marketing</vt:lpstr>
      <vt:lpstr>Modern concept  of marketing</vt:lpstr>
      <vt:lpstr>Exercise 1</vt:lpstr>
      <vt:lpstr>Exercise 1</vt:lpstr>
      <vt:lpstr>Difference between marketing and selling</vt:lpstr>
      <vt:lpstr>A few relevant terms  of marketing</vt:lpstr>
      <vt:lpstr>A few relevant terms  of marketing</vt:lpstr>
      <vt:lpstr>A few relevant terms  of marketing</vt:lpstr>
      <vt:lpstr>Exercise 2</vt:lpstr>
      <vt:lpstr>Exercise 2</vt:lpstr>
      <vt:lpstr>Objectives/functions  of marketing</vt:lpstr>
      <vt:lpstr>Exercise 3</vt:lpstr>
      <vt:lpstr>Exercise 4</vt:lpstr>
      <vt:lpstr>Objectives of marketing</vt:lpstr>
      <vt:lpstr>Functions performed  in marketing</vt:lpstr>
      <vt:lpstr>Functions performed  in marketing</vt:lpstr>
      <vt:lpstr>Thank you for your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management</dc:title>
  <dc:creator>Julia Głaszczka</dc:creator>
  <cp:lastModifiedBy>Julia Glaszczka</cp:lastModifiedBy>
  <cp:revision>73</cp:revision>
  <dcterms:created xsi:type="dcterms:W3CDTF">2022-09-23T12:53:53Z</dcterms:created>
  <dcterms:modified xsi:type="dcterms:W3CDTF">2025-11-07T13:39:07Z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0x010100B16A5C6CBCEA1B4380397E98D9AF306E</vt:lpwstr>
  </property>
</Properties>
</file>
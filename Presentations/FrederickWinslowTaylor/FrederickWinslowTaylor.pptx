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4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49261D-55D3-4FB6-B7BC-2DCABE356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71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0429" y="-60385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i="1" dirty="0">
                <a:solidFill>
                  <a:schemeClr val="tx1">
                    <a:lumMod val="95000"/>
                  </a:schemeClr>
                </a:solidFill>
              </a:rPr>
              <a:t>Frederick Winslow Taylor</a:t>
            </a:r>
            <a:endParaRPr lang="en-US" sz="287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82572" y="2811669"/>
            <a:ext cx="8126990" cy="1397951"/>
          </a:xfrm>
        </p:spPr>
        <p:txBody>
          <a:bodyPr>
            <a:normAutofit/>
          </a:bodyPr>
          <a:lstStyle/>
          <a:p>
            <a:pPr algn="r"/>
            <a:r>
              <a:rPr lang="en-US" sz="2800" dirty="0"/>
              <a:t>And his Influence on the Development of Modern Management</a:t>
            </a:r>
            <a:endParaRPr lang="en-US" sz="3600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EE33B08-81FA-4382-B929-AE226781934B}"/>
              </a:ext>
            </a:extLst>
          </p:cNvPr>
          <p:cNvSpPr txBox="1">
            <a:spLocks/>
          </p:cNvSpPr>
          <p:nvPr/>
        </p:nvSpPr>
        <p:spPr>
          <a:xfrm>
            <a:off x="9125309" y="6461185"/>
            <a:ext cx="2976113" cy="3968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dirty="0">
                <a:solidFill>
                  <a:schemeClr val="tx1">
                    <a:lumMod val="50000"/>
                  </a:schemeClr>
                </a:solidFill>
              </a:rPr>
              <a:t>prepared by Maksym </a:t>
            </a:r>
            <a:r>
              <a:rPr lang="en-US" sz="1800" dirty="0" err="1">
                <a:solidFill>
                  <a:schemeClr val="tx1">
                    <a:lumMod val="50000"/>
                  </a:schemeClr>
                </a:solidFill>
              </a:rPr>
              <a:t>Lysenkov</a:t>
            </a:r>
            <a:endParaRPr lang="en-US" sz="1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E03E23-94F2-4FEA-B2F2-D8A805F3E9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5" y="4988653"/>
            <a:ext cx="7114469" cy="1546371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Taylor studied work scientifically — not by intuition.</a:t>
            </a:r>
            <a:br>
              <a:rPr lang="en-US" sz="1800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He measured every movement to find the most efficient method.</a:t>
            </a:r>
            <a:br>
              <a:rPr lang="en-US" sz="1800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His goal: </a:t>
            </a:r>
            <a:r>
              <a:rPr lang="en-US" sz="1800" i="1" dirty="0">
                <a:solidFill>
                  <a:schemeClr val="tx1">
                    <a:lumMod val="95000"/>
                  </a:schemeClr>
                </a:solidFill>
              </a:rPr>
              <a:t>“the one best way”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 to perform every job.</a:t>
            </a:r>
            <a:endParaRPr lang="en-US" sz="4800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28173F-6729-4D33-9856-A42F0DCC7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49" y="175377"/>
            <a:ext cx="7114469" cy="1546371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tx1"/>
                </a:solidFill>
              </a:rPr>
              <a:t>Main Achievements &amp; Legacy</a:t>
            </a:r>
            <a:endParaRPr lang="en-US" sz="34400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1FCE8E6-2420-4997-A4D0-26D860E94072}"/>
              </a:ext>
            </a:extLst>
          </p:cNvPr>
          <p:cNvSpPr txBox="1">
            <a:spLocks/>
          </p:cNvSpPr>
          <p:nvPr/>
        </p:nvSpPr>
        <p:spPr>
          <a:xfrm>
            <a:off x="1117874" y="1498450"/>
            <a:ext cx="7114469" cy="279142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ru-UA" sz="2400" dirty="0"/>
              <a:t>    </a:t>
            </a:r>
            <a:r>
              <a:rPr lang="en-US" sz="2400" dirty="0"/>
              <a:t>Published </a:t>
            </a:r>
            <a:r>
              <a:rPr lang="en-US" sz="2400" i="1" dirty="0"/>
              <a:t>“The Principles of Scientific Management”</a:t>
            </a:r>
            <a:r>
              <a:rPr lang="en-US" sz="2400" dirty="0"/>
              <a:t> in 1911.</a:t>
            </a:r>
            <a:br>
              <a:rPr lang="en-US" sz="2400" dirty="0"/>
            </a:br>
            <a:r>
              <a:rPr lang="ru-UA" sz="2400" dirty="0"/>
              <a:t>    </a:t>
            </a:r>
            <a:r>
              <a:rPr lang="en-US" sz="2400" dirty="0"/>
              <a:t>Introduced </a:t>
            </a:r>
            <a:r>
              <a:rPr lang="en-US" sz="2400" i="1" dirty="0"/>
              <a:t>time and motion studies</a:t>
            </a:r>
            <a:r>
              <a:rPr lang="en-US" sz="2400" dirty="0"/>
              <a:t> that boosted productivity.</a:t>
            </a:r>
            <a:br>
              <a:rPr lang="en-US" sz="2400" dirty="0"/>
            </a:br>
            <a:r>
              <a:rPr lang="ru-UA" sz="2400" dirty="0"/>
              <a:t>    </a:t>
            </a:r>
            <a:r>
              <a:rPr lang="en-US" sz="2400" dirty="0"/>
              <a:t>Inspired </a:t>
            </a:r>
            <a:r>
              <a:rPr lang="en-US" sz="2400" i="1" dirty="0"/>
              <a:t>Henry Ford</a:t>
            </a:r>
            <a:r>
              <a:rPr lang="en-US" sz="2400" dirty="0"/>
              <a:t> and the creation of the assembly line.</a:t>
            </a:r>
            <a:br>
              <a:rPr lang="en-US" sz="2400" dirty="0"/>
            </a:br>
            <a:r>
              <a:rPr lang="ru-UA" sz="2400" dirty="0"/>
              <a:t>    </a:t>
            </a:r>
            <a:r>
              <a:rPr lang="en-US" sz="2400" dirty="0"/>
              <a:t>Laid the foundation for </a:t>
            </a:r>
            <a:r>
              <a:rPr lang="en-US" sz="2400" i="1" dirty="0"/>
              <a:t>modern management theory.</a:t>
            </a:r>
            <a:endParaRPr lang="en-US" sz="71400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CE2E5E-295D-4174-BBA0-CB113FCF05F9}"/>
              </a:ext>
            </a:extLst>
          </p:cNvPr>
          <p:cNvSpPr txBox="1">
            <a:spLocks/>
          </p:cNvSpPr>
          <p:nvPr/>
        </p:nvSpPr>
        <p:spPr>
          <a:xfrm>
            <a:off x="6978769" y="5996044"/>
            <a:ext cx="5118340" cy="7670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US" sz="1600" i="1" dirty="0"/>
              <a:t>“In the past, the man has been first; in the future, the system must be first.”</a:t>
            </a:r>
            <a:br>
              <a:rPr lang="en-US" sz="1600" dirty="0"/>
            </a:br>
            <a:r>
              <a:rPr lang="en-US" sz="1600" dirty="0"/>
              <a:t>— F. W. Taylor</a:t>
            </a:r>
            <a:endParaRPr 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716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Gears Are Blue And On A Black Background, 3d Abstract Gears Concept, 3d ...">
            <a:extLst>
              <a:ext uri="{FF2B5EF4-FFF2-40B4-BE49-F238E27FC236}">
                <a16:creationId xmlns:a16="http://schemas.microsoft.com/office/drawing/2014/main" id="{729A7ECD-5772-4F77-A5AF-93E50E7764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656936" cy="2656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U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0DAE56-FD7B-49C2-A7EF-7EF30421F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8232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50F65B9-940F-475A-8E9F-AF543B67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49" y="175377"/>
            <a:ext cx="7114469" cy="1546371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Taylor’s Lasting Impact</a:t>
            </a:r>
            <a:endParaRPr lang="en-US" sz="9600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A0D4D1B-4E8E-492F-9C0C-8A6A98E3B8D6}"/>
              </a:ext>
            </a:extLst>
          </p:cNvPr>
          <p:cNvSpPr txBox="1">
            <a:spLocks/>
          </p:cNvSpPr>
          <p:nvPr/>
        </p:nvSpPr>
        <p:spPr>
          <a:xfrm>
            <a:off x="1117874" y="1498450"/>
            <a:ext cx="7114469" cy="279142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ru-UA" sz="2800" dirty="0">
                <a:solidFill>
                  <a:schemeClr val="tx1"/>
                </a:solidFill>
              </a:rPr>
              <a:t>    </a:t>
            </a:r>
            <a:r>
              <a:rPr lang="en-US" sz="2800" dirty="0">
                <a:solidFill>
                  <a:schemeClr val="tx1"/>
                </a:solidFill>
              </a:rPr>
              <a:t>Taylor’s ideas turned management into a science.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ru-UA" sz="2800" dirty="0">
                <a:solidFill>
                  <a:schemeClr val="tx1"/>
                </a:solidFill>
              </a:rPr>
              <a:t>    </a:t>
            </a:r>
            <a:r>
              <a:rPr lang="en-US" sz="2800" dirty="0">
                <a:solidFill>
                  <a:schemeClr val="tx1"/>
                </a:solidFill>
              </a:rPr>
              <a:t>His focus on efficiency and system thinking shaped modern organizations.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ru-UA" sz="2800" dirty="0">
                <a:solidFill>
                  <a:schemeClr val="tx1"/>
                </a:solidFill>
              </a:rPr>
              <a:t>    </a:t>
            </a:r>
            <a:r>
              <a:rPr lang="en-US" sz="2800" dirty="0">
                <a:solidFill>
                  <a:schemeClr val="tx1"/>
                </a:solidFill>
              </a:rPr>
              <a:t>Even today, his message remains clear — “</a:t>
            </a:r>
            <a:r>
              <a:rPr lang="en-US" sz="2800" i="1" dirty="0">
                <a:solidFill>
                  <a:schemeClr val="tx1"/>
                </a:solidFill>
              </a:rPr>
              <a:t>work smarter, not harder”.</a:t>
            </a:r>
            <a:endParaRPr lang="en-US" sz="368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6688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{CC6B03A5-439E-412B-B9F7-9C72791FBFE7}TFe887d8cf-77a9-48cd-9a74-d8d08097a61c3993dec7_win32-329aa78f548b</Template>
  <TotalTime>54</TotalTime>
  <Words>172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Goudy Old Style</vt:lpstr>
      <vt:lpstr>Wingdings 2</vt:lpstr>
      <vt:lpstr>SlateVTI</vt:lpstr>
      <vt:lpstr>Frederick Winslow Taylor</vt:lpstr>
      <vt:lpstr>Taylor studied work scientifically — not by intuition. He measured every movement to find the most efficient method. His goal: “the one best way” to perform every job.</vt:lpstr>
      <vt:lpstr>Main Achievements &amp; Legacy</vt:lpstr>
      <vt:lpstr>Taylor’s Lasting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Frederick Winslow Taylor</dc:title>
  <dc:creator>Максим Лисенков</dc:creator>
  <cp:lastModifiedBy>Максим Лисенков</cp:lastModifiedBy>
  <cp:revision>1</cp:revision>
  <dcterms:created xsi:type="dcterms:W3CDTF">2025-10-15T10:22:17Z</dcterms:created>
  <dcterms:modified xsi:type="dcterms:W3CDTF">2025-10-15T11:16:23Z</dcterms:modified>
</cp:coreProperties>
</file>
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4"/>
  </p:sldMasterIdLst>
  <p:notesMasterIdLst>
    <p:notesMasterId r:id="rId41"/>
  </p:notesMasterIdLst>
  <p:handoutMasterIdLst>
    <p:handoutMasterId r:id="rId42"/>
  </p:handoutMasterIdLst>
  <p:sldIdLst>
    <p:sldId id="256" r:id="rId5"/>
    <p:sldId id="308" r:id="rId6"/>
    <p:sldId id="367" r:id="rId7"/>
    <p:sldId id="389" r:id="rId8"/>
    <p:sldId id="390" r:id="rId9"/>
    <p:sldId id="391" r:id="rId10"/>
    <p:sldId id="392" r:id="rId11"/>
    <p:sldId id="393" r:id="rId12"/>
    <p:sldId id="394" r:id="rId13"/>
    <p:sldId id="369" r:id="rId14"/>
    <p:sldId id="370" r:id="rId15"/>
    <p:sldId id="371" r:id="rId16"/>
    <p:sldId id="372" r:id="rId17"/>
    <p:sldId id="373" r:id="rId18"/>
    <p:sldId id="374" r:id="rId19"/>
    <p:sldId id="375" r:id="rId20"/>
    <p:sldId id="376" r:id="rId21"/>
    <p:sldId id="377" r:id="rId22"/>
    <p:sldId id="378" r:id="rId23"/>
    <p:sldId id="379" r:id="rId24"/>
    <p:sldId id="380" r:id="rId25"/>
    <p:sldId id="381" r:id="rId26"/>
    <p:sldId id="382" r:id="rId27"/>
    <p:sldId id="395" r:id="rId28"/>
    <p:sldId id="384" r:id="rId29"/>
    <p:sldId id="385" r:id="rId30"/>
    <p:sldId id="386" r:id="rId31"/>
    <p:sldId id="387" r:id="rId32"/>
    <p:sldId id="388" r:id="rId33"/>
    <p:sldId id="356" r:id="rId34"/>
    <p:sldId id="357" r:id="rId35"/>
    <p:sldId id="359" r:id="rId36"/>
    <p:sldId id="365" r:id="rId37"/>
    <p:sldId id="366" r:id="rId38"/>
    <p:sldId id="396" r:id="rId39"/>
    <p:sldId id="268" r:id="rId40"/>
  </p:sldIdLst>
  <p:sldSz cx="12192000" cy="6858000"/>
  <p:notesSz cx="6858000" cy="9144000"/>
  <p:defaultTextStyle>
    <a:defPPr rtl="0">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E5441"/>
    <a:srgbClr val="9B8A6C"/>
    <a:srgbClr val="663300"/>
    <a:srgbClr val="68598D"/>
    <a:srgbClr val="646C92"/>
    <a:srgbClr val="5A6B76"/>
    <a:srgbClr val="5A6E6E"/>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89" autoAdjust="0"/>
    <p:restoredTop sz="95444" autoAdjust="0"/>
  </p:normalViewPr>
  <p:slideViewPr>
    <p:cSldViewPr snapToGrid="0">
      <p:cViewPr varScale="1">
        <p:scale>
          <a:sx n="113" d="100"/>
          <a:sy n="113" d="100"/>
        </p:scale>
        <p:origin x="510" y="114"/>
      </p:cViewPr>
      <p:guideLst/>
    </p:cSldViewPr>
  </p:slid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86" d="100"/>
          <a:sy n="86" d="100"/>
        </p:scale>
        <p:origin x="3840"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handoutMaster" Target="handoutMasters/handout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Nagłówek — symbol zastępczy 1">
            <a:extLst>
              <a:ext uri="{FF2B5EF4-FFF2-40B4-BE49-F238E27FC236}">
                <a16:creationId xmlns:a16="http://schemas.microsoft.com/office/drawing/2014/main" id="{B214C67D-B906-455D-BA57-3AC7BDDD5AB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pl-PL"/>
          </a:p>
        </p:txBody>
      </p:sp>
      <p:sp>
        <p:nvSpPr>
          <p:cNvPr id="3" name="Data — symbol zastępczy 2">
            <a:extLst>
              <a:ext uri="{FF2B5EF4-FFF2-40B4-BE49-F238E27FC236}">
                <a16:creationId xmlns:a16="http://schemas.microsoft.com/office/drawing/2014/main" id="{0D332E0C-8512-4414-B261-B516F8BA774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BF40BB49-C64B-4514-8B91-76664D4C6F5D}" type="datetime1">
              <a:rPr lang="pl-PL" smtClean="0"/>
              <a:t>14.10.2025</a:t>
            </a:fld>
            <a:endParaRPr lang="pl-PL" dirty="0"/>
          </a:p>
        </p:txBody>
      </p:sp>
      <p:sp>
        <p:nvSpPr>
          <p:cNvPr id="4" name="Stopka — symbol zastępczy 3">
            <a:extLst>
              <a:ext uri="{FF2B5EF4-FFF2-40B4-BE49-F238E27FC236}">
                <a16:creationId xmlns:a16="http://schemas.microsoft.com/office/drawing/2014/main" id="{9286510F-EAB7-49FF-882B-FACF21CCB66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pl-PL"/>
          </a:p>
        </p:txBody>
      </p:sp>
      <p:sp>
        <p:nvSpPr>
          <p:cNvPr id="5" name="Numer slajdu — symbol zastępczy 4">
            <a:extLst>
              <a:ext uri="{FF2B5EF4-FFF2-40B4-BE49-F238E27FC236}">
                <a16:creationId xmlns:a16="http://schemas.microsoft.com/office/drawing/2014/main" id="{4B226CFF-3858-4E44-8689-2174855E048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9F9FA676-98A1-4ED8-86AE-3FF061B14C58}" type="slidenum">
              <a:rPr lang="pl-PL" smtClean="0"/>
              <a:t>‹#›</a:t>
            </a:fld>
            <a:endParaRPr lang="pl-PL"/>
          </a:p>
        </p:txBody>
      </p:sp>
    </p:spTree>
    <p:extLst>
      <p:ext uri="{BB962C8B-B14F-4D97-AF65-F5344CB8AC3E}">
        <p14:creationId xmlns:p14="http://schemas.microsoft.com/office/powerpoint/2010/main" val="194386203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Nagłówek — symbol zastępczy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pl-PL" noProof="0"/>
          </a:p>
        </p:txBody>
      </p:sp>
      <p:sp>
        <p:nvSpPr>
          <p:cNvPr id="3" name="Data — symbol zastępczy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EA92BC-5B6A-4BBA-9D49-4B6964D53BD3}" type="datetime1">
              <a:rPr lang="pl-PL" smtClean="0"/>
              <a:pPr/>
              <a:t>14.10.2025</a:t>
            </a:fld>
            <a:endParaRPr lang="pl-PL" dirty="0"/>
          </a:p>
        </p:txBody>
      </p:sp>
      <p:sp>
        <p:nvSpPr>
          <p:cNvPr id="4" name="Obraz slajdu — symbol zastępczy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pl-PL" noProof="0"/>
          </a:p>
        </p:txBody>
      </p:sp>
      <p:sp>
        <p:nvSpPr>
          <p:cNvPr id="5" name="Notatki — symbol zastępczy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6" name="Stopka — symbol zastępczy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pl-PL" noProof="0"/>
          </a:p>
        </p:txBody>
      </p:sp>
      <p:sp>
        <p:nvSpPr>
          <p:cNvPr id="7" name="Numer slajdu — symbol zastępczy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5B8B270D-091D-4ED2-8C85-0898DD7D9F21}" type="slidenum">
              <a:rPr lang="pl-PL" noProof="0" smtClean="0"/>
              <a:t>‹#›</a:t>
            </a:fld>
            <a:endParaRPr lang="pl-PL" noProof="0"/>
          </a:p>
        </p:txBody>
      </p:sp>
    </p:spTree>
    <p:extLst>
      <p:ext uri="{BB962C8B-B14F-4D97-AF65-F5344CB8AC3E}">
        <p14:creationId xmlns:p14="http://schemas.microsoft.com/office/powerpoint/2010/main" val="225311874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raz slajdu — symbol zastępczy 1"/>
          <p:cNvSpPr>
            <a:spLocks noGrp="1" noRot="1" noChangeAspect="1"/>
          </p:cNvSpPr>
          <p:nvPr>
            <p:ph type="sldImg"/>
          </p:nvPr>
        </p:nvSpPr>
        <p:spPr/>
      </p:sp>
      <p:sp>
        <p:nvSpPr>
          <p:cNvPr id="3" name="Notatki — symbol zastępczy 2"/>
          <p:cNvSpPr>
            <a:spLocks noGrp="1"/>
          </p:cNvSpPr>
          <p:nvPr>
            <p:ph type="body" idx="1"/>
          </p:nvPr>
        </p:nvSpPr>
        <p:spPr/>
        <p:txBody>
          <a:bodyPr rtlCol="0"/>
          <a:lstStyle/>
          <a:p>
            <a:pPr rtl="0"/>
            <a:endParaRPr lang="pl-PL"/>
          </a:p>
        </p:txBody>
      </p:sp>
      <p:sp>
        <p:nvSpPr>
          <p:cNvPr id="4" name="Numer slajdu — symbol zastępczy 3"/>
          <p:cNvSpPr>
            <a:spLocks noGrp="1"/>
          </p:cNvSpPr>
          <p:nvPr>
            <p:ph type="sldNum" sz="quarter" idx="5"/>
          </p:nvPr>
        </p:nvSpPr>
        <p:spPr/>
        <p:txBody>
          <a:bodyPr rtlCol="0"/>
          <a:lstStyle/>
          <a:p>
            <a:pPr rtl="0"/>
            <a:fld id="{5B8B270D-091D-4ED2-8C85-0898DD7D9F21}" type="slidenum">
              <a:rPr lang="pl-PL" smtClean="0"/>
              <a:t>1</a:t>
            </a:fld>
            <a:endParaRPr lang="pl-PL"/>
          </a:p>
        </p:txBody>
      </p:sp>
    </p:spTree>
    <p:extLst>
      <p:ext uri="{BB962C8B-B14F-4D97-AF65-F5344CB8AC3E}">
        <p14:creationId xmlns:p14="http://schemas.microsoft.com/office/powerpoint/2010/main" val="24901021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a:t>
            </a:fld>
            <a:endParaRPr lang="pl-PL"/>
          </a:p>
        </p:txBody>
      </p:sp>
    </p:spTree>
    <p:extLst>
      <p:ext uri="{BB962C8B-B14F-4D97-AF65-F5344CB8AC3E}">
        <p14:creationId xmlns:p14="http://schemas.microsoft.com/office/powerpoint/2010/main" val="26362866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3</a:t>
            </a:fld>
            <a:endParaRPr lang="pl-PL"/>
          </a:p>
        </p:txBody>
      </p:sp>
    </p:spTree>
    <p:extLst>
      <p:ext uri="{BB962C8B-B14F-4D97-AF65-F5344CB8AC3E}">
        <p14:creationId xmlns:p14="http://schemas.microsoft.com/office/powerpoint/2010/main" val="11379960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4</a:t>
            </a:fld>
            <a:endParaRPr lang="pl-PL"/>
          </a:p>
        </p:txBody>
      </p:sp>
    </p:spTree>
    <p:extLst>
      <p:ext uri="{BB962C8B-B14F-4D97-AF65-F5344CB8AC3E}">
        <p14:creationId xmlns:p14="http://schemas.microsoft.com/office/powerpoint/2010/main" val="35215875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5</a:t>
            </a:fld>
            <a:endParaRPr lang="pl-PL"/>
          </a:p>
        </p:txBody>
      </p:sp>
    </p:spTree>
    <p:extLst>
      <p:ext uri="{BB962C8B-B14F-4D97-AF65-F5344CB8AC3E}">
        <p14:creationId xmlns:p14="http://schemas.microsoft.com/office/powerpoint/2010/main" val="12318992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6</a:t>
            </a:fld>
            <a:endParaRPr lang="pl-PL"/>
          </a:p>
        </p:txBody>
      </p:sp>
    </p:spTree>
    <p:extLst>
      <p:ext uri="{BB962C8B-B14F-4D97-AF65-F5344CB8AC3E}">
        <p14:creationId xmlns:p14="http://schemas.microsoft.com/office/powerpoint/2010/main" val="10146699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7</a:t>
            </a:fld>
            <a:endParaRPr lang="pl-PL"/>
          </a:p>
        </p:txBody>
      </p:sp>
    </p:spTree>
    <p:extLst>
      <p:ext uri="{BB962C8B-B14F-4D97-AF65-F5344CB8AC3E}">
        <p14:creationId xmlns:p14="http://schemas.microsoft.com/office/powerpoint/2010/main" val="34716351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8</a:t>
            </a:fld>
            <a:endParaRPr lang="pl-PL"/>
          </a:p>
        </p:txBody>
      </p:sp>
    </p:spTree>
    <p:extLst>
      <p:ext uri="{BB962C8B-B14F-4D97-AF65-F5344CB8AC3E}">
        <p14:creationId xmlns:p14="http://schemas.microsoft.com/office/powerpoint/2010/main" val="42520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9</a:t>
            </a:fld>
            <a:endParaRPr lang="pl-PL"/>
          </a:p>
        </p:txBody>
      </p:sp>
    </p:spTree>
    <p:extLst>
      <p:ext uri="{BB962C8B-B14F-4D97-AF65-F5344CB8AC3E}">
        <p14:creationId xmlns:p14="http://schemas.microsoft.com/office/powerpoint/2010/main" val="16978114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10</a:t>
            </a:fld>
            <a:endParaRPr lang="pl-PL"/>
          </a:p>
        </p:txBody>
      </p:sp>
    </p:spTree>
    <p:extLst>
      <p:ext uri="{BB962C8B-B14F-4D97-AF65-F5344CB8AC3E}">
        <p14:creationId xmlns:p14="http://schemas.microsoft.com/office/powerpoint/2010/main" val="17514249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11</a:t>
            </a:fld>
            <a:endParaRPr lang="pl-PL"/>
          </a:p>
        </p:txBody>
      </p:sp>
    </p:spTree>
    <p:extLst>
      <p:ext uri="{BB962C8B-B14F-4D97-AF65-F5344CB8AC3E}">
        <p14:creationId xmlns:p14="http://schemas.microsoft.com/office/powerpoint/2010/main" val="33434092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12</a:t>
            </a:fld>
            <a:endParaRPr lang="pl-PL"/>
          </a:p>
        </p:txBody>
      </p:sp>
    </p:spTree>
    <p:extLst>
      <p:ext uri="{BB962C8B-B14F-4D97-AF65-F5344CB8AC3E}">
        <p14:creationId xmlns:p14="http://schemas.microsoft.com/office/powerpoint/2010/main" val="30701175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13</a:t>
            </a:fld>
            <a:endParaRPr lang="pl-PL"/>
          </a:p>
        </p:txBody>
      </p:sp>
    </p:spTree>
    <p:extLst>
      <p:ext uri="{BB962C8B-B14F-4D97-AF65-F5344CB8AC3E}">
        <p14:creationId xmlns:p14="http://schemas.microsoft.com/office/powerpoint/2010/main" val="35042173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14</a:t>
            </a:fld>
            <a:endParaRPr lang="pl-PL"/>
          </a:p>
        </p:txBody>
      </p:sp>
    </p:spTree>
    <p:extLst>
      <p:ext uri="{BB962C8B-B14F-4D97-AF65-F5344CB8AC3E}">
        <p14:creationId xmlns:p14="http://schemas.microsoft.com/office/powerpoint/2010/main" val="5081734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15</a:t>
            </a:fld>
            <a:endParaRPr lang="pl-PL"/>
          </a:p>
        </p:txBody>
      </p:sp>
    </p:spTree>
    <p:extLst>
      <p:ext uri="{BB962C8B-B14F-4D97-AF65-F5344CB8AC3E}">
        <p14:creationId xmlns:p14="http://schemas.microsoft.com/office/powerpoint/2010/main" val="41746465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16</a:t>
            </a:fld>
            <a:endParaRPr lang="pl-PL"/>
          </a:p>
        </p:txBody>
      </p:sp>
    </p:spTree>
    <p:extLst>
      <p:ext uri="{BB962C8B-B14F-4D97-AF65-F5344CB8AC3E}">
        <p14:creationId xmlns:p14="http://schemas.microsoft.com/office/powerpoint/2010/main" val="11103686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17</a:t>
            </a:fld>
            <a:endParaRPr lang="pl-PL"/>
          </a:p>
        </p:txBody>
      </p:sp>
    </p:spTree>
    <p:extLst>
      <p:ext uri="{BB962C8B-B14F-4D97-AF65-F5344CB8AC3E}">
        <p14:creationId xmlns:p14="http://schemas.microsoft.com/office/powerpoint/2010/main" val="5347648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18</a:t>
            </a:fld>
            <a:endParaRPr lang="pl-PL"/>
          </a:p>
        </p:txBody>
      </p:sp>
    </p:spTree>
    <p:extLst>
      <p:ext uri="{BB962C8B-B14F-4D97-AF65-F5344CB8AC3E}">
        <p14:creationId xmlns:p14="http://schemas.microsoft.com/office/powerpoint/2010/main" val="31615451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19</a:t>
            </a:fld>
            <a:endParaRPr lang="pl-PL"/>
          </a:p>
        </p:txBody>
      </p:sp>
    </p:spTree>
    <p:extLst>
      <p:ext uri="{BB962C8B-B14F-4D97-AF65-F5344CB8AC3E}">
        <p14:creationId xmlns:p14="http://schemas.microsoft.com/office/powerpoint/2010/main" val="36336119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20</a:t>
            </a:fld>
            <a:endParaRPr lang="pl-PL"/>
          </a:p>
        </p:txBody>
      </p:sp>
    </p:spTree>
    <p:extLst>
      <p:ext uri="{BB962C8B-B14F-4D97-AF65-F5344CB8AC3E}">
        <p14:creationId xmlns:p14="http://schemas.microsoft.com/office/powerpoint/2010/main" val="31700861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21</a:t>
            </a:fld>
            <a:endParaRPr lang="pl-PL"/>
          </a:p>
        </p:txBody>
      </p:sp>
    </p:spTree>
    <p:extLst>
      <p:ext uri="{BB962C8B-B14F-4D97-AF65-F5344CB8AC3E}">
        <p14:creationId xmlns:p14="http://schemas.microsoft.com/office/powerpoint/2010/main" val="33718149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22</a:t>
            </a:fld>
            <a:endParaRPr lang="pl-PL"/>
          </a:p>
        </p:txBody>
      </p:sp>
    </p:spTree>
    <p:extLst>
      <p:ext uri="{BB962C8B-B14F-4D97-AF65-F5344CB8AC3E}">
        <p14:creationId xmlns:p14="http://schemas.microsoft.com/office/powerpoint/2010/main" val="15524970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23</a:t>
            </a:fld>
            <a:endParaRPr lang="pl-PL"/>
          </a:p>
        </p:txBody>
      </p:sp>
    </p:spTree>
    <p:extLst>
      <p:ext uri="{BB962C8B-B14F-4D97-AF65-F5344CB8AC3E}">
        <p14:creationId xmlns:p14="http://schemas.microsoft.com/office/powerpoint/2010/main" val="20635416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dirty="0"/>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24</a:t>
            </a:fld>
            <a:endParaRPr lang="pl-PL"/>
          </a:p>
        </p:txBody>
      </p:sp>
    </p:spTree>
    <p:extLst>
      <p:ext uri="{BB962C8B-B14F-4D97-AF65-F5344CB8AC3E}">
        <p14:creationId xmlns:p14="http://schemas.microsoft.com/office/powerpoint/2010/main" val="337158745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25</a:t>
            </a:fld>
            <a:endParaRPr lang="pl-PL"/>
          </a:p>
        </p:txBody>
      </p:sp>
    </p:spTree>
    <p:extLst>
      <p:ext uri="{BB962C8B-B14F-4D97-AF65-F5344CB8AC3E}">
        <p14:creationId xmlns:p14="http://schemas.microsoft.com/office/powerpoint/2010/main" val="22445104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26</a:t>
            </a:fld>
            <a:endParaRPr lang="pl-PL"/>
          </a:p>
        </p:txBody>
      </p:sp>
    </p:spTree>
    <p:extLst>
      <p:ext uri="{BB962C8B-B14F-4D97-AF65-F5344CB8AC3E}">
        <p14:creationId xmlns:p14="http://schemas.microsoft.com/office/powerpoint/2010/main" val="3329174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27</a:t>
            </a:fld>
            <a:endParaRPr lang="pl-PL"/>
          </a:p>
        </p:txBody>
      </p:sp>
    </p:spTree>
    <p:extLst>
      <p:ext uri="{BB962C8B-B14F-4D97-AF65-F5344CB8AC3E}">
        <p14:creationId xmlns:p14="http://schemas.microsoft.com/office/powerpoint/2010/main" val="14601346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28</a:t>
            </a:fld>
            <a:endParaRPr lang="pl-PL"/>
          </a:p>
        </p:txBody>
      </p:sp>
    </p:spTree>
    <p:extLst>
      <p:ext uri="{BB962C8B-B14F-4D97-AF65-F5344CB8AC3E}">
        <p14:creationId xmlns:p14="http://schemas.microsoft.com/office/powerpoint/2010/main" val="32529261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29</a:t>
            </a:fld>
            <a:endParaRPr lang="pl-PL"/>
          </a:p>
        </p:txBody>
      </p:sp>
    </p:spTree>
    <p:extLst>
      <p:ext uri="{BB962C8B-B14F-4D97-AF65-F5344CB8AC3E}">
        <p14:creationId xmlns:p14="http://schemas.microsoft.com/office/powerpoint/2010/main" val="41193635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30</a:t>
            </a:fld>
            <a:endParaRPr lang="pl-PL"/>
          </a:p>
        </p:txBody>
      </p:sp>
    </p:spTree>
    <p:extLst>
      <p:ext uri="{BB962C8B-B14F-4D97-AF65-F5344CB8AC3E}">
        <p14:creationId xmlns:p14="http://schemas.microsoft.com/office/powerpoint/2010/main" val="332902371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31</a:t>
            </a:fld>
            <a:endParaRPr lang="pl-PL"/>
          </a:p>
        </p:txBody>
      </p:sp>
    </p:spTree>
    <p:extLst>
      <p:ext uri="{BB962C8B-B14F-4D97-AF65-F5344CB8AC3E}">
        <p14:creationId xmlns:p14="http://schemas.microsoft.com/office/powerpoint/2010/main" val="260604050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32</a:t>
            </a:fld>
            <a:endParaRPr lang="pl-PL"/>
          </a:p>
        </p:txBody>
      </p:sp>
    </p:spTree>
    <p:extLst>
      <p:ext uri="{BB962C8B-B14F-4D97-AF65-F5344CB8AC3E}">
        <p14:creationId xmlns:p14="http://schemas.microsoft.com/office/powerpoint/2010/main" val="20284799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33</a:t>
            </a:fld>
            <a:endParaRPr lang="pl-PL"/>
          </a:p>
        </p:txBody>
      </p:sp>
    </p:spTree>
    <p:extLst>
      <p:ext uri="{BB962C8B-B14F-4D97-AF65-F5344CB8AC3E}">
        <p14:creationId xmlns:p14="http://schemas.microsoft.com/office/powerpoint/2010/main" val="12810026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34</a:t>
            </a:fld>
            <a:endParaRPr lang="pl-PL"/>
          </a:p>
        </p:txBody>
      </p:sp>
    </p:spTree>
    <p:extLst>
      <p:ext uri="{BB962C8B-B14F-4D97-AF65-F5344CB8AC3E}">
        <p14:creationId xmlns:p14="http://schemas.microsoft.com/office/powerpoint/2010/main" val="146946241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dirty="0"/>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35</a:t>
            </a:fld>
            <a:endParaRPr lang="pl-PL"/>
          </a:p>
        </p:txBody>
      </p:sp>
    </p:spTree>
    <p:extLst>
      <p:ext uri="{BB962C8B-B14F-4D97-AF65-F5344CB8AC3E}">
        <p14:creationId xmlns:p14="http://schemas.microsoft.com/office/powerpoint/2010/main" val="259944646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36</a:t>
            </a:fld>
            <a:endParaRPr lang="pl-PL"/>
          </a:p>
        </p:txBody>
      </p:sp>
    </p:spTree>
    <p:extLst>
      <p:ext uri="{BB962C8B-B14F-4D97-AF65-F5344CB8AC3E}">
        <p14:creationId xmlns:p14="http://schemas.microsoft.com/office/powerpoint/2010/main" val="472908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ytuł">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033B6B0-54DE-4F2D-84DD-D06CD3B117B4}"/>
              </a:ext>
            </a:extLst>
          </p:cNvPr>
          <p:cNvSpPr>
            <a:spLocks noGrp="1"/>
          </p:cNvSpPr>
          <p:nvPr>
            <p:ph type="title" hasCustomPrompt="1"/>
          </p:nvPr>
        </p:nvSpPr>
        <p:spPr>
          <a:xfrm>
            <a:off x="984522" y="874663"/>
            <a:ext cx="4650901" cy="2334637"/>
          </a:xfrm>
        </p:spPr>
        <p:txBody>
          <a:bodyPr rtlCol="0">
            <a:normAutofit/>
          </a:bodyPr>
          <a:lstStyle>
            <a:lvl1pPr algn="ctr">
              <a:defRPr sz="4800"/>
            </a:lvl1pPr>
          </a:lstStyle>
          <a:p>
            <a:pPr rtl="0"/>
            <a:r>
              <a:rPr lang="pl-PL" noProof="0"/>
              <a:t>Kliknij, aby edytować styl wzorca tytułu</a:t>
            </a:r>
          </a:p>
        </p:txBody>
      </p:sp>
      <p:grpSp>
        <p:nvGrpSpPr>
          <p:cNvPr id="6" name="Grupa 5">
            <a:extLst>
              <a:ext uri="{FF2B5EF4-FFF2-40B4-BE49-F238E27FC236}">
                <a16:creationId xmlns:a16="http://schemas.microsoft.com/office/drawing/2014/main" id="{F44A4473-D4D4-4E24-B542-C5D63C28DA75}"/>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153976" y="457964"/>
            <a:ext cx="6009066" cy="5914582"/>
            <a:chOff x="6153976" y="457964"/>
            <a:chExt cx="6009066" cy="5914582"/>
          </a:xfrm>
        </p:grpSpPr>
        <p:grpSp>
          <p:nvGrpSpPr>
            <p:cNvPr id="7" name="Grupa 6">
              <a:extLst>
                <a:ext uri="{FF2B5EF4-FFF2-40B4-BE49-F238E27FC236}">
                  <a16:creationId xmlns:a16="http://schemas.microsoft.com/office/drawing/2014/main" id="{14CA4A32-A016-460F-8B99-22A5D265B4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9012621" y="2980002"/>
              <a:ext cx="317159" cy="932400"/>
              <a:chOff x="6376988" y="280988"/>
              <a:chExt cx="633413" cy="1862138"/>
            </a:xfrm>
          </p:grpSpPr>
          <p:sp>
            <p:nvSpPr>
              <p:cNvPr id="86" name="Freeform 68">
                <a:extLst>
                  <a:ext uri="{FF2B5EF4-FFF2-40B4-BE49-F238E27FC236}">
                    <a16:creationId xmlns:a16="http://schemas.microsoft.com/office/drawing/2014/main" id="{84DB1BC2-B158-4DA5-9164-843E6B566C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7" name="Freeform 69">
                <a:extLst>
                  <a:ext uri="{FF2B5EF4-FFF2-40B4-BE49-F238E27FC236}">
                    <a16:creationId xmlns:a16="http://schemas.microsoft.com/office/drawing/2014/main" id="{751FDE2E-D749-401E-B3BA-66B2F5231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8" name="Line 70">
                <a:extLst>
                  <a:ext uri="{FF2B5EF4-FFF2-40B4-BE49-F238E27FC236}">
                    <a16:creationId xmlns:a16="http://schemas.microsoft.com/office/drawing/2014/main" id="{49546377-E2EE-4854-AA84-5575789BAF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nvGrpSpPr>
            <p:cNvPr id="8" name="Grupa 7">
              <a:extLst>
                <a:ext uri="{FF2B5EF4-FFF2-40B4-BE49-F238E27FC236}">
                  <a16:creationId xmlns:a16="http://schemas.microsoft.com/office/drawing/2014/main" id="{04FCC465-42B8-456F-951F-8C51A42F97E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324466" y="457964"/>
              <a:ext cx="3838576" cy="5838297"/>
              <a:chOff x="8324466" y="457964"/>
              <a:chExt cx="3838576" cy="5838297"/>
            </a:xfrm>
          </p:grpSpPr>
          <p:sp>
            <p:nvSpPr>
              <p:cNvPr id="48" name="Oval 47">
                <a:extLst>
                  <a:ext uri="{FF2B5EF4-FFF2-40B4-BE49-F238E27FC236}">
                    <a16:creationId xmlns:a16="http://schemas.microsoft.com/office/drawing/2014/main" id="{3D7F8A9A-8A53-4FD3-855C-C49B035CE8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grpSp>
            <p:nvGrpSpPr>
              <p:cNvPr id="49" name="Grupa 48">
                <a:extLst>
                  <a:ext uri="{FF2B5EF4-FFF2-40B4-BE49-F238E27FC236}">
                    <a16:creationId xmlns:a16="http://schemas.microsoft.com/office/drawing/2014/main" id="{AC347F99-AC7C-4DB2-8AAF-9E2A7AE629C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64" name="Freeform 64">
                  <a:extLst>
                    <a:ext uri="{FF2B5EF4-FFF2-40B4-BE49-F238E27FC236}">
                      <a16:creationId xmlns:a16="http://schemas.microsoft.com/office/drawing/2014/main" id="{89B06C37-E219-479D-B324-0DC7D0565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65" name="Freeform 81">
                  <a:extLst>
                    <a:ext uri="{FF2B5EF4-FFF2-40B4-BE49-F238E27FC236}">
                      <a16:creationId xmlns:a16="http://schemas.microsoft.com/office/drawing/2014/main" id="{29A1D878-CEA2-41DC-8638-A852316726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66" name="Freeform 61">
                  <a:extLst>
                    <a:ext uri="{FF2B5EF4-FFF2-40B4-BE49-F238E27FC236}">
                      <a16:creationId xmlns:a16="http://schemas.microsoft.com/office/drawing/2014/main" id="{99394209-57ED-4126-A8DC-0862D1FA11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67" name="Freeform 78">
                  <a:extLst>
                    <a:ext uri="{FF2B5EF4-FFF2-40B4-BE49-F238E27FC236}">
                      <a16:creationId xmlns:a16="http://schemas.microsoft.com/office/drawing/2014/main" id="{A48B0004-4618-4D71-88D1-A2FEE4F0AD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68" name="Freeform 84">
                  <a:extLst>
                    <a:ext uri="{FF2B5EF4-FFF2-40B4-BE49-F238E27FC236}">
                      <a16:creationId xmlns:a16="http://schemas.microsoft.com/office/drawing/2014/main" id="{4D1C172B-2446-428A-A518-FE1B5FCE0D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69" name="Freeform 87">
                  <a:extLst>
                    <a:ext uri="{FF2B5EF4-FFF2-40B4-BE49-F238E27FC236}">
                      <a16:creationId xmlns:a16="http://schemas.microsoft.com/office/drawing/2014/main" id="{E359C795-FCC1-401F-B0B6-F722AE632A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0" name="Freeform 60">
                  <a:extLst>
                    <a:ext uri="{FF2B5EF4-FFF2-40B4-BE49-F238E27FC236}">
                      <a16:creationId xmlns:a16="http://schemas.microsoft.com/office/drawing/2014/main" id="{8260D102-71BB-497E-A5CF-743FB59874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1" name="Freeform 59">
                  <a:extLst>
                    <a:ext uri="{FF2B5EF4-FFF2-40B4-BE49-F238E27FC236}">
                      <a16:creationId xmlns:a16="http://schemas.microsoft.com/office/drawing/2014/main" id="{811E3D98-A5FB-4BDE-A07D-A03EB898C6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2" name="Freeform 62">
                  <a:extLst>
                    <a:ext uri="{FF2B5EF4-FFF2-40B4-BE49-F238E27FC236}">
                      <a16:creationId xmlns:a16="http://schemas.microsoft.com/office/drawing/2014/main" id="{9E48CE7F-B4EF-4629-8706-6838C171EF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3" name="Freeform 65">
                  <a:extLst>
                    <a:ext uri="{FF2B5EF4-FFF2-40B4-BE49-F238E27FC236}">
                      <a16:creationId xmlns:a16="http://schemas.microsoft.com/office/drawing/2014/main" id="{C8EBC77A-0887-4128-A73B-2C0165C6F9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4" name="Freeform 79">
                  <a:extLst>
                    <a:ext uri="{FF2B5EF4-FFF2-40B4-BE49-F238E27FC236}">
                      <a16:creationId xmlns:a16="http://schemas.microsoft.com/office/drawing/2014/main" id="{7AF3D400-AAAA-47BD-922E-AA3A2AFA30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5" name="Freeform 82">
                  <a:extLst>
                    <a:ext uri="{FF2B5EF4-FFF2-40B4-BE49-F238E27FC236}">
                      <a16:creationId xmlns:a16="http://schemas.microsoft.com/office/drawing/2014/main" id="{B0A3E6A0-609D-427D-9D34-E7CF184B45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6" name="Freeform 85">
                  <a:extLst>
                    <a:ext uri="{FF2B5EF4-FFF2-40B4-BE49-F238E27FC236}">
                      <a16:creationId xmlns:a16="http://schemas.microsoft.com/office/drawing/2014/main" id="{DDE08965-A3F4-426A-924B-102A6F6FE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7" name="Freeform 88">
                  <a:extLst>
                    <a:ext uri="{FF2B5EF4-FFF2-40B4-BE49-F238E27FC236}">
                      <a16:creationId xmlns:a16="http://schemas.microsoft.com/office/drawing/2014/main" id="{13FA8E6E-7F53-47E9-9BF8-1CD3130F4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nvGrpSpPr>
                <p:cNvPr id="78" name="Grupa 77">
                  <a:extLst>
                    <a:ext uri="{FF2B5EF4-FFF2-40B4-BE49-F238E27FC236}">
                      <a16:creationId xmlns:a16="http://schemas.microsoft.com/office/drawing/2014/main" id="{7A8A9991-EF8F-4128-9DB7-A2FA8CF2F68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79" name="Line 63">
                    <a:extLst>
                      <a:ext uri="{FF2B5EF4-FFF2-40B4-BE49-F238E27FC236}">
                        <a16:creationId xmlns:a16="http://schemas.microsoft.com/office/drawing/2014/main" id="{41E966B6-186E-4D17-B570-969B6951A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0" name="Line 66">
                    <a:extLst>
                      <a:ext uri="{FF2B5EF4-FFF2-40B4-BE49-F238E27FC236}">
                        <a16:creationId xmlns:a16="http://schemas.microsoft.com/office/drawing/2014/main" id="{918B08AD-5F3C-4FC5-8998-8524763C75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1" name="Line 67">
                    <a:extLst>
                      <a:ext uri="{FF2B5EF4-FFF2-40B4-BE49-F238E27FC236}">
                        <a16:creationId xmlns:a16="http://schemas.microsoft.com/office/drawing/2014/main" id="{EDF72260-B0A1-47A1-9459-FDF4600ACA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2" name="Line 80">
                    <a:extLst>
                      <a:ext uri="{FF2B5EF4-FFF2-40B4-BE49-F238E27FC236}">
                        <a16:creationId xmlns:a16="http://schemas.microsoft.com/office/drawing/2014/main" id="{C6A7FA58-53F7-4C2F-96D5-E97BB3CC67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3" name="Line 83">
                    <a:extLst>
                      <a:ext uri="{FF2B5EF4-FFF2-40B4-BE49-F238E27FC236}">
                        <a16:creationId xmlns:a16="http://schemas.microsoft.com/office/drawing/2014/main" id="{1B986617-481E-450F-8FAD-CA3086A3E0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4" name="Line 86">
                    <a:extLst>
                      <a:ext uri="{FF2B5EF4-FFF2-40B4-BE49-F238E27FC236}">
                        <a16:creationId xmlns:a16="http://schemas.microsoft.com/office/drawing/2014/main" id="{4D24CAEB-B2FE-4796-8E6E-DB5148C380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5" name="Line 89">
                    <a:extLst>
                      <a:ext uri="{FF2B5EF4-FFF2-40B4-BE49-F238E27FC236}">
                        <a16:creationId xmlns:a16="http://schemas.microsoft.com/office/drawing/2014/main" id="{3D577B03-E6D9-4FFA-A799-E504CBF8D7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nvGrpSpPr>
              <p:cNvPr id="50" name="Grupa 49">
                <a:extLst>
                  <a:ext uri="{FF2B5EF4-FFF2-40B4-BE49-F238E27FC236}">
                    <a16:creationId xmlns:a16="http://schemas.microsoft.com/office/drawing/2014/main" id="{43509C13-FDEE-45B0-B954-D80D6F38F00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56" name="Grupa 55">
                  <a:extLst>
                    <a:ext uri="{FF2B5EF4-FFF2-40B4-BE49-F238E27FC236}">
                      <a16:creationId xmlns:a16="http://schemas.microsoft.com/office/drawing/2014/main" id="{21FF647D-8D8A-43E8-A2E2-46D1117839F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0" name="Łącznik prosty 59">
                    <a:extLst>
                      <a:ext uri="{FF2B5EF4-FFF2-40B4-BE49-F238E27FC236}">
                        <a16:creationId xmlns:a16="http://schemas.microsoft.com/office/drawing/2014/main" id="{87B8728B-0A45-4551-99F0-CF33B850DA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1" name="Łącznik prosty 60">
                    <a:extLst>
                      <a:ext uri="{FF2B5EF4-FFF2-40B4-BE49-F238E27FC236}">
                        <a16:creationId xmlns:a16="http://schemas.microsoft.com/office/drawing/2014/main" id="{CCFAA15D-9EFC-4A70-AC98-CB3EF00C3A4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2" name="Rectangle 30">
                    <a:extLst>
                      <a:ext uri="{FF2B5EF4-FFF2-40B4-BE49-F238E27FC236}">
                        <a16:creationId xmlns:a16="http://schemas.microsoft.com/office/drawing/2014/main" id="{AD80CCBD-3F02-48A0-A24E-5971D22951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sp>
                <p:nvSpPr>
                  <p:cNvPr id="63" name="Rectangle 30">
                    <a:extLst>
                      <a:ext uri="{FF2B5EF4-FFF2-40B4-BE49-F238E27FC236}">
                        <a16:creationId xmlns:a16="http://schemas.microsoft.com/office/drawing/2014/main" id="{AB5B7D34-5A4E-48DE-8893-0F022E4CC9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grpSp>
            <p:grpSp>
              <p:nvGrpSpPr>
                <p:cNvPr id="57" name="Grupa 56">
                  <a:extLst>
                    <a:ext uri="{FF2B5EF4-FFF2-40B4-BE49-F238E27FC236}">
                      <a16:creationId xmlns:a16="http://schemas.microsoft.com/office/drawing/2014/main" id="{2341ADC6-0CC2-46C0-BA6F-9D991366980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58" name="Freeform: Shape 57">
                    <a:extLst>
                      <a:ext uri="{FF2B5EF4-FFF2-40B4-BE49-F238E27FC236}">
                        <a16:creationId xmlns:a16="http://schemas.microsoft.com/office/drawing/2014/main" id="{A93316DB-546B-41BA-AD1B-94D5C46702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sp>
                <p:nvSpPr>
                  <p:cNvPr id="59" name="Freeform: Shape 58">
                    <a:extLst>
                      <a:ext uri="{FF2B5EF4-FFF2-40B4-BE49-F238E27FC236}">
                        <a16:creationId xmlns:a16="http://schemas.microsoft.com/office/drawing/2014/main" id="{35105C82-44C4-41C2-96AE-ADE6DD1D71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grpSp>
          </p:grpSp>
          <p:grpSp>
            <p:nvGrpSpPr>
              <p:cNvPr id="51" name="Grupa 50">
                <a:extLst>
                  <a:ext uri="{FF2B5EF4-FFF2-40B4-BE49-F238E27FC236}">
                    <a16:creationId xmlns:a16="http://schemas.microsoft.com/office/drawing/2014/main" id="{A7A634F2-054C-4614-9ECB-96BE809893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52" name="Grupa 51">
                  <a:extLst>
                    <a:ext uri="{FF2B5EF4-FFF2-40B4-BE49-F238E27FC236}">
                      <a16:creationId xmlns:a16="http://schemas.microsoft.com/office/drawing/2014/main" id="{1764AB7F-1912-4909-A04A-C8D125467E1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54" name="Freeform 68">
                    <a:extLst>
                      <a:ext uri="{FF2B5EF4-FFF2-40B4-BE49-F238E27FC236}">
                        <a16:creationId xmlns:a16="http://schemas.microsoft.com/office/drawing/2014/main" id="{6B93639B-DE1C-4A46-A4B5-B88FD6FC20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55" name="Freeform 69">
                    <a:extLst>
                      <a:ext uri="{FF2B5EF4-FFF2-40B4-BE49-F238E27FC236}">
                        <a16:creationId xmlns:a16="http://schemas.microsoft.com/office/drawing/2014/main" id="{A6C5D17F-13E7-4861-A839-3C56ABD56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sp>
              <p:nvSpPr>
                <p:cNvPr id="53" name="Line 70">
                  <a:extLst>
                    <a:ext uri="{FF2B5EF4-FFF2-40B4-BE49-F238E27FC236}">
                      <a16:creationId xmlns:a16="http://schemas.microsoft.com/office/drawing/2014/main" id="{1C343C91-0F9E-4530-939D-2D9F15DF4A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nvGrpSpPr>
            <p:cNvPr id="9" name="Grupa 8">
              <a:extLst>
                <a:ext uri="{FF2B5EF4-FFF2-40B4-BE49-F238E27FC236}">
                  <a16:creationId xmlns:a16="http://schemas.microsoft.com/office/drawing/2014/main" id="{92109E9F-E572-4202-B7A6-630155DD5BB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6153976" y="534249"/>
              <a:ext cx="3838576" cy="5838297"/>
              <a:chOff x="8324466" y="457964"/>
              <a:chExt cx="3838576" cy="5838297"/>
            </a:xfrm>
          </p:grpSpPr>
          <p:sp>
            <p:nvSpPr>
              <p:cNvPr id="10" name="Oval 9">
                <a:extLst>
                  <a:ext uri="{FF2B5EF4-FFF2-40B4-BE49-F238E27FC236}">
                    <a16:creationId xmlns:a16="http://schemas.microsoft.com/office/drawing/2014/main" id="{B4FF54B2-44F5-42F7-8353-111D80A8D2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grpSp>
            <p:nvGrpSpPr>
              <p:cNvPr id="11" name="Grupa 10">
                <a:extLst>
                  <a:ext uri="{FF2B5EF4-FFF2-40B4-BE49-F238E27FC236}">
                    <a16:creationId xmlns:a16="http://schemas.microsoft.com/office/drawing/2014/main" id="{19A2BBF4-4F54-4179-B672-AD4C8D58A30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26" name="Freeform 64">
                  <a:extLst>
                    <a:ext uri="{FF2B5EF4-FFF2-40B4-BE49-F238E27FC236}">
                      <a16:creationId xmlns:a16="http://schemas.microsoft.com/office/drawing/2014/main" id="{2F2D95CF-DAE2-4601-B9A6-233F4F2F3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27" name="Freeform 81">
                  <a:extLst>
                    <a:ext uri="{FF2B5EF4-FFF2-40B4-BE49-F238E27FC236}">
                      <a16:creationId xmlns:a16="http://schemas.microsoft.com/office/drawing/2014/main" id="{3CD52B72-C30B-4570-A8AB-78CB884F8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28" name="Freeform 61">
                  <a:extLst>
                    <a:ext uri="{FF2B5EF4-FFF2-40B4-BE49-F238E27FC236}">
                      <a16:creationId xmlns:a16="http://schemas.microsoft.com/office/drawing/2014/main" id="{696A9FBF-C89D-4CF9-A1DC-C0275A3B3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29" name="Freeform 78">
                  <a:extLst>
                    <a:ext uri="{FF2B5EF4-FFF2-40B4-BE49-F238E27FC236}">
                      <a16:creationId xmlns:a16="http://schemas.microsoft.com/office/drawing/2014/main" id="{C50B0ACE-17B4-4F11-BA43-0159796B83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0" name="Freeform 84">
                  <a:extLst>
                    <a:ext uri="{FF2B5EF4-FFF2-40B4-BE49-F238E27FC236}">
                      <a16:creationId xmlns:a16="http://schemas.microsoft.com/office/drawing/2014/main" id="{F0346B01-7019-48B2-9BE7-3E90F590FD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1" name="Freeform 87">
                  <a:extLst>
                    <a:ext uri="{FF2B5EF4-FFF2-40B4-BE49-F238E27FC236}">
                      <a16:creationId xmlns:a16="http://schemas.microsoft.com/office/drawing/2014/main" id="{5C186E4B-7559-4E95-9BDD-7DA75E0873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2" name="Freeform 60">
                  <a:extLst>
                    <a:ext uri="{FF2B5EF4-FFF2-40B4-BE49-F238E27FC236}">
                      <a16:creationId xmlns:a16="http://schemas.microsoft.com/office/drawing/2014/main" id="{4FFE117A-211E-4BD5-AB76-05026DEC6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3" name="Freeform 59">
                  <a:extLst>
                    <a:ext uri="{FF2B5EF4-FFF2-40B4-BE49-F238E27FC236}">
                      <a16:creationId xmlns:a16="http://schemas.microsoft.com/office/drawing/2014/main" id="{5CC0C412-2859-4E97-924F-291318E6AD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4" name="Freeform 62">
                  <a:extLst>
                    <a:ext uri="{FF2B5EF4-FFF2-40B4-BE49-F238E27FC236}">
                      <a16:creationId xmlns:a16="http://schemas.microsoft.com/office/drawing/2014/main" id="{AECE441C-0FBF-4F02-9781-35F2487E3C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5" name="Freeform 65">
                  <a:extLst>
                    <a:ext uri="{FF2B5EF4-FFF2-40B4-BE49-F238E27FC236}">
                      <a16:creationId xmlns:a16="http://schemas.microsoft.com/office/drawing/2014/main" id="{951A4317-3E34-41B4-BCD9-E6E0627C18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6" name="Freeform 79">
                  <a:extLst>
                    <a:ext uri="{FF2B5EF4-FFF2-40B4-BE49-F238E27FC236}">
                      <a16:creationId xmlns:a16="http://schemas.microsoft.com/office/drawing/2014/main" id="{CE2D40E4-274B-4D43-801B-7B3BAF03E4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7" name="Freeform 82">
                  <a:extLst>
                    <a:ext uri="{FF2B5EF4-FFF2-40B4-BE49-F238E27FC236}">
                      <a16:creationId xmlns:a16="http://schemas.microsoft.com/office/drawing/2014/main" id="{2D939FC8-6395-4DCB-B28C-2342BFB72F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8" name="Freeform 85">
                  <a:extLst>
                    <a:ext uri="{FF2B5EF4-FFF2-40B4-BE49-F238E27FC236}">
                      <a16:creationId xmlns:a16="http://schemas.microsoft.com/office/drawing/2014/main" id="{620FEEF2-AE91-48CA-8FE7-B50F83E1CF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9" name="Freeform 88">
                  <a:extLst>
                    <a:ext uri="{FF2B5EF4-FFF2-40B4-BE49-F238E27FC236}">
                      <a16:creationId xmlns:a16="http://schemas.microsoft.com/office/drawing/2014/main" id="{27050D75-D26B-4BD3-A4A5-68DF13E9C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nvGrpSpPr>
                <p:cNvPr id="40" name="Grupa 39">
                  <a:extLst>
                    <a:ext uri="{FF2B5EF4-FFF2-40B4-BE49-F238E27FC236}">
                      <a16:creationId xmlns:a16="http://schemas.microsoft.com/office/drawing/2014/main" id="{37668160-F5BE-4756-B84F-C68992BC7A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1" name="Line 63">
                    <a:extLst>
                      <a:ext uri="{FF2B5EF4-FFF2-40B4-BE49-F238E27FC236}">
                        <a16:creationId xmlns:a16="http://schemas.microsoft.com/office/drawing/2014/main" id="{E7F90261-4A5A-4C39-B4B3-FEBED04E34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2" name="Line 66">
                    <a:extLst>
                      <a:ext uri="{FF2B5EF4-FFF2-40B4-BE49-F238E27FC236}">
                        <a16:creationId xmlns:a16="http://schemas.microsoft.com/office/drawing/2014/main" id="{71681E7C-A7E8-4F01-9001-3FD1105E1B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3" name="Line 67">
                    <a:extLst>
                      <a:ext uri="{FF2B5EF4-FFF2-40B4-BE49-F238E27FC236}">
                        <a16:creationId xmlns:a16="http://schemas.microsoft.com/office/drawing/2014/main" id="{901B0597-C838-4481-A49D-E8D85B631C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4" name="Line 80">
                    <a:extLst>
                      <a:ext uri="{FF2B5EF4-FFF2-40B4-BE49-F238E27FC236}">
                        <a16:creationId xmlns:a16="http://schemas.microsoft.com/office/drawing/2014/main" id="{23C2B0BF-A329-4A97-B3D5-545BC6813E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5" name="Line 83">
                    <a:extLst>
                      <a:ext uri="{FF2B5EF4-FFF2-40B4-BE49-F238E27FC236}">
                        <a16:creationId xmlns:a16="http://schemas.microsoft.com/office/drawing/2014/main" id="{DBCCCA80-4FEE-4C79-8AF3-66B97054C8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6" name="Line 86">
                    <a:extLst>
                      <a:ext uri="{FF2B5EF4-FFF2-40B4-BE49-F238E27FC236}">
                        <a16:creationId xmlns:a16="http://schemas.microsoft.com/office/drawing/2014/main" id="{4B9AD13F-808D-4464-989B-F40B3E77B7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7" name="Line 89">
                    <a:extLst>
                      <a:ext uri="{FF2B5EF4-FFF2-40B4-BE49-F238E27FC236}">
                        <a16:creationId xmlns:a16="http://schemas.microsoft.com/office/drawing/2014/main" id="{076473B5-E30F-4635-8789-51368A971B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nvGrpSpPr>
              <p:cNvPr id="12" name="Grupa 11">
                <a:extLst>
                  <a:ext uri="{FF2B5EF4-FFF2-40B4-BE49-F238E27FC236}">
                    <a16:creationId xmlns:a16="http://schemas.microsoft.com/office/drawing/2014/main" id="{EF568995-35CF-4C80-A63C-82B47F1BA1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8" name="Grupa 17">
                  <a:extLst>
                    <a:ext uri="{FF2B5EF4-FFF2-40B4-BE49-F238E27FC236}">
                      <a16:creationId xmlns:a16="http://schemas.microsoft.com/office/drawing/2014/main" id="{99432608-19E2-4A3E-A68B-45C8E5DD47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2" name="Łącznik prosty 21">
                    <a:extLst>
                      <a:ext uri="{FF2B5EF4-FFF2-40B4-BE49-F238E27FC236}">
                        <a16:creationId xmlns:a16="http://schemas.microsoft.com/office/drawing/2014/main" id="{127A2810-84DE-450A-986B-DE8AF8AE6F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3" name="Łącznik prosty 22">
                    <a:extLst>
                      <a:ext uri="{FF2B5EF4-FFF2-40B4-BE49-F238E27FC236}">
                        <a16:creationId xmlns:a16="http://schemas.microsoft.com/office/drawing/2014/main" id="{1A56ED6A-BBD4-4005-A99D-65BCF8047CC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4" name="Rectangle 30">
                    <a:extLst>
                      <a:ext uri="{FF2B5EF4-FFF2-40B4-BE49-F238E27FC236}">
                        <a16:creationId xmlns:a16="http://schemas.microsoft.com/office/drawing/2014/main" id="{CFC0629C-AFCE-4D39-87D5-36EF1FE5CF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sp>
                <p:nvSpPr>
                  <p:cNvPr id="25" name="Rectangle 30">
                    <a:extLst>
                      <a:ext uri="{FF2B5EF4-FFF2-40B4-BE49-F238E27FC236}">
                        <a16:creationId xmlns:a16="http://schemas.microsoft.com/office/drawing/2014/main" id="{81F3517A-93AD-4DF3-BEC7-E607A73E5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grpSp>
            <p:grpSp>
              <p:nvGrpSpPr>
                <p:cNvPr id="19" name="Grupa 18">
                  <a:extLst>
                    <a:ext uri="{FF2B5EF4-FFF2-40B4-BE49-F238E27FC236}">
                      <a16:creationId xmlns:a16="http://schemas.microsoft.com/office/drawing/2014/main" id="{4CBBC251-E8DD-438C-8733-7D65F461A4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0" name="Freeform: Shape 19">
                    <a:extLst>
                      <a:ext uri="{FF2B5EF4-FFF2-40B4-BE49-F238E27FC236}">
                        <a16:creationId xmlns:a16="http://schemas.microsoft.com/office/drawing/2014/main" id="{6A94A4D4-EFFA-4AE2-B533-75F01F0F00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sp>
                <p:nvSpPr>
                  <p:cNvPr id="21" name="Freeform: Shape 20">
                    <a:extLst>
                      <a:ext uri="{FF2B5EF4-FFF2-40B4-BE49-F238E27FC236}">
                        <a16:creationId xmlns:a16="http://schemas.microsoft.com/office/drawing/2014/main" id="{1F4B0E1D-2F9C-444A-ADBA-BDE9F01D8D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grpSp>
          </p:grpSp>
          <p:grpSp>
            <p:nvGrpSpPr>
              <p:cNvPr id="13" name="Grupa 12">
                <a:extLst>
                  <a:ext uri="{FF2B5EF4-FFF2-40B4-BE49-F238E27FC236}">
                    <a16:creationId xmlns:a16="http://schemas.microsoft.com/office/drawing/2014/main" id="{5F5ACA0E-A5DF-4015-8FD4-FA7A53E9D1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4" name="Grupa 13">
                  <a:extLst>
                    <a:ext uri="{FF2B5EF4-FFF2-40B4-BE49-F238E27FC236}">
                      <a16:creationId xmlns:a16="http://schemas.microsoft.com/office/drawing/2014/main" id="{5A4DCFFD-FD3C-42EA-862E-5B792D9020A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6" name="Freeform 68">
                    <a:extLst>
                      <a:ext uri="{FF2B5EF4-FFF2-40B4-BE49-F238E27FC236}">
                        <a16:creationId xmlns:a16="http://schemas.microsoft.com/office/drawing/2014/main" id="{0089A8F3-7530-4C17-848C-580015C3ED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17" name="Freeform 69">
                    <a:extLst>
                      <a:ext uri="{FF2B5EF4-FFF2-40B4-BE49-F238E27FC236}">
                        <a16:creationId xmlns:a16="http://schemas.microsoft.com/office/drawing/2014/main" id="{61D8EA0C-1521-4C6D-8C09-DD6D8F1F22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sp>
              <p:nvSpPr>
                <p:cNvPr id="15" name="Line 70">
                  <a:extLst>
                    <a:ext uri="{FF2B5EF4-FFF2-40B4-BE49-F238E27FC236}">
                      <a16:creationId xmlns:a16="http://schemas.microsoft.com/office/drawing/2014/main" id="{517033B6-6B8A-4BD6-9A52-BF9E9EFBD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cxnSp>
        <p:nvCxnSpPr>
          <p:cNvPr id="173" name="Łącznik prosty 172">
            <a:extLst>
              <a:ext uri="{FF2B5EF4-FFF2-40B4-BE49-F238E27FC236}">
                <a16:creationId xmlns:a16="http://schemas.microsoft.com/office/drawing/2014/main" id="{88D7A558-4107-4032-8E5F-99B445369147}"/>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3038400" y="3690871"/>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75" name="Podtytuł 2">
            <a:extLst>
              <a:ext uri="{FF2B5EF4-FFF2-40B4-BE49-F238E27FC236}">
                <a16:creationId xmlns:a16="http://schemas.microsoft.com/office/drawing/2014/main" id="{6B5BCC80-B184-4F6C-B3E3-CFC7F4C41C95}"/>
              </a:ext>
            </a:extLst>
          </p:cNvPr>
          <p:cNvSpPr>
            <a:spLocks noGrp="1"/>
          </p:cNvSpPr>
          <p:nvPr>
            <p:ph type="subTitle" idx="1" hasCustomPrompt="1"/>
          </p:nvPr>
        </p:nvSpPr>
        <p:spPr>
          <a:xfrm>
            <a:off x="990000" y="4113213"/>
            <a:ext cx="4636800" cy="1655762"/>
          </a:xfrm>
        </p:spPr>
        <p:txBody>
          <a:bodyPr rtlCol="0">
            <a:normAutofit/>
          </a:bodyPr>
          <a:lstStyle>
            <a:lvl1pPr marL="0" indent="0" algn="ctr">
              <a:buNone/>
              <a:defRPr/>
            </a:lvl1pPr>
          </a:lstStyle>
          <a:p>
            <a:pPr rtl="0"/>
            <a:r>
              <a:rPr lang="pl-PL" noProof="0">
                <a:cs typeface="Calibri"/>
              </a:rPr>
              <a:t>Imię i nazwisko osoby prowadzącej</a:t>
            </a:r>
            <a:endParaRPr lang="pl-PL" noProof="0"/>
          </a:p>
        </p:txBody>
      </p:sp>
    </p:spTree>
    <p:extLst>
      <p:ext uri="{BB962C8B-B14F-4D97-AF65-F5344CB8AC3E}">
        <p14:creationId xmlns:p14="http://schemas.microsoft.com/office/powerpoint/2010/main" val="42291223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lan spotkania">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033B6B0-54DE-4F2D-84DD-D06CD3B117B4}"/>
              </a:ext>
            </a:extLst>
          </p:cNvPr>
          <p:cNvSpPr>
            <a:spLocks noGrp="1"/>
          </p:cNvSpPr>
          <p:nvPr>
            <p:ph type="title" hasCustomPrompt="1"/>
          </p:nvPr>
        </p:nvSpPr>
        <p:spPr>
          <a:xfrm>
            <a:off x="530307" y="536573"/>
            <a:ext cx="3856679" cy="1453003"/>
          </a:xfrm>
        </p:spPr>
        <p:txBody>
          <a:bodyPr rtlCol="0"/>
          <a:lstStyle>
            <a:lvl1pPr algn="ctr">
              <a:defRPr/>
            </a:lvl1pPr>
          </a:lstStyle>
          <a:p>
            <a:pPr rtl="0"/>
            <a:r>
              <a:rPr lang="pl-PL" noProof="0"/>
              <a:t>Kliknij, aby edytować styl wzorca tytułu</a:t>
            </a:r>
          </a:p>
        </p:txBody>
      </p:sp>
      <p:cxnSp>
        <p:nvCxnSpPr>
          <p:cNvPr id="91" name="Łącznik prosty 90">
            <a:extLst>
              <a:ext uri="{FF2B5EF4-FFF2-40B4-BE49-F238E27FC236}">
                <a16:creationId xmlns:a16="http://schemas.microsoft.com/office/drawing/2014/main" id="{A3805DED-0C97-4EF7-B1E1-0E016E053719}"/>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2179125" y="242814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03" name="Zawartość — symbol zastępczy 2">
            <a:extLst>
              <a:ext uri="{FF2B5EF4-FFF2-40B4-BE49-F238E27FC236}">
                <a16:creationId xmlns:a16="http://schemas.microsoft.com/office/drawing/2014/main" id="{E4838519-F7BD-42C9-BDE6-B4D6DF7E1175}"/>
              </a:ext>
            </a:extLst>
          </p:cNvPr>
          <p:cNvSpPr>
            <a:spLocks noGrp="1"/>
          </p:cNvSpPr>
          <p:nvPr>
            <p:ph idx="13" hasCustomPrompt="1"/>
          </p:nvPr>
        </p:nvSpPr>
        <p:spPr>
          <a:xfrm>
            <a:off x="907606" y="2877018"/>
            <a:ext cx="3060000" cy="2938561"/>
          </a:xfrm>
        </p:spPr>
        <p:txBody>
          <a:bodyPr rtlCol="0">
            <a:normAutofit/>
          </a:bodyPr>
          <a:lstStyle>
            <a:lvl1pPr algn="ctr">
              <a:defRPr/>
            </a:lvl1pPr>
          </a:lstStyle>
          <a:p>
            <a:pPr marL="0" indent="0" algn="ctr" rtl="0">
              <a:buNone/>
            </a:pPr>
            <a:r>
              <a:rPr lang="pl-PL" noProof="0"/>
              <a:t>Kliknij, aby edytować styl wzorca tekstu</a:t>
            </a:r>
          </a:p>
        </p:txBody>
      </p:sp>
      <p:sp>
        <p:nvSpPr>
          <p:cNvPr id="3" name="Data — symbol zastępczy 2">
            <a:extLst>
              <a:ext uri="{FF2B5EF4-FFF2-40B4-BE49-F238E27FC236}">
                <a16:creationId xmlns:a16="http://schemas.microsoft.com/office/drawing/2014/main" id="{AEFFE053-BB16-4940-B248-2D496BB29975}"/>
              </a:ext>
            </a:extLst>
          </p:cNvPr>
          <p:cNvSpPr>
            <a:spLocks noGrp="1"/>
          </p:cNvSpPr>
          <p:nvPr>
            <p:ph type="dt" sz="half" idx="10"/>
          </p:nvPr>
        </p:nvSpPr>
        <p:spPr>
          <a:xfrm>
            <a:off x="450000" y="6357168"/>
            <a:ext cx="1480400" cy="461665"/>
          </a:xfrm>
        </p:spPr>
        <p:txBody>
          <a:bodyPr rtlCol="0"/>
          <a:lstStyle>
            <a:lvl1pPr>
              <a:defRPr/>
            </a:lvl1pPr>
          </a:lstStyle>
          <a:p>
            <a:pPr rtl="0"/>
            <a:r>
              <a:rPr lang="pl-PL" noProof="0"/>
              <a:t>20XX</a:t>
            </a:r>
          </a:p>
        </p:txBody>
      </p:sp>
      <p:sp>
        <p:nvSpPr>
          <p:cNvPr id="4" name="Stopka — symbol zastępczy 3">
            <a:extLst>
              <a:ext uri="{FF2B5EF4-FFF2-40B4-BE49-F238E27FC236}">
                <a16:creationId xmlns:a16="http://schemas.microsoft.com/office/drawing/2014/main" id="{31FBD80C-6CA1-42DB-B732-4807A27DA8C7}"/>
              </a:ext>
            </a:extLst>
          </p:cNvPr>
          <p:cNvSpPr>
            <a:spLocks noGrp="1"/>
          </p:cNvSpPr>
          <p:nvPr>
            <p:ph type="ftr" sz="quarter" idx="11"/>
          </p:nvPr>
        </p:nvSpPr>
        <p:spPr>
          <a:xfrm>
            <a:off x="1996947" y="6357600"/>
            <a:ext cx="6683376" cy="460800"/>
          </a:xfrm>
        </p:spPr>
        <p:txBody>
          <a:bodyPr rtlCol="0"/>
          <a:lstStyle>
            <a:lvl1pPr algn="l">
              <a:defRPr/>
            </a:lvl1pPr>
          </a:lstStyle>
          <a:p>
            <a:pPr rtl="0"/>
            <a:endParaRPr lang="pl-PL" noProof="0"/>
          </a:p>
        </p:txBody>
      </p:sp>
      <p:sp>
        <p:nvSpPr>
          <p:cNvPr id="9" name="Obraz — symbol zastępczy 8">
            <a:extLst>
              <a:ext uri="{FF2B5EF4-FFF2-40B4-BE49-F238E27FC236}">
                <a16:creationId xmlns:a16="http://schemas.microsoft.com/office/drawing/2014/main" id="{EF1A84F6-2D30-446A-9D91-44FBCB825679}"/>
              </a:ext>
            </a:extLst>
          </p:cNvPr>
          <p:cNvSpPr>
            <a:spLocks noGrp="1"/>
          </p:cNvSpPr>
          <p:nvPr>
            <p:ph type="pic" sz="quarter" idx="14"/>
          </p:nvPr>
        </p:nvSpPr>
        <p:spPr>
          <a:xfrm>
            <a:off x="4979987" y="0"/>
            <a:ext cx="7212013" cy="6858000"/>
          </a:xfrm>
        </p:spPr>
        <p:txBody>
          <a:bodyPr rtlCol="0"/>
          <a:lstStyle/>
          <a:p>
            <a:pPr rtl="0"/>
            <a:r>
              <a:rPr lang="pl-PL" noProof="0"/>
              <a:t>Kliknij ikonę, aby dodać obraz</a:t>
            </a:r>
          </a:p>
        </p:txBody>
      </p:sp>
      <p:sp>
        <p:nvSpPr>
          <p:cNvPr id="5" name="Numer slajdu — symbol zastępczy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a:p>
        </p:txBody>
      </p:sp>
    </p:spTree>
    <p:extLst>
      <p:ext uri="{BB962C8B-B14F-4D97-AF65-F5344CB8AC3E}">
        <p14:creationId xmlns:p14="http://schemas.microsoft.com/office/powerpoint/2010/main" val="446465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stęp">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033B6B0-54DE-4F2D-84DD-D06CD3B117B4}"/>
              </a:ext>
            </a:extLst>
          </p:cNvPr>
          <p:cNvSpPr>
            <a:spLocks noGrp="1"/>
          </p:cNvSpPr>
          <p:nvPr>
            <p:ph type="title" hasCustomPrompt="1"/>
          </p:nvPr>
        </p:nvSpPr>
        <p:spPr>
          <a:xfrm>
            <a:off x="4056600" y="536573"/>
            <a:ext cx="4078800" cy="1453003"/>
          </a:xfrm>
        </p:spPr>
        <p:txBody>
          <a:bodyPr rtlCol="0"/>
          <a:lstStyle>
            <a:lvl1pPr algn="ctr">
              <a:defRPr/>
            </a:lvl1pPr>
          </a:lstStyle>
          <a:p>
            <a:pPr rtl="0"/>
            <a:r>
              <a:rPr lang="pl-PL" noProof="0"/>
              <a:t>Kliknij, aby edytować styl wzorca tytułu</a:t>
            </a:r>
          </a:p>
        </p:txBody>
      </p:sp>
      <p:sp>
        <p:nvSpPr>
          <p:cNvPr id="95" name="Tekst — symbol zastępczy 94">
            <a:extLst>
              <a:ext uri="{FF2B5EF4-FFF2-40B4-BE49-F238E27FC236}">
                <a16:creationId xmlns:a16="http://schemas.microsoft.com/office/drawing/2014/main" id="{376C93AE-577A-4E39-B37B-F54DD619E8E9}"/>
              </a:ext>
            </a:extLst>
          </p:cNvPr>
          <p:cNvSpPr>
            <a:spLocks noGrp="1"/>
          </p:cNvSpPr>
          <p:nvPr>
            <p:ph type="body" sz="quarter" idx="13" hasCustomPrompt="1"/>
          </p:nvPr>
        </p:nvSpPr>
        <p:spPr>
          <a:xfrm>
            <a:off x="3686175" y="2876550"/>
            <a:ext cx="4819650" cy="2875321"/>
          </a:xfrm>
        </p:spPr>
        <p:txBody>
          <a:bodyPr rtlCol="0">
            <a:normAutofit/>
          </a:bodyPr>
          <a:lstStyle>
            <a:lvl1pPr marL="0" indent="0" algn="ctr">
              <a:buNone/>
              <a:defRPr sz="1600" baseline="0"/>
            </a:lvl1pPr>
            <a:lvl2pPr marL="360000" indent="0" algn="ctr">
              <a:buFont typeface="Arial" panose="020B0604020202020204" pitchFamily="34" charset="0"/>
              <a:buNone/>
              <a:defRPr/>
            </a:lvl2pPr>
            <a:lvl3pPr marL="720000" indent="0" algn="ctr">
              <a:buNone/>
              <a:defRPr/>
            </a:lvl3pPr>
            <a:lvl4pPr marL="1080000" indent="0" algn="ctr">
              <a:buFont typeface="Arial" panose="020B0604020202020204" pitchFamily="34" charset="0"/>
              <a:buNone/>
              <a:defRPr/>
            </a:lvl4pPr>
            <a:lvl5pPr marL="1440000" indent="0" algn="ctr">
              <a:buNone/>
              <a:defRPr/>
            </a:lvl5pPr>
          </a:lstStyle>
          <a:p>
            <a:pPr lvl="0" rtl="0"/>
            <a:r>
              <a:rPr lang="pl-PL" noProof="0"/>
              <a:t>Kliknij, aby dodać tekst</a:t>
            </a:r>
          </a:p>
        </p:txBody>
      </p:sp>
      <p:sp>
        <p:nvSpPr>
          <p:cNvPr id="3" name="Data — symbol zastępczy 2">
            <a:extLst>
              <a:ext uri="{FF2B5EF4-FFF2-40B4-BE49-F238E27FC236}">
                <a16:creationId xmlns:a16="http://schemas.microsoft.com/office/drawing/2014/main" id="{AEFFE053-BB16-4940-B248-2D496BB29975}"/>
              </a:ext>
            </a:extLst>
          </p:cNvPr>
          <p:cNvSpPr>
            <a:spLocks noGrp="1"/>
          </p:cNvSpPr>
          <p:nvPr>
            <p:ph type="dt" sz="half" idx="10"/>
          </p:nvPr>
        </p:nvSpPr>
        <p:spPr/>
        <p:txBody>
          <a:bodyPr rtlCol="0"/>
          <a:lstStyle>
            <a:lvl1pPr>
              <a:defRPr/>
            </a:lvl1pPr>
          </a:lstStyle>
          <a:p>
            <a:pPr rtl="0"/>
            <a:r>
              <a:rPr lang="pl-PL" noProof="0"/>
              <a:t>20XX</a:t>
            </a:r>
          </a:p>
        </p:txBody>
      </p:sp>
      <p:sp>
        <p:nvSpPr>
          <p:cNvPr id="4" name="Stopka — symbol zastępczy 3">
            <a:extLst>
              <a:ext uri="{FF2B5EF4-FFF2-40B4-BE49-F238E27FC236}">
                <a16:creationId xmlns:a16="http://schemas.microsoft.com/office/drawing/2014/main" id="{31FBD80C-6CA1-42DB-B732-4807A27DA8C7}"/>
              </a:ext>
            </a:extLst>
          </p:cNvPr>
          <p:cNvSpPr>
            <a:spLocks noGrp="1"/>
          </p:cNvSpPr>
          <p:nvPr>
            <p:ph type="ftr" sz="quarter" idx="11"/>
          </p:nvPr>
        </p:nvSpPr>
        <p:spPr/>
        <p:txBody>
          <a:bodyPr rtlCol="0"/>
          <a:lstStyle/>
          <a:p>
            <a:pPr rtl="0"/>
            <a:endParaRPr lang="pl-PL" noProof="0"/>
          </a:p>
        </p:txBody>
      </p:sp>
      <p:sp>
        <p:nvSpPr>
          <p:cNvPr id="5" name="Numer slajdu — symbol zastępczy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a:p>
        </p:txBody>
      </p:sp>
      <p:grpSp>
        <p:nvGrpSpPr>
          <p:cNvPr id="6" name="Grupa 5">
            <a:extLst>
              <a:ext uri="{FF2B5EF4-FFF2-40B4-BE49-F238E27FC236}">
                <a16:creationId xmlns:a16="http://schemas.microsoft.com/office/drawing/2014/main" id="{4DF41F26-BFC3-471C-AEBF-8D613043F8A1}"/>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199766" y="716800"/>
            <a:ext cx="3838575" cy="5583025"/>
            <a:chOff x="199766" y="716800"/>
            <a:chExt cx="3838575" cy="5583025"/>
          </a:xfrm>
        </p:grpSpPr>
        <p:grpSp>
          <p:nvGrpSpPr>
            <p:cNvPr id="7" name="Grupa 6">
              <a:extLst>
                <a:ext uri="{FF2B5EF4-FFF2-40B4-BE49-F238E27FC236}">
                  <a16:creationId xmlns:a16="http://schemas.microsoft.com/office/drawing/2014/main" id="{CD3F709F-F0BC-4149-B83C-D6E0B13F9CA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26" name="Freeform 64">
                <a:extLst>
                  <a:ext uri="{FF2B5EF4-FFF2-40B4-BE49-F238E27FC236}">
                    <a16:creationId xmlns:a16="http://schemas.microsoft.com/office/drawing/2014/main" id="{5C5EF830-776D-4D9D-B2AD-E2EF27FE2B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27" name="Freeform 81">
                <a:extLst>
                  <a:ext uri="{FF2B5EF4-FFF2-40B4-BE49-F238E27FC236}">
                    <a16:creationId xmlns:a16="http://schemas.microsoft.com/office/drawing/2014/main" id="{24555386-DD07-47B5-8731-6188F04409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28" name="Freeform 61">
                <a:extLst>
                  <a:ext uri="{FF2B5EF4-FFF2-40B4-BE49-F238E27FC236}">
                    <a16:creationId xmlns:a16="http://schemas.microsoft.com/office/drawing/2014/main" id="{98AACD5A-587D-4523-8687-E39554A9EE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29" name="Freeform 78">
                <a:extLst>
                  <a:ext uri="{FF2B5EF4-FFF2-40B4-BE49-F238E27FC236}">
                    <a16:creationId xmlns:a16="http://schemas.microsoft.com/office/drawing/2014/main" id="{056E6FE3-AE0B-4665-BDC4-C43B088EA3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0" name="Freeform 84">
                <a:extLst>
                  <a:ext uri="{FF2B5EF4-FFF2-40B4-BE49-F238E27FC236}">
                    <a16:creationId xmlns:a16="http://schemas.microsoft.com/office/drawing/2014/main" id="{3341E111-158B-46EB-85CF-76ACE2E63E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1" name="Freeform 87">
                <a:extLst>
                  <a:ext uri="{FF2B5EF4-FFF2-40B4-BE49-F238E27FC236}">
                    <a16:creationId xmlns:a16="http://schemas.microsoft.com/office/drawing/2014/main" id="{B6BAC346-F465-42C1-B326-511CDAAFCD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2" name="Freeform 60">
                <a:extLst>
                  <a:ext uri="{FF2B5EF4-FFF2-40B4-BE49-F238E27FC236}">
                    <a16:creationId xmlns:a16="http://schemas.microsoft.com/office/drawing/2014/main" id="{41EFAE7C-FB00-406B-B543-258ECBA85C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3" name="Freeform 59">
                <a:extLst>
                  <a:ext uri="{FF2B5EF4-FFF2-40B4-BE49-F238E27FC236}">
                    <a16:creationId xmlns:a16="http://schemas.microsoft.com/office/drawing/2014/main" id="{7B8E44F7-B4B5-407F-8CBF-2EF396585A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4" name="Freeform 62">
                <a:extLst>
                  <a:ext uri="{FF2B5EF4-FFF2-40B4-BE49-F238E27FC236}">
                    <a16:creationId xmlns:a16="http://schemas.microsoft.com/office/drawing/2014/main" id="{E5CB4BB7-46DD-4D14-AF85-0E13EFBA6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5" name="Freeform 65">
                <a:extLst>
                  <a:ext uri="{FF2B5EF4-FFF2-40B4-BE49-F238E27FC236}">
                    <a16:creationId xmlns:a16="http://schemas.microsoft.com/office/drawing/2014/main" id="{F7F8EDDC-B124-4CF0-9C0B-036D7E9203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6" name="Freeform 79">
                <a:extLst>
                  <a:ext uri="{FF2B5EF4-FFF2-40B4-BE49-F238E27FC236}">
                    <a16:creationId xmlns:a16="http://schemas.microsoft.com/office/drawing/2014/main" id="{F9979D20-23CA-44BF-94E4-277FAA877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7" name="Freeform 82">
                <a:extLst>
                  <a:ext uri="{FF2B5EF4-FFF2-40B4-BE49-F238E27FC236}">
                    <a16:creationId xmlns:a16="http://schemas.microsoft.com/office/drawing/2014/main" id="{64DA53E4-1E27-44B2-9EA5-375E3D20A7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8" name="Freeform 85">
                <a:extLst>
                  <a:ext uri="{FF2B5EF4-FFF2-40B4-BE49-F238E27FC236}">
                    <a16:creationId xmlns:a16="http://schemas.microsoft.com/office/drawing/2014/main" id="{AF41DBD5-F7CA-43C7-B477-6E93D8DC0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9" name="Freeform 88">
                <a:extLst>
                  <a:ext uri="{FF2B5EF4-FFF2-40B4-BE49-F238E27FC236}">
                    <a16:creationId xmlns:a16="http://schemas.microsoft.com/office/drawing/2014/main" id="{8DE355CC-A733-4109-AC9E-4E5E96E355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nvGrpSpPr>
              <p:cNvPr id="40" name="Grupa 39">
                <a:extLst>
                  <a:ext uri="{FF2B5EF4-FFF2-40B4-BE49-F238E27FC236}">
                    <a16:creationId xmlns:a16="http://schemas.microsoft.com/office/drawing/2014/main" id="{C60E99C1-AC1B-4267-A404-07CA28EA1AA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1" name="Line 63">
                  <a:extLst>
                    <a:ext uri="{FF2B5EF4-FFF2-40B4-BE49-F238E27FC236}">
                      <a16:creationId xmlns:a16="http://schemas.microsoft.com/office/drawing/2014/main" id="{46BA754B-AF8C-4E32-B5D4-BD2CA1341E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2" name="Line 66">
                  <a:extLst>
                    <a:ext uri="{FF2B5EF4-FFF2-40B4-BE49-F238E27FC236}">
                      <a16:creationId xmlns:a16="http://schemas.microsoft.com/office/drawing/2014/main" id="{AA7154F4-DAA9-42B8-9C79-E7D89EB926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3" name="Line 67">
                  <a:extLst>
                    <a:ext uri="{FF2B5EF4-FFF2-40B4-BE49-F238E27FC236}">
                      <a16:creationId xmlns:a16="http://schemas.microsoft.com/office/drawing/2014/main" id="{CFCCE002-4181-4663-B8B4-5B5CC711B8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4" name="Line 80">
                  <a:extLst>
                    <a:ext uri="{FF2B5EF4-FFF2-40B4-BE49-F238E27FC236}">
                      <a16:creationId xmlns:a16="http://schemas.microsoft.com/office/drawing/2014/main" id="{B3C1286A-A92F-45A8-A144-C4EBF3B8BC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5" name="Line 83">
                  <a:extLst>
                    <a:ext uri="{FF2B5EF4-FFF2-40B4-BE49-F238E27FC236}">
                      <a16:creationId xmlns:a16="http://schemas.microsoft.com/office/drawing/2014/main" id="{31993490-8FCD-4048-A2E8-0A217FF656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6" name="Line 86">
                  <a:extLst>
                    <a:ext uri="{FF2B5EF4-FFF2-40B4-BE49-F238E27FC236}">
                      <a16:creationId xmlns:a16="http://schemas.microsoft.com/office/drawing/2014/main" id="{33AF3440-700A-44B0-A0D1-1E6301F18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7" name="Line 89">
                  <a:extLst>
                    <a:ext uri="{FF2B5EF4-FFF2-40B4-BE49-F238E27FC236}">
                      <a16:creationId xmlns:a16="http://schemas.microsoft.com/office/drawing/2014/main" id="{F17E7CAB-5E29-47AC-91E8-B488D357FB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nvGrpSpPr>
            <p:cNvPr id="8" name="Grupa 7">
              <a:extLst>
                <a:ext uri="{FF2B5EF4-FFF2-40B4-BE49-F238E27FC236}">
                  <a16:creationId xmlns:a16="http://schemas.microsoft.com/office/drawing/2014/main" id="{D713AE0B-3A03-4CCB-B15E-CAF75D85583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18" name="Grupa 17">
                <a:extLst>
                  <a:ext uri="{FF2B5EF4-FFF2-40B4-BE49-F238E27FC236}">
                    <a16:creationId xmlns:a16="http://schemas.microsoft.com/office/drawing/2014/main" id="{94CC0330-760F-4B4E-BE37-D345B5B2E8E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2" name="Łącznik prosty 21">
                  <a:extLst>
                    <a:ext uri="{FF2B5EF4-FFF2-40B4-BE49-F238E27FC236}">
                      <a16:creationId xmlns:a16="http://schemas.microsoft.com/office/drawing/2014/main" id="{8B6C8306-3715-4107-BA99-68EB308CA19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3" name="Łącznik prosty 22">
                  <a:extLst>
                    <a:ext uri="{FF2B5EF4-FFF2-40B4-BE49-F238E27FC236}">
                      <a16:creationId xmlns:a16="http://schemas.microsoft.com/office/drawing/2014/main" id="{5A4B3797-F2A4-43E3-B8F8-8BC4B0FBDE9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4" name="Rectangle 30">
                  <a:extLst>
                    <a:ext uri="{FF2B5EF4-FFF2-40B4-BE49-F238E27FC236}">
                      <a16:creationId xmlns:a16="http://schemas.microsoft.com/office/drawing/2014/main" id="{BB27766D-84D5-4D02-AE36-3149427B22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sp>
              <p:nvSpPr>
                <p:cNvPr id="25" name="Rectangle 30">
                  <a:extLst>
                    <a:ext uri="{FF2B5EF4-FFF2-40B4-BE49-F238E27FC236}">
                      <a16:creationId xmlns:a16="http://schemas.microsoft.com/office/drawing/2014/main" id="{8F1C8A62-8495-422A-9A73-9C59C603F6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grpSp>
          <p:grpSp>
            <p:nvGrpSpPr>
              <p:cNvPr id="19" name="Grupa 18">
                <a:extLst>
                  <a:ext uri="{FF2B5EF4-FFF2-40B4-BE49-F238E27FC236}">
                    <a16:creationId xmlns:a16="http://schemas.microsoft.com/office/drawing/2014/main" id="{B1CEBFBC-BC6E-4C5F-BEC4-DD2079D8E2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0" name="Freeform: Shape 19">
                  <a:extLst>
                    <a:ext uri="{FF2B5EF4-FFF2-40B4-BE49-F238E27FC236}">
                      <a16:creationId xmlns:a16="http://schemas.microsoft.com/office/drawing/2014/main" id="{969A298F-AA6C-4139-992B-E27C085461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sp>
              <p:nvSpPr>
                <p:cNvPr id="21" name="Freeform: Shape 20">
                  <a:extLst>
                    <a:ext uri="{FF2B5EF4-FFF2-40B4-BE49-F238E27FC236}">
                      <a16:creationId xmlns:a16="http://schemas.microsoft.com/office/drawing/2014/main" id="{972AA363-33A2-4979-9DE5-9FA8ACADE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grpSp>
        </p:grpSp>
        <p:grpSp>
          <p:nvGrpSpPr>
            <p:cNvPr id="9" name="Grupa 8">
              <a:extLst>
                <a:ext uri="{FF2B5EF4-FFF2-40B4-BE49-F238E27FC236}">
                  <a16:creationId xmlns:a16="http://schemas.microsoft.com/office/drawing/2014/main" id="{A3822750-6B8C-4F83-9CAD-F924EF49378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10" name="Grupa 9">
                <a:extLst>
                  <a:ext uri="{FF2B5EF4-FFF2-40B4-BE49-F238E27FC236}">
                    <a16:creationId xmlns:a16="http://schemas.microsoft.com/office/drawing/2014/main" id="{58523E1A-71CD-4B09-A4F4-07F86003B4A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15" name="Freeform 68">
                  <a:extLst>
                    <a:ext uri="{FF2B5EF4-FFF2-40B4-BE49-F238E27FC236}">
                      <a16:creationId xmlns:a16="http://schemas.microsoft.com/office/drawing/2014/main" id="{169972B1-6443-4F74-80F9-BB4943CD30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16" name="Freeform 69">
                  <a:extLst>
                    <a:ext uri="{FF2B5EF4-FFF2-40B4-BE49-F238E27FC236}">
                      <a16:creationId xmlns:a16="http://schemas.microsoft.com/office/drawing/2014/main" id="{EB69F32F-40CA-458E-B833-E909ADFDD9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17" name="Line 70">
                  <a:extLst>
                    <a:ext uri="{FF2B5EF4-FFF2-40B4-BE49-F238E27FC236}">
                      <a16:creationId xmlns:a16="http://schemas.microsoft.com/office/drawing/2014/main" id="{5B2FEC36-803B-49C9-8313-D558457B25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nvGrpSpPr>
              <p:cNvPr id="11" name="Grupa 10">
                <a:extLst>
                  <a:ext uri="{FF2B5EF4-FFF2-40B4-BE49-F238E27FC236}">
                    <a16:creationId xmlns:a16="http://schemas.microsoft.com/office/drawing/2014/main" id="{5178F1E3-F49B-4E7A-BA5C-B2BFD9A636E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12" name="Freeform 68">
                  <a:extLst>
                    <a:ext uri="{FF2B5EF4-FFF2-40B4-BE49-F238E27FC236}">
                      <a16:creationId xmlns:a16="http://schemas.microsoft.com/office/drawing/2014/main" id="{9F18055A-6D8B-4373-A010-59AE8C813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13" name="Freeform 69">
                  <a:extLst>
                    <a:ext uri="{FF2B5EF4-FFF2-40B4-BE49-F238E27FC236}">
                      <a16:creationId xmlns:a16="http://schemas.microsoft.com/office/drawing/2014/main" id="{2612E838-0F14-4DE7-AD23-6A83078511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14" name="Line 70">
                  <a:extLst>
                    <a:ext uri="{FF2B5EF4-FFF2-40B4-BE49-F238E27FC236}">
                      <a16:creationId xmlns:a16="http://schemas.microsoft.com/office/drawing/2014/main" id="{AF3F8EED-B567-43E0-8B31-5A5E7AFB2D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grpSp>
        <p:nvGrpSpPr>
          <p:cNvPr id="48" name="Grupa 47">
            <a:extLst>
              <a:ext uri="{FF2B5EF4-FFF2-40B4-BE49-F238E27FC236}">
                <a16:creationId xmlns:a16="http://schemas.microsoft.com/office/drawing/2014/main" id="{952B8C31-9649-4E69-B31C-D77394EE2339}"/>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flipH="1">
            <a:off x="8153659" y="716800"/>
            <a:ext cx="3838575" cy="5583025"/>
            <a:chOff x="199766" y="716800"/>
            <a:chExt cx="3838575" cy="5583025"/>
          </a:xfrm>
        </p:grpSpPr>
        <p:grpSp>
          <p:nvGrpSpPr>
            <p:cNvPr id="49" name="Grupa 48">
              <a:extLst>
                <a:ext uri="{FF2B5EF4-FFF2-40B4-BE49-F238E27FC236}">
                  <a16:creationId xmlns:a16="http://schemas.microsoft.com/office/drawing/2014/main" id="{269D1249-EDCC-41AC-BA08-E670FB4E338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68" name="Freeform 64">
                <a:extLst>
                  <a:ext uri="{FF2B5EF4-FFF2-40B4-BE49-F238E27FC236}">
                    <a16:creationId xmlns:a16="http://schemas.microsoft.com/office/drawing/2014/main" id="{EA5EA6EB-846A-4897-AE83-5BDD96A4F2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69" name="Freeform 81">
                <a:extLst>
                  <a:ext uri="{FF2B5EF4-FFF2-40B4-BE49-F238E27FC236}">
                    <a16:creationId xmlns:a16="http://schemas.microsoft.com/office/drawing/2014/main" id="{185EF0DB-BE87-4CDD-823B-E665113797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0" name="Freeform 61">
                <a:extLst>
                  <a:ext uri="{FF2B5EF4-FFF2-40B4-BE49-F238E27FC236}">
                    <a16:creationId xmlns:a16="http://schemas.microsoft.com/office/drawing/2014/main" id="{9AC9E234-4400-46EB-92D7-9B53A68B91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1" name="Freeform 78">
                <a:extLst>
                  <a:ext uri="{FF2B5EF4-FFF2-40B4-BE49-F238E27FC236}">
                    <a16:creationId xmlns:a16="http://schemas.microsoft.com/office/drawing/2014/main" id="{A0C06F74-3085-4BB3-9758-D97415975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2" name="Freeform 84">
                <a:extLst>
                  <a:ext uri="{FF2B5EF4-FFF2-40B4-BE49-F238E27FC236}">
                    <a16:creationId xmlns:a16="http://schemas.microsoft.com/office/drawing/2014/main" id="{9EA54D9F-32B0-4B48-B93A-B5A9E3DC6B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3" name="Freeform 87">
                <a:extLst>
                  <a:ext uri="{FF2B5EF4-FFF2-40B4-BE49-F238E27FC236}">
                    <a16:creationId xmlns:a16="http://schemas.microsoft.com/office/drawing/2014/main" id="{3858A715-B583-4779-A1D2-86822F2CB8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4" name="Freeform 60">
                <a:extLst>
                  <a:ext uri="{FF2B5EF4-FFF2-40B4-BE49-F238E27FC236}">
                    <a16:creationId xmlns:a16="http://schemas.microsoft.com/office/drawing/2014/main" id="{ECAE61B9-0396-4F89-85E9-EB174D639A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5" name="Freeform 59">
                <a:extLst>
                  <a:ext uri="{FF2B5EF4-FFF2-40B4-BE49-F238E27FC236}">
                    <a16:creationId xmlns:a16="http://schemas.microsoft.com/office/drawing/2014/main" id="{46E4F030-726A-40ED-810F-C9F2379183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6" name="Freeform 62">
                <a:extLst>
                  <a:ext uri="{FF2B5EF4-FFF2-40B4-BE49-F238E27FC236}">
                    <a16:creationId xmlns:a16="http://schemas.microsoft.com/office/drawing/2014/main" id="{B3148C64-AE70-4F9D-B6CE-5C92B9922B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7" name="Freeform 65">
                <a:extLst>
                  <a:ext uri="{FF2B5EF4-FFF2-40B4-BE49-F238E27FC236}">
                    <a16:creationId xmlns:a16="http://schemas.microsoft.com/office/drawing/2014/main" id="{78C97992-BC56-40D7-A639-3D314871C8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8" name="Freeform 79">
                <a:extLst>
                  <a:ext uri="{FF2B5EF4-FFF2-40B4-BE49-F238E27FC236}">
                    <a16:creationId xmlns:a16="http://schemas.microsoft.com/office/drawing/2014/main" id="{469CAD99-0EFE-4B8E-922B-0C2BCFFD5D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9" name="Freeform 82">
                <a:extLst>
                  <a:ext uri="{FF2B5EF4-FFF2-40B4-BE49-F238E27FC236}">
                    <a16:creationId xmlns:a16="http://schemas.microsoft.com/office/drawing/2014/main" id="{1D00B441-E5A3-4411-9B05-8E09BFF62D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0" name="Freeform 85">
                <a:extLst>
                  <a:ext uri="{FF2B5EF4-FFF2-40B4-BE49-F238E27FC236}">
                    <a16:creationId xmlns:a16="http://schemas.microsoft.com/office/drawing/2014/main" id="{3FFE4E0B-A703-4655-B55F-44B3A3902F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1" name="Freeform 88">
                <a:extLst>
                  <a:ext uri="{FF2B5EF4-FFF2-40B4-BE49-F238E27FC236}">
                    <a16:creationId xmlns:a16="http://schemas.microsoft.com/office/drawing/2014/main" id="{F19632C2-B953-4CD1-9EAA-5C1FEA3EFD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nvGrpSpPr>
              <p:cNvPr id="82" name="Grupa 81">
                <a:extLst>
                  <a:ext uri="{FF2B5EF4-FFF2-40B4-BE49-F238E27FC236}">
                    <a16:creationId xmlns:a16="http://schemas.microsoft.com/office/drawing/2014/main" id="{DBDC3951-9E4C-4062-9B43-3038D9058A6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83" name="Line 63">
                  <a:extLst>
                    <a:ext uri="{FF2B5EF4-FFF2-40B4-BE49-F238E27FC236}">
                      <a16:creationId xmlns:a16="http://schemas.microsoft.com/office/drawing/2014/main" id="{2764EF0E-A104-46C9-B242-778009E49E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4" name="Line 66">
                  <a:extLst>
                    <a:ext uri="{FF2B5EF4-FFF2-40B4-BE49-F238E27FC236}">
                      <a16:creationId xmlns:a16="http://schemas.microsoft.com/office/drawing/2014/main" id="{D0A8B652-41E0-456C-9C9F-1F0EC00891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5" name="Line 67">
                  <a:extLst>
                    <a:ext uri="{FF2B5EF4-FFF2-40B4-BE49-F238E27FC236}">
                      <a16:creationId xmlns:a16="http://schemas.microsoft.com/office/drawing/2014/main" id="{802E547A-C876-460C-B6A4-BCE8D39DA0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6" name="Line 80">
                  <a:extLst>
                    <a:ext uri="{FF2B5EF4-FFF2-40B4-BE49-F238E27FC236}">
                      <a16:creationId xmlns:a16="http://schemas.microsoft.com/office/drawing/2014/main" id="{00363E6C-7B8D-4E1D-A93E-E73306E130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7" name="Line 83">
                  <a:extLst>
                    <a:ext uri="{FF2B5EF4-FFF2-40B4-BE49-F238E27FC236}">
                      <a16:creationId xmlns:a16="http://schemas.microsoft.com/office/drawing/2014/main" id="{206E174F-B8D0-4FFD-A1B5-56BFC5CCE9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8" name="Line 86">
                  <a:extLst>
                    <a:ext uri="{FF2B5EF4-FFF2-40B4-BE49-F238E27FC236}">
                      <a16:creationId xmlns:a16="http://schemas.microsoft.com/office/drawing/2014/main" id="{3A10191E-76B5-4841-B32D-0DF6EAB639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9" name="Line 89">
                  <a:extLst>
                    <a:ext uri="{FF2B5EF4-FFF2-40B4-BE49-F238E27FC236}">
                      <a16:creationId xmlns:a16="http://schemas.microsoft.com/office/drawing/2014/main" id="{CF67EF0B-5FE7-4D99-8B38-95B1706F07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nvGrpSpPr>
            <p:cNvPr id="50" name="Grupa 49">
              <a:extLst>
                <a:ext uri="{FF2B5EF4-FFF2-40B4-BE49-F238E27FC236}">
                  <a16:creationId xmlns:a16="http://schemas.microsoft.com/office/drawing/2014/main" id="{0B39CF0F-2997-4D96-8F17-211C97D87DB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60" name="Grupa 59">
                <a:extLst>
                  <a:ext uri="{FF2B5EF4-FFF2-40B4-BE49-F238E27FC236}">
                    <a16:creationId xmlns:a16="http://schemas.microsoft.com/office/drawing/2014/main" id="{6408937D-7FFE-4D6C-AF79-1F60035CC7C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4" name="Łącznik prosty 63">
                  <a:extLst>
                    <a:ext uri="{FF2B5EF4-FFF2-40B4-BE49-F238E27FC236}">
                      <a16:creationId xmlns:a16="http://schemas.microsoft.com/office/drawing/2014/main" id="{749AA60A-BD5D-4647-AE8A-DF411C654BD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5" name="Łącznik prosty 64">
                  <a:extLst>
                    <a:ext uri="{FF2B5EF4-FFF2-40B4-BE49-F238E27FC236}">
                      <a16:creationId xmlns:a16="http://schemas.microsoft.com/office/drawing/2014/main" id="{3F335D2B-768D-4700-A35C-F54A7BD352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6" name="Rectangle 30">
                  <a:extLst>
                    <a:ext uri="{FF2B5EF4-FFF2-40B4-BE49-F238E27FC236}">
                      <a16:creationId xmlns:a16="http://schemas.microsoft.com/office/drawing/2014/main" id="{B6F1EDEE-EDB1-4759-9339-8F60B631A3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sp>
              <p:nvSpPr>
                <p:cNvPr id="67" name="Rectangle 30">
                  <a:extLst>
                    <a:ext uri="{FF2B5EF4-FFF2-40B4-BE49-F238E27FC236}">
                      <a16:creationId xmlns:a16="http://schemas.microsoft.com/office/drawing/2014/main" id="{305D4D3B-BD5E-44BE-BE6A-4C91845930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grpSp>
          <p:grpSp>
            <p:nvGrpSpPr>
              <p:cNvPr id="61" name="Grupa 60">
                <a:extLst>
                  <a:ext uri="{FF2B5EF4-FFF2-40B4-BE49-F238E27FC236}">
                    <a16:creationId xmlns:a16="http://schemas.microsoft.com/office/drawing/2014/main" id="{30748E9E-1F8D-4FB9-89D6-F5B35B5049F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62" name="Freeform: Shape 61">
                  <a:extLst>
                    <a:ext uri="{FF2B5EF4-FFF2-40B4-BE49-F238E27FC236}">
                      <a16:creationId xmlns:a16="http://schemas.microsoft.com/office/drawing/2014/main" id="{B56CFFBA-D942-451F-B4E0-133DEA264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sp>
              <p:nvSpPr>
                <p:cNvPr id="63" name="Freeform: Shape 62">
                  <a:extLst>
                    <a:ext uri="{FF2B5EF4-FFF2-40B4-BE49-F238E27FC236}">
                      <a16:creationId xmlns:a16="http://schemas.microsoft.com/office/drawing/2014/main" id="{1B25F38B-03B2-435D-82ED-142D2AB4D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grpSp>
        </p:grpSp>
        <p:grpSp>
          <p:nvGrpSpPr>
            <p:cNvPr id="51" name="Grupa 50">
              <a:extLst>
                <a:ext uri="{FF2B5EF4-FFF2-40B4-BE49-F238E27FC236}">
                  <a16:creationId xmlns:a16="http://schemas.microsoft.com/office/drawing/2014/main" id="{E1A0A593-F414-4B02-A355-AC7A50A7E08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52" name="Grupa 51">
                <a:extLst>
                  <a:ext uri="{FF2B5EF4-FFF2-40B4-BE49-F238E27FC236}">
                    <a16:creationId xmlns:a16="http://schemas.microsoft.com/office/drawing/2014/main" id="{1BA06E81-194E-43F2-B418-BF8101EAAE2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57" name="Freeform 68">
                  <a:extLst>
                    <a:ext uri="{FF2B5EF4-FFF2-40B4-BE49-F238E27FC236}">
                      <a16:creationId xmlns:a16="http://schemas.microsoft.com/office/drawing/2014/main" id="{ABE6BF78-8FF2-4595-9072-48ACEBE207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58" name="Freeform 69">
                  <a:extLst>
                    <a:ext uri="{FF2B5EF4-FFF2-40B4-BE49-F238E27FC236}">
                      <a16:creationId xmlns:a16="http://schemas.microsoft.com/office/drawing/2014/main" id="{E182745B-1C12-49AC-97AD-501D806E9F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59" name="Line 70">
                  <a:extLst>
                    <a:ext uri="{FF2B5EF4-FFF2-40B4-BE49-F238E27FC236}">
                      <a16:creationId xmlns:a16="http://schemas.microsoft.com/office/drawing/2014/main" id="{56B38515-A1C4-46D9-AEC6-E55E1CB73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nvGrpSpPr>
              <p:cNvPr id="53" name="Grupa 52">
                <a:extLst>
                  <a:ext uri="{FF2B5EF4-FFF2-40B4-BE49-F238E27FC236}">
                    <a16:creationId xmlns:a16="http://schemas.microsoft.com/office/drawing/2014/main" id="{C9A4424F-2DA0-4E5A-9291-0A5FCE5575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54" name="Freeform 68">
                  <a:extLst>
                    <a:ext uri="{FF2B5EF4-FFF2-40B4-BE49-F238E27FC236}">
                      <a16:creationId xmlns:a16="http://schemas.microsoft.com/office/drawing/2014/main" id="{8609BA22-8E70-41AA-BACA-C9F8A789B2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55" name="Freeform 69">
                  <a:extLst>
                    <a:ext uri="{FF2B5EF4-FFF2-40B4-BE49-F238E27FC236}">
                      <a16:creationId xmlns:a16="http://schemas.microsoft.com/office/drawing/2014/main" id="{C2F49FC5-EFC3-4A02-9782-EC06564A94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56" name="Line 70">
                  <a:extLst>
                    <a:ext uri="{FF2B5EF4-FFF2-40B4-BE49-F238E27FC236}">
                      <a16:creationId xmlns:a16="http://schemas.microsoft.com/office/drawing/2014/main" id="{782187F0-090B-4C65-B604-5DD33B4FF2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cxnSp>
        <p:nvCxnSpPr>
          <p:cNvPr id="91" name="Łącznik prosty 90">
            <a:extLst>
              <a:ext uri="{FF2B5EF4-FFF2-40B4-BE49-F238E27FC236}">
                <a16:creationId xmlns:a16="http://schemas.microsoft.com/office/drawing/2014/main" id="{A3805DED-0C97-4EF7-B1E1-0E016E053719}"/>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5826000" y="242814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94386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odział sekcji">
    <p:spTree>
      <p:nvGrpSpPr>
        <p:cNvPr id="1" name=""/>
        <p:cNvGrpSpPr/>
        <p:nvPr/>
      </p:nvGrpSpPr>
      <p:grpSpPr>
        <a:xfrm>
          <a:off x="0" y="0"/>
          <a:ext cx="0" cy="0"/>
          <a:chOff x="0" y="0"/>
          <a:chExt cx="0" cy="0"/>
        </a:xfrm>
      </p:grpSpPr>
      <p:sp>
        <p:nvSpPr>
          <p:cNvPr id="18" name="Prostokąt 17">
            <a:extLst>
              <a:ext uri="{FF2B5EF4-FFF2-40B4-BE49-F238E27FC236}">
                <a16:creationId xmlns:a16="http://schemas.microsoft.com/office/drawing/2014/main" id="{07C0FA93-7C0D-4CC0-BB42-DF569688ED82}"/>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a:xfrm>
            <a:off x="6096000" y="0"/>
            <a:ext cx="6096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a:solidFill>
                <a:schemeClr val="bg1">
                  <a:alpha val="20000"/>
                </a:schemeClr>
              </a:solidFill>
              <a:latin typeface="Calibri" panose="020F0502020204030204" pitchFamily="34" charset="0"/>
            </a:endParaRPr>
          </a:p>
        </p:txBody>
      </p:sp>
      <p:sp>
        <p:nvSpPr>
          <p:cNvPr id="2" name="Tytuł 1">
            <a:extLst>
              <a:ext uri="{FF2B5EF4-FFF2-40B4-BE49-F238E27FC236}">
                <a16:creationId xmlns:a16="http://schemas.microsoft.com/office/drawing/2014/main" id="{D033B6B0-54DE-4F2D-84DD-D06CD3B117B4}"/>
              </a:ext>
            </a:extLst>
          </p:cNvPr>
          <p:cNvSpPr>
            <a:spLocks noGrp="1"/>
          </p:cNvSpPr>
          <p:nvPr>
            <p:ph type="title" hasCustomPrompt="1"/>
          </p:nvPr>
        </p:nvSpPr>
        <p:spPr>
          <a:xfrm>
            <a:off x="989400" y="563402"/>
            <a:ext cx="4075200" cy="2058573"/>
          </a:xfrm>
        </p:spPr>
        <p:txBody>
          <a:bodyPr rtlCol="0">
            <a:noAutofit/>
          </a:bodyPr>
          <a:lstStyle>
            <a:lvl1pPr algn="ctr">
              <a:defRPr sz="3200"/>
            </a:lvl1pPr>
          </a:lstStyle>
          <a:p>
            <a:pPr rtl="0"/>
            <a:r>
              <a:rPr lang="pl-PL" noProof="0"/>
              <a:t>Kliknij, aby edytować styl wzorca tytułu</a:t>
            </a:r>
          </a:p>
        </p:txBody>
      </p:sp>
      <p:sp>
        <p:nvSpPr>
          <p:cNvPr id="20" name="Podtytuł 7">
            <a:extLst>
              <a:ext uri="{FF2B5EF4-FFF2-40B4-BE49-F238E27FC236}">
                <a16:creationId xmlns:a16="http://schemas.microsoft.com/office/drawing/2014/main" id="{C2777538-58E6-494C-A27B-B70346B0F395}"/>
              </a:ext>
            </a:extLst>
          </p:cNvPr>
          <p:cNvSpPr>
            <a:spLocks noGrp="1"/>
          </p:cNvSpPr>
          <p:nvPr>
            <p:ph type="subTitle" idx="1" hasCustomPrompt="1"/>
          </p:nvPr>
        </p:nvSpPr>
        <p:spPr>
          <a:xfrm>
            <a:off x="990000" y="4248000"/>
            <a:ext cx="4075200" cy="1520975"/>
          </a:xfrm>
        </p:spPr>
        <p:txBody>
          <a:bodyPr rtlCol="0">
            <a:normAutofit/>
          </a:bodyPr>
          <a:lstStyle>
            <a:lvl1pPr marL="0" indent="0" algn="ctr">
              <a:buNone/>
              <a:defRPr/>
            </a:lvl1pPr>
          </a:lstStyle>
          <a:p>
            <a:pPr rtl="0"/>
            <a:r>
              <a:rPr lang="pl-PL" noProof="0"/>
              <a:t>Podtytuł</a:t>
            </a:r>
          </a:p>
        </p:txBody>
      </p:sp>
      <p:sp>
        <p:nvSpPr>
          <p:cNvPr id="24" name="Obraz — symbol zastępczy 23">
            <a:extLst>
              <a:ext uri="{FF2B5EF4-FFF2-40B4-BE49-F238E27FC236}">
                <a16:creationId xmlns:a16="http://schemas.microsoft.com/office/drawing/2014/main" id="{C9D32952-2D0C-4A3E-9354-E014C717894E}"/>
              </a:ext>
            </a:extLst>
          </p:cNvPr>
          <p:cNvSpPr>
            <a:spLocks noGrp="1"/>
          </p:cNvSpPr>
          <p:nvPr>
            <p:ph type="pic" sz="quarter" idx="13"/>
          </p:nvPr>
        </p:nvSpPr>
        <p:spPr>
          <a:xfrm>
            <a:off x="6654800" y="563563"/>
            <a:ext cx="4995863" cy="2706687"/>
          </a:xfrm>
        </p:spPr>
        <p:txBody>
          <a:bodyPr rtlCol="0"/>
          <a:lstStyle/>
          <a:p>
            <a:pPr rtl="0"/>
            <a:r>
              <a:rPr lang="pl-PL" noProof="0"/>
              <a:t>Kliknij ikonę, aby dodać obraz</a:t>
            </a:r>
          </a:p>
        </p:txBody>
      </p:sp>
      <p:sp>
        <p:nvSpPr>
          <p:cNvPr id="26" name="Obraz — symbol zastępczy 25">
            <a:extLst>
              <a:ext uri="{FF2B5EF4-FFF2-40B4-BE49-F238E27FC236}">
                <a16:creationId xmlns:a16="http://schemas.microsoft.com/office/drawing/2014/main" id="{92FA415D-7F98-4C81-A18F-A114BF021CC5}"/>
              </a:ext>
            </a:extLst>
          </p:cNvPr>
          <p:cNvSpPr>
            <a:spLocks noGrp="1"/>
          </p:cNvSpPr>
          <p:nvPr>
            <p:ph type="pic" sz="quarter" idx="14"/>
          </p:nvPr>
        </p:nvSpPr>
        <p:spPr>
          <a:xfrm>
            <a:off x="6654800" y="3587750"/>
            <a:ext cx="4995863" cy="2698750"/>
          </a:xfrm>
        </p:spPr>
        <p:txBody>
          <a:bodyPr rtlCol="0"/>
          <a:lstStyle/>
          <a:p>
            <a:pPr rtl="0"/>
            <a:r>
              <a:rPr lang="pl-PL" noProof="0"/>
              <a:t>Kliknij ikonę, aby dodać obraz</a:t>
            </a:r>
          </a:p>
        </p:txBody>
      </p:sp>
      <p:grpSp>
        <p:nvGrpSpPr>
          <p:cNvPr id="6" name="Grupa 5">
            <a:extLst>
              <a:ext uri="{FF2B5EF4-FFF2-40B4-BE49-F238E27FC236}">
                <a16:creationId xmlns:a16="http://schemas.microsoft.com/office/drawing/2014/main" id="{36D3DA45-FD99-405B-8BF9-260DD97C0D4F}"/>
              </a:ext>
              <a:ext uri="{C183D7F6-B498-43B3-948B-1728B52AA6E4}">
                <adec:decorative xmlns:adec="http://schemas.microsoft.com/office/drawing/2017/decorative" val="1"/>
              </a:ext>
            </a:extLst>
          </p:cNvPr>
          <p:cNvGrpSpPr/>
          <p:nvPr userDrawn="1">
            <p:extLst>
              <p:ext uri="{386F3935-93C4-4BCD-93E2-E3B085C9AB24}">
                <p16:designElem xmlns:p16="http://schemas.microsoft.com/office/powerpoint/2015/main" val="1"/>
              </p:ext>
            </p:extLst>
          </p:nvPr>
        </p:nvGrpSpPr>
        <p:grpSpPr>
          <a:xfrm>
            <a:off x="1919525" y="2840038"/>
            <a:ext cx="2216150" cy="1177924"/>
            <a:chOff x="4987925" y="2840038"/>
            <a:chExt cx="2216150" cy="1177924"/>
          </a:xfrm>
        </p:grpSpPr>
        <p:sp>
          <p:nvSpPr>
            <p:cNvPr id="7" name="Rectangle 6">
              <a:extLst>
                <a:ext uri="{FF2B5EF4-FFF2-40B4-BE49-F238E27FC236}">
                  <a16:creationId xmlns:a16="http://schemas.microsoft.com/office/drawing/2014/main" id="{C5C2A03C-F372-4C6D-929D-FD97AD4396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a:latin typeface="Calibri" panose="020F0502020204030204" pitchFamily="34" charset="0"/>
              </a:endParaRPr>
            </a:p>
          </p:txBody>
        </p:sp>
        <p:grpSp>
          <p:nvGrpSpPr>
            <p:cNvPr id="8" name="Grupa 7">
              <a:extLst>
                <a:ext uri="{FF2B5EF4-FFF2-40B4-BE49-F238E27FC236}">
                  <a16:creationId xmlns:a16="http://schemas.microsoft.com/office/drawing/2014/main" id="{E8FEDBB3-0BD6-41BC-BB57-9FEC2E96C0F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9" name="Grupa 8">
                <a:extLst>
                  <a:ext uri="{FF2B5EF4-FFF2-40B4-BE49-F238E27FC236}">
                    <a16:creationId xmlns:a16="http://schemas.microsoft.com/office/drawing/2014/main" id="{7D12B81D-3F14-4DA1-BECA-669824832A0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4" name="Freeform 68">
                  <a:extLst>
                    <a:ext uri="{FF2B5EF4-FFF2-40B4-BE49-F238E27FC236}">
                      <a16:creationId xmlns:a16="http://schemas.microsoft.com/office/drawing/2014/main" id="{EA11E57D-88DD-4899-907A-2A5772002FE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15" name="Freeform 69">
                  <a:extLst>
                    <a:ext uri="{FF2B5EF4-FFF2-40B4-BE49-F238E27FC236}">
                      <a16:creationId xmlns:a16="http://schemas.microsoft.com/office/drawing/2014/main" id="{7A5AEE18-30A4-4777-975F-02D107A171B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16" name="Line 70">
                  <a:extLst>
                    <a:ext uri="{FF2B5EF4-FFF2-40B4-BE49-F238E27FC236}">
                      <a16:creationId xmlns:a16="http://schemas.microsoft.com/office/drawing/2014/main" id="{39EA21FB-AE36-478E-9770-CB8428143903}"/>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grpSp>
          <p:grpSp>
            <p:nvGrpSpPr>
              <p:cNvPr id="10" name="Grupa 9">
                <a:extLst>
                  <a:ext uri="{FF2B5EF4-FFF2-40B4-BE49-F238E27FC236}">
                    <a16:creationId xmlns:a16="http://schemas.microsoft.com/office/drawing/2014/main" id="{BC45D5C4-2D3A-4F84-BED1-D9B75234B07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1" name="Freeform 68">
                  <a:extLst>
                    <a:ext uri="{FF2B5EF4-FFF2-40B4-BE49-F238E27FC236}">
                      <a16:creationId xmlns:a16="http://schemas.microsoft.com/office/drawing/2014/main" id="{259762E8-7432-4501-9FE5-92B04D37C76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12" name="Freeform 69">
                  <a:extLst>
                    <a:ext uri="{FF2B5EF4-FFF2-40B4-BE49-F238E27FC236}">
                      <a16:creationId xmlns:a16="http://schemas.microsoft.com/office/drawing/2014/main" id="{FF91FD3E-0148-4B50-8906-7D9CD382A3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13" name="Line 70">
                  <a:extLst>
                    <a:ext uri="{FF2B5EF4-FFF2-40B4-BE49-F238E27FC236}">
                      <a16:creationId xmlns:a16="http://schemas.microsoft.com/office/drawing/2014/main" id="{506FA1AD-488A-4FD4-A79F-4343698EA734}"/>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grpSp>
        </p:grpSp>
      </p:grpSp>
    </p:spTree>
    <p:extLst>
      <p:ext uri="{BB962C8B-B14F-4D97-AF65-F5344CB8AC3E}">
        <p14:creationId xmlns:p14="http://schemas.microsoft.com/office/powerpoint/2010/main" val="19387243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5732E59-6597-437B-B2F8-E2DD1F86A8F8}"/>
              </a:ext>
            </a:extLst>
          </p:cNvPr>
          <p:cNvSpPr>
            <a:spLocks noGrp="1"/>
          </p:cNvSpPr>
          <p:nvPr>
            <p:ph type="title" hasCustomPrompt="1"/>
          </p:nvPr>
        </p:nvSpPr>
        <p:spPr/>
        <p:txBody>
          <a:bodyPr rtlCol="0"/>
          <a:lstStyle/>
          <a:p>
            <a:pPr rtl="0"/>
            <a:r>
              <a:rPr lang="pl-PL" noProof="0"/>
              <a:t>Kliknij, aby edytować styl wzorca tytułu</a:t>
            </a:r>
          </a:p>
        </p:txBody>
      </p:sp>
      <p:sp>
        <p:nvSpPr>
          <p:cNvPr id="3" name="Zawartość — symbol zastępczy 2">
            <a:extLst>
              <a:ext uri="{FF2B5EF4-FFF2-40B4-BE49-F238E27FC236}">
                <a16:creationId xmlns:a16="http://schemas.microsoft.com/office/drawing/2014/main" id="{70E3BC1D-912E-4012-84AC-A509C9EF4F4E}"/>
              </a:ext>
            </a:extLst>
          </p:cNvPr>
          <p:cNvSpPr>
            <a:spLocks noGrp="1"/>
          </p:cNvSpPr>
          <p:nvPr>
            <p:ph idx="1" hasCustomPrompt="1"/>
          </p:nvPr>
        </p:nvSpPr>
        <p:spPr/>
        <p:txBody>
          <a:bodyPr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4" name="Data — symbol zastępczy 3">
            <a:extLst>
              <a:ext uri="{FF2B5EF4-FFF2-40B4-BE49-F238E27FC236}">
                <a16:creationId xmlns:a16="http://schemas.microsoft.com/office/drawing/2014/main" id="{E977110C-4AA3-4101-B3BD-140B90AF99C9}"/>
              </a:ext>
            </a:extLst>
          </p:cNvPr>
          <p:cNvSpPr>
            <a:spLocks noGrp="1"/>
          </p:cNvSpPr>
          <p:nvPr>
            <p:ph type="dt" sz="half" idx="10"/>
          </p:nvPr>
        </p:nvSpPr>
        <p:spPr/>
        <p:txBody>
          <a:bodyPr rtlCol="0"/>
          <a:lstStyle>
            <a:lvl1pPr>
              <a:defRPr/>
            </a:lvl1pPr>
          </a:lstStyle>
          <a:p>
            <a:pPr rtl="0"/>
            <a:r>
              <a:rPr lang="pl-PL" noProof="0"/>
              <a:t>20XX</a:t>
            </a:r>
          </a:p>
        </p:txBody>
      </p:sp>
      <p:sp>
        <p:nvSpPr>
          <p:cNvPr id="5" name="Stopka — symbol zastępczy 4">
            <a:extLst>
              <a:ext uri="{FF2B5EF4-FFF2-40B4-BE49-F238E27FC236}">
                <a16:creationId xmlns:a16="http://schemas.microsoft.com/office/drawing/2014/main" id="{4C50F189-4D8E-4DE6-8295-CF92FA8BFDEF}"/>
              </a:ext>
            </a:extLst>
          </p:cNvPr>
          <p:cNvSpPr>
            <a:spLocks noGrp="1"/>
          </p:cNvSpPr>
          <p:nvPr>
            <p:ph type="ftr" sz="quarter" idx="11"/>
          </p:nvPr>
        </p:nvSpPr>
        <p:spPr/>
        <p:txBody>
          <a:bodyPr rtlCol="0"/>
          <a:lstStyle/>
          <a:p>
            <a:pPr rtl="0"/>
            <a:endParaRPr lang="pl-PL" noProof="0"/>
          </a:p>
        </p:txBody>
      </p:sp>
      <p:sp>
        <p:nvSpPr>
          <p:cNvPr id="6" name="Numer slajdu — symbol zastępczy 5">
            <a:extLst>
              <a:ext uri="{FF2B5EF4-FFF2-40B4-BE49-F238E27FC236}">
                <a16:creationId xmlns:a16="http://schemas.microsoft.com/office/drawing/2014/main" id="{575F33EC-1ACF-4D46-AEA5-A20802210B75}"/>
              </a:ext>
            </a:extLst>
          </p:cNvPr>
          <p:cNvSpPr>
            <a:spLocks noGrp="1"/>
          </p:cNvSpPr>
          <p:nvPr>
            <p:ph type="sldNum" sz="quarter" idx="12"/>
          </p:nvPr>
        </p:nvSpPr>
        <p:spPr/>
        <p:txBody>
          <a:bodyPr rtlCol="0"/>
          <a:lstStyle/>
          <a:p>
            <a:pPr rtl="0"/>
            <a:fld id="{FF2BD96E-3838-45D2-9031-D3AF67C920A5}" type="slidenum">
              <a:rPr lang="pl-PL" noProof="0" smtClean="0"/>
              <a:t>‹#›</a:t>
            </a:fld>
            <a:endParaRPr lang="pl-PL" noProof="0"/>
          </a:p>
        </p:txBody>
      </p:sp>
    </p:spTree>
    <p:extLst>
      <p:ext uri="{BB962C8B-B14F-4D97-AF65-F5344CB8AC3E}">
        <p14:creationId xmlns:p14="http://schemas.microsoft.com/office/powerpoint/2010/main" val="13720533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1_Oś czasu">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5732E59-6597-437B-B2F8-E2DD1F86A8F8}"/>
              </a:ext>
            </a:extLst>
          </p:cNvPr>
          <p:cNvSpPr>
            <a:spLocks noGrp="1"/>
          </p:cNvSpPr>
          <p:nvPr>
            <p:ph type="title" hasCustomPrompt="1"/>
          </p:nvPr>
        </p:nvSpPr>
        <p:spPr/>
        <p:txBody>
          <a:bodyPr rtlCol="0"/>
          <a:lstStyle/>
          <a:p>
            <a:pPr rtl="0"/>
            <a:r>
              <a:rPr lang="pl-PL" noProof="0"/>
              <a:t>Kliknij, aby edytować styl wzorca tytułu</a:t>
            </a:r>
          </a:p>
        </p:txBody>
      </p:sp>
      <p:sp>
        <p:nvSpPr>
          <p:cNvPr id="3" name="Zawartość — symbol zastępczy 2">
            <a:extLst>
              <a:ext uri="{FF2B5EF4-FFF2-40B4-BE49-F238E27FC236}">
                <a16:creationId xmlns:a16="http://schemas.microsoft.com/office/drawing/2014/main" id="{70E3BC1D-912E-4012-84AC-A509C9EF4F4E}"/>
              </a:ext>
            </a:extLst>
          </p:cNvPr>
          <p:cNvSpPr>
            <a:spLocks noGrp="1"/>
          </p:cNvSpPr>
          <p:nvPr>
            <p:ph idx="1" hasCustomPrompt="1"/>
          </p:nvPr>
        </p:nvSpPr>
        <p:spPr>
          <a:xfrm>
            <a:off x="838200" y="1839595"/>
            <a:ext cx="10515600" cy="4154488"/>
          </a:xfrm>
        </p:spPr>
        <p:txBody>
          <a:bodyPr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4" name="Data — symbol zastępczy 3">
            <a:extLst>
              <a:ext uri="{FF2B5EF4-FFF2-40B4-BE49-F238E27FC236}">
                <a16:creationId xmlns:a16="http://schemas.microsoft.com/office/drawing/2014/main" id="{E977110C-4AA3-4101-B3BD-140B90AF99C9}"/>
              </a:ext>
            </a:extLst>
          </p:cNvPr>
          <p:cNvSpPr>
            <a:spLocks noGrp="1"/>
          </p:cNvSpPr>
          <p:nvPr>
            <p:ph type="dt" sz="half" idx="10"/>
          </p:nvPr>
        </p:nvSpPr>
        <p:spPr/>
        <p:txBody>
          <a:bodyPr rtlCol="0"/>
          <a:lstStyle>
            <a:lvl1pPr>
              <a:defRPr/>
            </a:lvl1pPr>
          </a:lstStyle>
          <a:p>
            <a:pPr rtl="0"/>
            <a:r>
              <a:rPr lang="pl-PL" noProof="0"/>
              <a:t>20XX</a:t>
            </a:r>
          </a:p>
        </p:txBody>
      </p:sp>
      <p:sp>
        <p:nvSpPr>
          <p:cNvPr id="5" name="Stopka — symbol zastępczy 4">
            <a:extLst>
              <a:ext uri="{FF2B5EF4-FFF2-40B4-BE49-F238E27FC236}">
                <a16:creationId xmlns:a16="http://schemas.microsoft.com/office/drawing/2014/main" id="{4C50F189-4D8E-4DE6-8295-CF92FA8BFDEF}"/>
              </a:ext>
            </a:extLst>
          </p:cNvPr>
          <p:cNvSpPr>
            <a:spLocks noGrp="1"/>
          </p:cNvSpPr>
          <p:nvPr>
            <p:ph type="ftr" sz="quarter" idx="11"/>
          </p:nvPr>
        </p:nvSpPr>
        <p:spPr/>
        <p:txBody>
          <a:bodyPr rtlCol="0"/>
          <a:lstStyle/>
          <a:p>
            <a:pPr rtl="0"/>
            <a:endParaRPr lang="pl-PL" noProof="0"/>
          </a:p>
        </p:txBody>
      </p:sp>
      <p:sp>
        <p:nvSpPr>
          <p:cNvPr id="6" name="Numer slajdu — symbol zastępczy 5">
            <a:extLst>
              <a:ext uri="{FF2B5EF4-FFF2-40B4-BE49-F238E27FC236}">
                <a16:creationId xmlns:a16="http://schemas.microsoft.com/office/drawing/2014/main" id="{575F33EC-1ACF-4D46-AEA5-A20802210B75}"/>
              </a:ext>
            </a:extLst>
          </p:cNvPr>
          <p:cNvSpPr>
            <a:spLocks noGrp="1"/>
          </p:cNvSpPr>
          <p:nvPr>
            <p:ph type="sldNum" sz="quarter" idx="12"/>
          </p:nvPr>
        </p:nvSpPr>
        <p:spPr/>
        <p:txBody>
          <a:bodyPr rtlCol="0"/>
          <a:lstStyle/>
          <a:p>
            <a:pPr rtl="0"/>
            <a:fld id="{FF2BD96E-3838-45D2-9031-D3AF67C920A5}" type="slidenum">
              <a:rPr lang="pl-PL" noProof="0" smtClean="0"/>
              <a:t>‹#›</a:t>
            </a:fld>
            <a:endParaRPr lang="pl-PL" noProof="0"/>
          </a:p>
        </p:txBody>
      </p:sp>
    </p:spTree>
    <p:extLst>
      <p:ext uri="{BB962C8B-B14F-4D97-AF65-F5344CB8AC3E}">
        <p14:creationId xmlns:p14="http://schemas.microsoft.com/office/powerpoint/2010/main" val="6372565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ytat">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CBA1826-1B3E-4E2E-8D6C-93BCEAA3D6C6}"/>
              </a:ext>
            </a:extLst>
          </p:cNvPr>
          <p:cNvSpPr>
            <a:spLocks noGrp="1"/>
          </p:cNvSpPr>
          <p:nvPr>
            <p:ph type="ctrTitle" hasCustomPrompt="1"/>
          </p:nvPr>
        </p:nvSpPr>
        <p:spPr>
          <a:xfrm>
            <a:off x="7324726" y="4217899"/>
            <a:ext cx="4079874" cy="1132373"/>
          </a:xfrm>
        </p:spPr>
        <p:txBody>
          <a:bodyPr rtlCol="0" anchor="t">
            <a:noAutofit/>
          </a:bodyPr>
          <a:lstStyle>
            <a:lvl1pPr algn="ctr">
              <a:defRPr sz="3200"/>
            </a:lvl1pPr>
          </a:lstStyle>
          <a:p>
            <a:pPr rtl="0"/>
            <a:r>
              <a:rPr lang="pl-PL" noProof="0"/>
              <a:t>Kliknij, aby edytować styl wzorca tytułu</a:t>
            </a:r>
          </a:p>
        </p:txBody>
      </p:sp>
      <p:sp>
        <p:nvSpPr>
          <p:cNvPr id="3" name="Podtytuł 2">
            <a:extLst>
              <a:ext uri="{FF2B5EF4-FFF2-40B4-BE49-F238E27FC236}">
                <a16:creationId xmlns:a16="http://schemas.microsoft.com/office/drawing/2014/main" id="{AAB5F0CE-1714-4650-9690-5676C06349A0}"/>
              </a:ext>
            </a:extLst>
          </p:cNvPr>
          <p:cNvSpPr>
            <a:spLocks noGrp="1"/>
          </p:cNvSpPr>
          <p:nvPr>
            <p:ph type="subTitle" idx="1"/>
          </p:nvPr>
        </p:nvSpPr>
        <p:spPr>
          <a:xfrm>
            <a:off x="7324726" y="1541995"/>
            <a:ext cx="4079874" cy="2457819"/>
          </a:xfrm>
        </p:spPr>
        <p:txBody>
          <a:bodyPr rtlCol="0" anchor="b">
            <a:normAutofit/>
          </a:bodyPr>
          <a:lstStyle>
            <a:lvl1pPr marL="0" indent="0" algn="ctr">
              <a:lnSpc>
                <a:spcPct val="125000"/>
              </a:lnSpc>
              <a:buNone/>
              <a:defRPr sz="3200" i="0" spc="5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pl-PL" noProof="0"/>
              <a:t>Kliknij, aby edytować styl wzorca podtytułu</a:t>
            </a:r>
          </a:p>
        </p:txBody>
      </p:sp>
      <p:sp>
        <p:nvSpPr>
          <p:cNvPr id="43" name="Obraz — symbol zastępczy 42">
            <a:extLst>
              <a:ext uri="{FF2B5EF4-FFF2-40B4-BE49-F238E27FC236}">
                <a16:creationId xmlns:a16="http://schemas.microsoft.com/office/drawing/2014/main" id="{E0B6C055-B48A-412B-88B0-737289AC0BDB}"/>
              </a:ext>
            </a:extLst>
          </p:cNvPr>
          <p:cNvSpPr>
            <a:spLocks noGrp="1"/>
          </p:cNvSpPr>
          <p:nvPr>
            <p:ph type="pic" sz="quarter" idx="10"/>
          </p:nvPr>
        </p:nvSpPr>
        <p:spPr>
          <a:xfrm>
            <a:off x="539750" y="536575"/>
            <a:ext cx="2366963" cy="2760663"/>
          </a:xfrm>
        </p:spPr>
        <p:txBody>
          <a:bodyPr rtlCol="0"/>
          <a:lstStyle/>
          <a:p>
            <a:pPr rtl="0"/>
            <a:r>
              <a:rPr lang="pl-PL" noProof="0"/>
              <a:t>Kliknij ikonę, aby dodać obraz</a:t>
            </a:r>
          </a:p>
        </p:txBody>
      </p:sp>
      <p:sp>
        <p:nvSpPr>
          <p:cNvPr id="44" name="Obraz — symbol zastępczy 42">
            <a:extLst>
              <a:ext uri="{FF2B5EF4-FFF2-40B4-BE49-F238E27FC236}">
                <a16:creationId xmlns:a16="http://schemas.microsoft.com/office/drawing/2014/main" id="{AE13F241-D0A7-491D-81D3-CB6450291490}"/>
              </a:ext>
            </a:extLst>
          </p:cNvPr>
          <p:cNvSpPr>
            <a:spLocks noGrp="1"/>
          </p:cNvSpPr>
          <p:nvPr>
            <p:ph type="pic" sz="quarter" idx="11"/>
          </p:nvPr>
        </p:nvSpPr>
        <p:spPr>
          <a:xfrm>
            <a:off x="3174887" y="543842"/>
            <a:ext cx="2366963" cy="2760663"/>
          </a:xfrm>
        </p:spPr>
        <p:txBody>
          <a:bodyPr rtlCol="0"/>
          <a:lstStyle/>
          <a:p>
            <a:pPr rtl="0"/>
            <a:r>
              <a:rPr lang="pl-PL" noProof="0"/>
              <a:t>Kliknij ikonę, aby dodać obraz</a:t>
            </a:r>
          </a:p>
        </p:txBody>
      </p:sp>
      <p:sp>
        <p:nvSpPr>
          <p:cNvPr id="46" name="Obraz — symbol zastępczy 42">
            <a:extLst>
              <a:ext uri="{FF2B5EF4-FFF2-40B4-BE49-F238E27FC236}">
                <a16:creationId xmlns:a16="http://schemas.microsoft.com/office/drawing/2014/main" id="{DC189B8E-5A5B-400F-8F5F-63F61759E081}"/>
              </a:ext>
            </a:extLst>
          </p:cNvPr>
          <p:cNvSpPr>
            <a:spLocks noGrp="1"/>
          </p:cNvSpPr>
          <p:nvPr>
            <p:ph type="pic" sz="quarter" idx="12"/>
          </p:nvPr>
        </p:nvSpPr>
        <p:spPr>
          <a:xfrm>
            <a:off x="539642" y="3563566"/>
            <a:ext cx="2366963" cy="2760663"/>
          </a:xfrm>
        </p:spPr>
        <p:txBody>
          <a:bodyPr rtlCol="0"/>
          <a:lstStyle/>
          <a:p>
            <a:pPr rtl="0"/>
            <a:r>
              <a:rPr lang="pl-PL" noProof="0"/>
              <a:t>Kliknij ikonę, aby dodać obraz</a:t>
            </a:r>
          </a:p>
        </p:txBody>
      </p:sp>
      <p:sp>
        <p:nvSpPr>
          <p:cNvPr id="47" name="Obraz — symbol zastępczy 42">
            <a:extLst>
              <a:ext uri="{FF2B5EF4-FFF2-40B4-BE49-F238E27FC236}">
                <a16:creationId xmlns:a16="http://schemas.microsoft.com/office/drawing/2014/main" id="{07055732-D9B3-42AF-9ADA-0D1F8DC2D5FB}"/>
              </a:ext>
            </a:extLst>
          </p:cNvPr>
          <p:cNvSpPr>
            <a:spLocks noGrp="1"/>
          </p:cNvSpPr>
          <p:nvPr>
            <p:ph type="pic" sz="quarter" idx="13"/>
          </p:nvPr>
        </p:nvSpPr>
        <p:spPr>
          <a:xfrm>
            <a:off x="3174779" y="3570833"/>
            <a:ext cx="2366963" cy="2760663"/>
          </a:xfrm>
        </p:spPr>
        <p:txBody>
          <a:bodyPr rtlCol="0"/>
          <a:lstStyle/>
          <a:p>
            <a:pPr rtl="0"/>
            <a:r>
              <a:rPr lang="pl-PL" noProof="0"/>
              <a:t>Kliknij ikonę, aby dodać obraz</a:t>
            </a:r>
          </a:p>
        </p:txBody>
      </p:sp>
      <p:sp>
        <p:nvSpPr>
          <p:cNvPr id="28" name="Data — symbol zastępczy 47">
            <a:extLst>
              <a:ext uri="{FF2B5EF4-FFF2-40B4-BE49-F238E27FC236}">
                <a16:creationId xmlns:a16="http://schemas.microsoft.com/office/drawing/2014/main" id="{5B51C357-082C-45A5-80C8-69FD4B94D329}"/>
              </a:ext>
            </a:extLst>
          </p:cNvPr>
          <p:cNvSpPr txBox="1">
            <a:spLocks/>
          </p:cNvSpPr>
          <p:nvPr userDrawn="1"/>
        </p:nvSpPr>
        <p:spPr>
          <a:xfrm>
            <a:off x="450000" y="6357168"/>
            <a:ext cx="1760150" cy="461665"/>
          </a:xfrm>
          <a:prstGeom prst="rect">
            <a:avLst/>
          </a:prstGeom>
        </p:spPr>
        <p:txBody>
          <a:bodyPr vert="horz" lIns="91440" tIns="45720" rIns="91440" bIns="45720" rtlCol="0" anchor="ctr">
            <a:normAutofit/>
          </a:bodyPr>
          <a:lstStyle>
            <a:defPPr>
              <a:defRPr lang="en-US"/>
            </a:defPPr>
            <a:lvl1pPr marL="0" algn="l" defTabSz="914400" rtl="0" eaLnBrk="1" latinLnBrk="0" hangingPunct="1">
              <a:defRPr sz="1000" kern="1200" cap="all" spc="200" baseline="0">
                <a:solidFill>
                  <a:schemeClr val="tx1">
                    <a:alpha val="6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pl-PL" noProof="0">
                <a:latin typeface="Times New Roman" panose="02020603050405020304" pitchFamily="18" charset="0"/>
              </a:rPr>
              <a:t>20XX</a:t>
            </a:r>
          </a:p>
        </p:txBody>
      </p:sp>
      <p:cxnSp>
        <p:nvCxnSpPr>
          <p:cNvPr id="18" name="Łącznik prosty 17">
            <a:extLst>
              <a:ext uri="{FF2B5EF4-FFF2-40B4-BE49-F238E27FC236}">
                <a16:creationId xmlns:a16="http://schemas.microsoft.com/office/drawing/2014/main" id="{D7ED9792-4CB9-419E-9961-050A9E00E2FA}"/>
              </a:ext>
              <a:ext uri="{C183D7F6-B498-43B3-948B-1728B52AA6E4}">
                <adec:decorative xmlns:adec="http://schemas.microsoft.com/office/drawing/2017/decorative" val="1"/>
              </a:ext>
            </a:extLst>
          </p:cNvPr>
          <p:cNvCxnSpPr>
            <a:cxnSpLocks/>
          </p:cNvCxnSpPr>
          <p:nvPr userDrawn="1"/>
        </p:nvCxnSpPr>
        <p:spPr>
          <a:xfrm>
            <a:off x="6096000" y="540000"/>
            <a:ext cx="0" cy="5778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19" name="Grupa 18">
            <a:extLst>
              <a:ext uri="{FF2B5EF4-FFF2-40B4-BE49-F238E27FC236}">
                <a16:creationId xmlns:a16="http://schemas.microsoft.com/office/drawing/2014/main" id="{E1EC9E08-1228-4409-88CC-9D1927E83943}"/>
              </a:ext>
              <a:ext uri="{C183D7F6-B498-43B3-948B-1728B52AA6E4}">
                <adec:decorative xmlns:adec="http://schemas.microsoft.com/office/drawing/2017/decorative" val="1"/>
              </a:ext>
            </a:extLst>
          </p:cNvPr>
          <p:cNvGrpSpPr/>
          <p:nvPr userDrawn="1"/>
        </p:nvGrpSpPr>
        <p:grpSpPr>
          <a:xfrm rot="8100000" flipH="1">
            <a:off x="6674373" y="402322"/>
            <a:ext cx="641184" cy="1069728"/>
            <a:chOff x="6484111" y="2967038"/>
            <a:chExt cx="641184" cy="1069728"/>
          </a:xfrm>
        </p:grpSpPr>
        <p:grpSp>
          <p:nvGrpSpPr>
            <p:cNvPr id="20" name="Grupa 19">
              <a:extLst>
                <a:ext uri="{FF2B5EF4-FFF2-40B4-BE49-F238E27FC236}">
                  <a16:creationId xmlns:a16="http://schemas.microsoft.com/office/drawing/2014/main" id="{0A892AB7-AE89-4F73-AE0D-3503473E251A}"/>
                </a:ext>
              </a:extLst>
            </p:cNvPr>
            <p:cNvGrpSpPr/>
            <p:nvPr/>
          </p:nvGrpSpPr>
          <p:grpSpPr>
            <a:xfrm>
              <a:off x="6808136" y="2967038"/>
              <a:ext cx="317159" cy="932400"/>
              <a:chOff x="6808136" y="2967038"/>
              <a:chExt cx="317159" cy="932400"/>
            </a:xfrm>
          </p:grpSpPr>
          <p:sp>
            <p:nvSpPr>
              <p:cNvPr id="25" name="Freeform 68">
                <a:extLst>
                  <a:ext uri="{FF2B5EF4-FFF2-40B4-BE49-F238E27FC236}">
                    <a16:creationId xmlns:a16="http://schemas.microsoft.com/office/drawing/2014/main" id="{734AFAA3-AA68-425A-834B-00F9D3690BA0}"/>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26" name="Freeform 69">
                <a:extLst>
                  <a:ext uri="{FF2B5EF4-FFF2-40B4-BE49-F238E27FC236}">
                    <a16:creationId xmlns:a16="http://schemas.microsoft.com/office/drawing/2014/main" id="{36ED0F24-8619-4AED-A07A-D075DF2AF24B}"/>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27" name="Line 70">
                <a:extLst>
                  <a:ext uri="{FF2B5EF4-FFF2-40B4-BE49-F238E27FC236}">
                    <a16:creationId xmlns:a16="http://schemas.microsoft.com/office/drawing/2014/main" id="{21E04150-0D06-4DFB-A73B-66DED0A5CFCB}"/>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grpSp>
        <p:grpSp>
          <p:nvGrpSpPr>
            <p:cNvPr id="21" name="Grupa 20">
              <a:extLst>
                <a:ext uri="{FF2B5EF4-FFF2-40B4-BE49-F238E27FC236}">
                  <a16:creationId xmlns:a16="http://schemas.microsoft.com/office/drawing/2014/main" id="{EA3C053E-6843-4D44-A64D-A37FD38410B0}"/>
                </a:ext>
              </a:extLst>
            </p:cNvPr>
            <p:cNvGrpSpPr/>
            <p:nvPr/>
          </p:nvGrpSpPr>
          <p:grpSpPr>
            <a:xfrm rot="18900000" flipH="1">
              <a:off x="6484111" y="3104366"/>
              <a:ext cx="317159" cy="932400"/>
              <a:chOff x="6808136" y="2967038"/>
              <a:chExt cx="317159" cy="932400"/>
            </a:xfrm>
          </p:grpSpPr>
          <p:sp>
            <p:nvSpPr>
              <p:cNvPr id="22" name="Freeform 68">
                <a:extLst>
                  <a:ext uri="{FF2B5EF4-FFF2-40B4-BE49-F238E27FC236}">
                    <a16:creationId xmlns:a16="http://schemas.microsoft.com/office/drawing/2014/main" id="{A84DD506-3B91-4CE4-AE62-8E2FCA17D931}"/>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23" name="Freeform 69">
                <a:extLst>
                  <a:ext uri="{FF2B5EF4-FFF2-40B4-BE49-F238E27FC236}">
                    <a16:creationId xmlns:a16="http://schemas.microsoft.com/office/drawing/2014/main" id="{18C6659C-7CBF-419E-B2AB-53A6FBB4FFEA}"/>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24" name="Line 70">
                <a:extLst>
                  <a:ext uri="{FF2B5EF4-FFF2-40B4-BE49-F238E27FC236}">
                    <a16:creationId xmlns:a16="http://schemas.microsoft.com/office/drawing/2014/main" id="{C7B1B371-3EFF-4F0E-8B44-1A397B69DDFB}"/>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grpSp>
      </p:grpSp>
      <p:sp>
        <p:nvSpPr>
          <p:cNvPr id="29" name="Stopka — symbol zastępczy 48">
            <a:extLst>
              <a:ext uri="{FF2B5EF4-FFF2-40B4-BE49-F238E27FC236}">
                <a16:creationId xmlns:a16="http://schemas.microsoft.com/office/drawing/2014/main" id="{B217CCF8-D1B0-4B96-AF9D-78BFAEE6D77D}"/>
              </a:ext>
            </a:extLst>
          </p:cNvPr>
          <p:cNvSpPr txBox="1">
            <a:spLocks/>
          </p:cNvSpPr>
          <p:nvPr userDrawn="1"/>
        </p:nvSpPr>
        <p:spPr>
          <a:xfrm>
            <a:off x="2754312" y="6357600"/>
            <a:ext cx="6683376" cy="460800"/>
          </a:xfrm>
          <a:prstGeom prst="rect">
            <a:avLst/>
          </a:prstGeom>
        </p:spPr>
        <p:txBody>
          <a:bodyPr vert="horz" lIns="91440" tIns="45720" rIns="91440" bIns="45720" rtlCol="0" anchor="ctr"/>
          <a:lstStyle>
            <a:defPPr>
              <a:defRPr lang="en-US"/>
            </a:defPPr>
            <a:lvl1pPr marL="0" algn="ctr" defTabSz="914400" rtl="0" eaLnBrk="1" latinLnBrk="0" hangingPunct="1">
              <a:defRPr sz="1000" kern="1200" cap="all" spc="300" baseline="0">
                <a:solidFill>
                  <a:schemeClr val="tx1">
                    <a:alpha val="6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pl-PL" noProof="0">
                <a:latin typeface="Times New Roman" panose="02020603050405020304" pitchFamily="18" charset="0"/>
              </a:rPr>
              <a:t>Przykładowy tekst stopki</a:t>
            </a:r>
          </a:p>
        </p:txBody>
      </p:sp>
      <p:grpSp>
        <p:nvGrpSpPr>
          <p:cNvPr id="30" name="Grupa 29">
            <a:extLst>
              <a:ext uri="{FF2B5EF4-FFF2-40B4-BE49-F238E27FC236}">
                <a16:creationId xmlns:a16="http://schemas.microsoft.com/office/drawing/2014/main" id="{615108B9-F897-467F-809F-6A4A2AE7EA20}"/>
              </a:ext>
              <a:ext uri="{C183D7F6-B498-43B3-948B-1728B52AA6E4}">
                <adec:decorative xmlns:adec="http://schemas.microsoft.com/office/drawing/2017/decorative" val="1"/>
              </a:ext>
            </a:extLst>
          </p:cNvPr>
          <p:cNvGrpSpPr/>
          <p:nvPr userDrawn="1"/>
        </p:nvGrpSpPr>
        <p:grpSpPr>
          <a:xfrm rot="18900000" flipH="1">
            <a:off x="11020475" y="5368081"/>
            <a:ext cx="641184" cy="1069728"/>
            <a:chOff x="6484111" y="2967038"/>
            <a:chExt cx="641184" cy="1069728"/>
          </a:xfrm>
        </p:grpSpPr>
        <p:grpSp>
          <p:nvGrpSpPr>
            <p:cNvPr id="31" name="Grupa 30">
              <a:extLst>
                <a:ext uri="{FF2B5EF4-FFF2-40B4-BE49-F238E27FC236}">
                  <a16:creationId xmlns:a16="http://schemas.microsoft.com/office/drawing/2014/main" id="{86413051-FD79-4060-A702-60F38BF4A35C}"/>
                </a:ext>
              </a:extLst>
            </p:cNvPr>
            <p:cNvGrpSpPr/>
            <p:nvPr/>
          </p:nvGrpSpPr>
          <p:grpSpPr>
            <a:xfrm>
              <a:off x="6808136" y="2967038"/>
              <a:ext cx="317159" cy="932400"/>
              <a:chOff x="6808136" y="2967038"/>
              <a:chExt cx="317159" cy="932400"/>
            </a:xfrm>
          </p:grpSpPr>
          <p:sp>
            <p:nvSpPr>
              <p:cNvPr id="36" name="Freeform 68">
                <a:extLst>
                  <a:ext uri="{FF2B5EF4-FFF2-40B4-BE49-F238E27FC236}">
                    <a16:creationId xmlns:a16="http://schemas.microsoft.com/office/drawing/2014/main" id="{B764F2D9-1B19-42EA-9AF0-6050DDABAA0D}"/>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37" name="Freeform 69">
                <a:extLst>
                  <a:ext uri="{FF2B5EF4-FFF2-40B4-BE49-F238E27FC236}">
                    <a16:creationId xmlns:a16="http://schemas.microsoft.com/office/drawing/2014/main" id="{557F4B3F-3926-4C1D-ABBF-B2380987179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38" name="Line 70">
                <a:extLst>
                  <a:ext uri="{FF2B5EF4-FFF2-40B4-BE49-F238E27FC236}">
                    <a16:creationId xmlns:a16="http://schemas.microsoft.com/office/drawing/2014/main" id="{81E74331-4EEB-49F8-912F-1DF74636E772}"/>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grpSp>
        <p:grpSp>
          <p:nvGrpSpPr>
            <p:cNvPr id="32" name="Grupa 31">
              <a:extLst>
                <a:ext uri="{FF2B5EF4-FFF2-40B4-BE49-F238E27FC236}">
                  <a16:creationId xmlns:a16="http://schemas.microsoft.com/office/drawing/2014/main" id="{E88BEEF7-57D3-43D4-9EBA-6948ED40B433}"/>
                </a:ext>
              </a:extLst>
            </p:cNvPr>
            <p:cNvGrpSpPr/>
            <p:nvPr/>
          </p:nvGrpSpPr>
          <p:grpSpPr>
            <a:xfrm rot="18900000" flipH="1">
              <a:off x="6484111" y="3104366"/>
              <a:ext cx="317159" cy="932400"/>
              <a:chOff x="6808136" y="2967038"/>
              <a:chExt cx="317159" cy="932400"/>
            </a:xfrm>
          </p:grpSpPr>
          <p:sp>
            <p:nvSpPr>
              <p:cNvPr id="33" name="Freeform 68">
                <a:extLst>
                  <a:ext uri="{FF2B5EF4-FFF2-40B4-BE49-F238E27FC236}">
                    <a16:creationId xmlns:a16="http://schemas.microsoft.com/office/drawing/2014/main" id="{0CD7B047-B489-4D5B-9C32-1BA667136A12}"/>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34" name="Freeform 69">
                <a:extLst>
                  <a:ext uri="{FF2B5EF4-FFF2-40B4-BE49-F238E27FC236}">
                    <a16:creationId xmlns:a16="http://schemas.microsoft.com/office/drawing/2014/main" id="{2B703141-C1B3-4AFF-991F-D77B298AE8B4}"/>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35" name="Line 70">
                <a:extLst>
                  <a:ext uri="{FF2B5EF4-FFF2-40B4-BE49-F238E27FC236}">
                    <a16:creationId xmlns:a16="http://schemas.microsoft.com/office/drawing/2014/main" id="{FEEBB32D-FA5C-432C-B55F-1F74A4D13F17}"/>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grpSp>
      </p:grpSp>
      <p:sp>
        <p:nvSpPr>
          <p:cNvPr id="39" name="Numer slajdu — symbol zastępczy 49">
            <a:extLst>
              <a:ext uri="{FF2B5EF4-FFF2-40B4-BE49-F238E27FC236}">
                <a16:creationId xmlns:a16="http://schemas.microsoft.com/office/drawing/2014/main" id="{FAE9A1BE-DDB9-4362-A4F6-BE1A07DBF6F1}"/>
              </a:ext>
            </a:extLst>
          </p:cNvPr>
          <p:cNvSpPr txBox="1">
            <a:spLocks/>
          </p:cNvSpPr>
          <p:nvPr userDrawn="1"/>
        </p:nvSpPr>
        <p:spPr>
          <a:xfrm>
            <a:off x="9982800" y="6357600"/>
            <a:ext cx="1760150" cy="460800"/>
          </a:xfrm>
          <a:prstGeom prst="rect">
            <a:avLst/>
          </a:prstGeom>
        </p:spPr>
        <p:txBody>
          <a:bodyPr vert="horz" lIns="91440" tIns="45720" rIns="91440" bIns="45720" rtlCol="0" anchor="ctr"/>
          <a:lstStyle>
            <a:defPPr>
              <a:defRPr lang="en-US"/>
            </a:defPPr>
            <a:lvl1pPr marL="0" algn="r" defTabSz="914400" rtl="0" eaLnBrk="1" latinLnBrk="0" hangingPunct="1">
              <a:defRPr sz="1000" kern="1200" cap="all" spc="200" baseline="0">
                <a:solidFill>
                  <a:schemeClr val="tx1">
                    <a:alpha val="6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fld id="{D39607A7-8386-47DB-8578-DDEDD194E5D4}" type="slidenum">
              <a:rPr lang="pl-PL" noProof="0" smtClean="0">
                <a:latin typeface="Times New Roman" panose="02020603050405020304" pitchFamily="18" charset="0"/>
              </a:rPr>
              <a:pPr/>
              <a:t>‹#›</a:t>
            </a:fld>
            <a:endParaRPr lang="pl-PL" noProof="0">
              <a:latin typeface="Times New Roman" panose="02020603050405020304" pitchFamily="18" charset="0"/>
            </a:endParaRPr>
          </a:p>
        </p:txBody>
      </p:sp>
    </p:spTree>
    <p:extLst>
      <p:ext uri="{BB962C8B-B14F-4D97-AF65-F5344CB8AC3E}">
        <p14:creationId xmlns:p14="http://schemas.microsoft.com/office/powerpoint/2010/main" val="1283764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Zespół">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033B6B0-54DE-4F2D-84DD-D06CD3B117B4}"/>
              </a:ext>
            </a:extLst>
          </p:cNvPr>
          <p:cNvSpPr>
            <a:spLocks noGrp="1"/>
          </p:cNvSpPr>
          <p:nvPr>
            <p:ph type="title" hasCustomPrompt="1"/>
          </p:nvPr>
        </p:nvSpPr>
        <p:spPr/>
        <p:txBody>
          <a:bodyPr rtlCol="0"/>
          <a:lstStyle>
            <a:lvl1pPr algn="ctr">
              <a:defRPr/>
            </a:lvl1pPr>
          </a:lstStyle>
          <a:p>
            <a:pPr rtl="0"/>
            <a:r>
              <a:rPr lang="pl-PL" noProof="0"/>
              <a:t>Kliknij, aby edytować styl wzorca tytułu</a:t>
            </a:r>
          </a:p>
        </p:txBody>
      </p:sp>
      <p:sp>
        <p:nvSpPr>
          <p:cNvPr id="14" name="Obraz — symbol zastępczy 13">
            <a:extLst>
              <a:ext uri="{FF2B5EF4-FFF2-40B4-BE49-F238E27FC236}">
                <a16:creationId xmlns:a16="http://schemas.microsoft.com/office/drawing/2014/main" id="{BC50FC60-9736-40BD-8EF0-51BD04771675}"/>
              </a:ext>
            </a:extLst>
          </p:cNvPr>
          <p:cNvSpPr>
            <a:spLocks noGrp="1"/>
          </p:cNvSpPr>
          <p:nvPr>
            <p:ph type="pic" sz="quarter" idx="13"/>
          </p:nvPr>
        </p:nvSpPr>
        <p:spPr>
          <a:xfrm>
            <a:off x="1166813" y="2479675"/>
            <a:ext cx="1587500" cy="2330450"/>
          </a:xfrm>
        </p:spPr>
        <p:txBody>
          <a:bodyPr rtlCol="0"/>
          <a:lstStyle/>
          <a:p>
            <a:pPr rtl="0"/>
            <a:r>
              <a:rPr lang="pl-PL" noProof="0"/>
              <a:t>Kliknij ikonę, aby dodać obraz</a:t>
            </a:r>
          </a:p>
        </p:txBody>
      </p:sp>
      <p:sp>
        <p:nvSpPr>
          <p:cNvPr id="15" name="Obraz — symbol zastępczy 13">
            <a:extLst>
              <a:ext uri="{FF2B5EF4-FFF2-40B4-BE49-F238E27FC236}">
                <a16:creationId xmlns:a16="http://schemas.microsoft.com/office/drawing/2014/main" id="{7D564077-E600-44C8-B691-00C1C3ECC1C6}"/>
              </a:ext>
            </a:extLst>
          </p:cNvPr>
          <p:cNvSpPr>
            <a:spLocks noGrp="1"/>
          </p:cNvSpPr>
          <p:nvPr>
            <p:ph type="pic" sz="quarter" idx="14"/>
          </p:nvPr>
        </p:nvSpPr>
        <p:spPr>
          <a:xfrm>
            <a:off x="3228885" y="2479675"/>
            <a:ext cx="1587500" cy="2330450"/>
          </a:xfrm>
        </p:spPr>
        <p:txBody>
          <a:bodyPr rtlCol="0"/>
          <a:lstStyle/>
          <a:p>
            <a:pPr rtl="0"/>
            <a:r>
              <a:rPr lang="pl-PL" noProof="0"/>
              <a:t>Kliknij ikonę, aby dodać obraz</a:t>
            </a:r>
          </a:p>
        </p:txBody>
      </p:sp>
      <p:sp>
        <p:nvSpPr>
          <p:cNvPr id="16" name="Obraz — symbol zastępczy 13">
            <a:extLst>
              <a:ext uri="{FF2B5EF4-FFF2-40B4-BE49-F238E27FC236}">
                <a16:creationId xmlns:a16="http://schemas.microsoft.com/office/drawing/2014/main" id="{5EF6670B-24A6-4EC1-AB19-83414A6BFC81}"/>
              </a:ext>
            </a:extLst>
          </p:cNvPr>
          <p:cNvSpPr>
            <a:spLocks noGrp="1"/>
          </p:cNvSpPr>
          <p:nvPr>
            <p:ph type="pic" sz="quarter" idx="15"/>
          </p:nvPr>
        </p:nvSpPr>
        <p:spPr>
          <a:xfrm>
            <a:off x="5302249" y="2479675"/>
            <a:ext cx="1587500" cy="2330450"/>
          </a:xfrm>
        </p:spPr>
        <p:txBody>
          <a:bodyPr rtlCol="0"/>
          <a:lstStyle/>
          <a:p>
            <a:pPr rtl="0"/>
            <a:r>
              <a:rPr lang="pl-PL" noProof="0"/>
              <a:t>Kliknij ikonę, aby dodać obraz</a:t>
            </a:r>
          </a:p>
        </p:txBody>
      </p:sp>
      <p:sp>
        <p:nvSpPr>
          <p:cNvPr id="17" name="Obraz — symbol zastępczy 13">
            <a:extLst>
              <a:ext uri="{FF2B5EF4-FFF2-40B4-BE49-F238E27FC236}">
                <a16:creationId xmlns:a16="http://schemas.microsoft.com/office/drawing/2014/main" id="{DCE770BA-A562-4780-AEC9-94BC0C7C53FA}"/>
              </a:ext>
            </a:extLst>
          </p:cNvPr>
          <p:cNvSpPr>
            <a:spLocks noGrp="1"/>
          </p:cNvSpPr>
          <p:nvPr>
            <p:ph type="pic" sz="quarter" idx="16"/>
          </p:nvPr>
        </p:nvSpPr>
        <p:spPr>
          <a:xfrm>
            <a:off x="7364764" y="2479675"/>
            <a:ext cx="1587500" cy="2330450"/>
          </a:xfrm>
        </p:spPr>
        <p:txBody>
          <a:bodyPr rtlCol="0"/>
          <a:lstStyle/>
          <a:p>
            <a:pPr rtl="0"/>
            <a:r>
              <a:rPr lang="pl-PL" noProof="0"/>
              <a:t>Kliknij ikonę, aby dodać obraz</a:t>
            </a:r>
          </a:p>
        </p:txBody>
      </p:sp>
      <p:sp>
        <p:nvSpPr>
          <p:cNvPr id="18" name="Obraz — symbol zastępczy 13">
            <a:extLst>
              <a:ext uri="{FF2B5EF4-FFF2-40B4-BE49-F238E27FC236}">
                <a16:creationId xmlns:a16="http://schemas.microsoft.com/office/drawing/2014/main" id="{C627DB31-AE80-40F1-A5C7-E1FBE1521BD4}"/>
              </a:ext>
            </a:extLst>
          </p:cNvPr>
          <p:cNvSpPr>
            <a:spLocks noGrp="1"/>
          </p:cNvSpPr>
          <p:nvPr>
            <p:ph type="pic" sz="quarter" idx="17"/>
          </p:nvPr>
        </p:nvSpPr>
        <p:spPr>
          <a:xfrm>
            <a:off x="9437688" y="2479675"/>
            <a:ext cx="1587500" cy="2330450"/>
          </a:xfrm>
        </p:spPr>
        <p:txBody>
          <a:bodyPr rtlCol="0"/>
          <a:lstStyle/>
          <a:p>
            <a:pPr rtl="0"/>
            <a:r>
              <a:rPr lang="pl-PL" noProof="0"/>
              <a:t>Kliknij ikonę, aby dodać obraz</a:t>
            </a:r>
          </a:p>
        </p:txBody>
      </p:sp>
      <p:cxnSp>
        <p:nvCxnSpPr>
          <p:cNvPr id="11" name="Łącznik prosty 10">
            <a:extLst>
              <a:ext uri="{FF2B5EF4-FFF2-40B4-BE49-F238E27FC236}">
                <a16:creationId xmlns:a16="http://schemas.microsoft.com/office/drawing/2014/main" id="{CDA79604-04BA-44C3-8188-694F8E9C2360}"/>
              </a:ext>
              <a:ext uri="{C183D7F6-B498-43B3-948B-1728B52AA6E4}">
                <adec:decorative xmlns:adec="http://schemas.microsoft.com/office/drawing/2017/decorative" val="1"/>
              </a:ext>
            </a:extLst>
          </p:cNvPr>
          <p:cNvCxnSpPr>
            <a:cxnSpLocks/>
          </p:cNvCxnSpPr>
          <p:nvPr userDrawn="1"/>
        </p:nvCxnSpPr>
        <p:spPr>
          <a:xfrm>
            <a:off x="5826000" y="1911592"/>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9" name="Tekst — symbol zastępczy 27">
            <a:extLst>
              <a:ext uri="{FF2B5EF4-FFF2-40B4-BE49-F238E27FC236}">
                <a16:creationId xmlns:a16="http://schemas.microsoft.com/office/drawing/2014/main" id="{325542BB-A1DE-421A-898F-007CCBCC1040}"/>
              </a:ext>
            </a:extLst>
          </p:cNvPr>
          <p:cNvSpPr>
            <a:spLocks noGrp="1"/>
          </p:cNvSpPr>
          <p:nvPr>
            <p:ph type="body" sz="quarter" idx="18"/>
          </p:nvPr>
        </p:nvSpPr>
        <p:spPr>
          <a:xfrm>
            <a:off x="1166813" y="5094555"/>
            <a:ext cx="1587499" cy="350292"/>
          </a:xfrm>
        </p:spPr>
        <p:txBody>
          <a:bodyPr rtlCol="0" anchor="ctr">
            <a:noAutofit/>
          </a:bodyPr>
          <a:lstStyle>
            <a:lvl1pPr marL="0" indent="0" algn="ctr">
              <a:buNone/>
              <a:defRPr lang="en-US" sz="16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0" name="Tekst — symbol zastępczy 27">
            <a:extLst>
              <a:ext uri="{FF2B5EF4-FFF2-40B4-BE49-F238E27FC236}">
                <a16:creationId xmlns:a16="http://schemas.microsoft.com/office/drawing/2014/main" id="{95E87339-255E-4557-9768-A292ED25DBA8}"/>
              </a:ext>
            </a:extLst>
          </p:cNvPr>
          <p:cNvSpPr>
            <a:spLocks noGrp="1"/>
          </p:cNvSpPr>
          <p:nvPr>
            <p:ph type="body" sz="quarter" idx="19"/>
          </p:nvPr>
        </p:nvSpPr>
        <p:spPr>
          <a:xfrm>
            <a:off x="1166813" y="5371723"/>
            <a:ext cx="1587499" cy="350292"/>
          </a:xfrm>
        </p:spPr>
        <p:txBody>
          <a:bodyPr rtlCol="0">
            <a:noAutofit/>
          </a:bodyPr>
          <a:lstStyle>
            <a:lvl1pPr marL="0" indent="0" algn="ctr">
              <a:buNone/>
              <a:defRPr lang="en-US" sz="12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1" name="Tekst — symbol zastępczy 27">
            <a:extLst>
              <a:ext uri="{FF2B5EF4-FFF2-40B4-BE49-F238E27FC236}">
                <a16:creationId xmlns:a16="http://schemas.microsoft.com/office/drawing/2014/main" id="{969EC781-370F-41FC-AD76-0728B465E512}"/>
              </a:ext>
            </a:extLst>
          </p:cNvPr>
          <p:cNvSpPr>
            <a:spLocks noGrp="1"/>
          </p:cNvSpPr>
          <p:nvPr>
            <p:ph type="body" sz="quarter" idx="20"/>
          </p:nvPr>
        </p:nvSpPr>
        <p:spPr>
          <a:xfrm>
            <a:off x="3228885" y="5094555"/>
            <a:ext cx="1587499" cy="350292"/>
          </a:xfrm>
        </p:spPr>
        <p:txBody>
          <a:bodyPr rtlCol="0" anchor="ctr">
            <a:noAutofit/>
          </a:bodyPr>
          <a:lstStyle>
            <a:lvl1pPr marL="0" indent="0" algn="ctr">
              <a:buNone/>
              <a:defRPr lang="en-US" sz="16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2" name="Tekst — symbol zastępczy 27">
            <a:extLst>
              <a:ext uri="{FF2B5EF4-FFF2-40B4-BE49-F238E27FC236}">
                <a16:creationId xmlns:a16="http://schemas.microsoft.com/office/drawing/2014/main" id="{50C960BB-D9A3-417D-87D9-E93363FB5850}"/>
              </a:ext>
            </a:extLst>
          </p:cNvPr>
          <p:cNvSpPr>
            <a:spLocks noGrp="1"/>
          </p:cNvSpPr>
          <p:nvPr>
            <p:ph type="body" sz="quarter" idx="21"/>
          </p:nvPr>
        </p:nvSpPr>
        <p:spPr>
          <a:xfrm>
            <a:off x="3228885" y="5371723"/>
            <a:ext cx="1587499" cy="350292"/>
          </a:xfrm>
        </p:spPr>
        <p:txBody>
          <a:bodyPr rtlCol="0">
            <a:noAutofit/>
          </a:bodyPr>
          <a:lstStyle>
            <a:lvl1pPr marL="0" indent="0" algn="ctr">
              <a:buNone/>
              <a:defRPr lang="en-US" sz="12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3" name="Tekst — symbol zastępczy 27">
            <a:extLst>
              <a:ext uri="{FF2B5EF4-FFF2-40B4-BE49-F238E27FC236}">
                <a16:creationId xmlns:a16="http://schemas.microsoft.com/office/drawing/2014/main" id="{714B566C-453D-4E47-8BE0-2EF7145AD3AF}"/>
              </a:ext>
            </a:extLst>
          </p:cNvPr>
          <p:cNvSpPr>
            <a:spLocks noGrp="1"/>
          </p:cNvSpPr>
          <p:nvPr>
            <p:ph type="body" sz="quarter" idx="22"/>
          </p:nvPr>
        </p:nvSpPr>
        <p:spPr>
          <a:xfrm>
            <a:off x="5302249" y="5094555"/>
            <a:ext cx="1587499" cy="350292"/>
          </a:xfrm>
        </p:spPr>
        <p:txBody>
          <a:bodyPr rtlCol="0" anchor="ctr">
            <a:noAutofit/>
          </a:bodyPr>
          <a:lstStyle>
            <a:lvl1pPr marL="0" indent="0" algn="ctr">
              <a:buNone/>
              <a:defRPr lang="en-US" sz="16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4" name="Tekst — symbol zastępczy 27">
            <a:extLst>
              <a:ext uri="{FF2B5EF4-FFF2-40B4-BE49-F238E27FC236}">
                <a16:creationId xmlns:a16="http://schemas.microsoft.com/office/drawing/2014/main" id="{8C9D423F-AE1B-476A-AC7E-F34CE6ABFA31}"/>
              </a:ext>
            </a:extLst>
          </p:cNvPr>
          <p:cNvSpPr>
            <a:spLocks noGrp="1"/>
          </p:cNvSpPr>
          <p:nvPr>
            <p:ph type="body" sz="quarter" idx="23"/>
          </p:nvPr>
        </p:nvSpPr>
        <p:spPr>
          <a:xfrm>
            <a:off x="5302249" y="5371723"/>
            <a:ext cx="1587499" cy="350292"/>
          </a:xfrm>
        </p:spPr>
        <p:txBody>
          <a:bodyPr rtlCol="0">
            <a:noAutofit/>
          </a:bodyPr>
          <a:lstStyle>
            <a:lvl1pPr marL="0" indent="0" algn="ctr">
              <a:buNone/>
              <a:defRPr lang="en-US" sz="12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5" name="Tekst — symbol zastępczy 27">
            <a:extLst>
              <a:ext uri="{FF2B5EF4-FFF2-40B4-BE49-F238E27FC236}">
                <a16:creationId xmlns:a16="http://schemas.microsoft.com/office/drawing/2014/main" id="{F25DCDC4-ECAE-47AB-8ED3-07D8D33BF181}"/>
              </a:ext>
            </a:extLst>
          </p:cNvPr>
          <p:cNvSpPr>
            <a:spLocks noGrp="1"/>
          </p:cNvSpPr>
          <p:nvPr>
            <p:ph type="body" sz="quarter" idx="24"/>
          </p:nvPr>
        </p:nvSpPr>
        <p:spPr>
          <a:xfrm>
            <a:off x="7364765" y="5094555"/>
            <a:ext cx="1587499" cy="350292"/>
          </a:xfrm>
        </p:spPr>
        <p:txBody>
          <a:bodyPr rtlCol="0" anchor="ctr">
            <a:noAutofit/>
          </a:bodyPr>
          <a:lstStyle>
            <a:lvl1pPr marL="0" indent="0" algn="ctr">
              <a:buNone/>
              <a:defRPr lang="en-US" sz="16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6" name="Tekst — symbol zastępczy 27">
            <a:extLst>
              <a:ext uri="{FF2B5EF4-FFF2-40B4-BE49-F238E27FC236}">
                <a16:creationId xmlns:a16="http://schemas.microsoft.com/office/drawing/2014/main" id="{1A7D8398-681A-475F-9624-02EFB0099D50}"/>
              </a:ext>
            </a:extLst>
          </p:cNvPr>
          <p:cNvSpPr>
            <a:spLocks noGrp="1"/>
          </p:cNvSpPr>
          <p:nvPr>
            <p:ph type="body" sz="quarter" idx="25"/>
          </p:nvPr>
        </p:nvSpPr>
        <p:spPr>
          <a:xfrm>
            <a:off x="7364765" y="5371723"/>
            <a:ext cx="1587499" cy="350292"/>
          </a:xfrm>
        </p:spPr>
        <p:txBody>
          <a:bodyPr rtlCol="0">
            <a:noAutofit/>
          </a:bodyPr>
          <a:lstStyle>
            <a:lvl1pPr marL="0" indent="0" algn="ctr">
              <a:buNone/>
              <a:defRPr lang="en-US" sz="12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7" name="Tekst — symbol zastępczy 27">
            <a:extLst>
              <a:ext uri="{FF2B5EF4-FFF2-40B4-BE49-F238E27FC236}">
                <a16:creationId xmlns:a16="http://schemas.microsoft.com/office/drawing/2014/main" id="{9692C358-06E1-468E-90F8-9F5F3918233E}"/>
              </a:ext>
            </a:extLst>
          </p:cNvPr>
          <p:cNvSpPr>
            <a:spLocks noGrp="1"/>
          </p:cNvSpPr>
          <p:nvPr>
            <p:ph type="body" sz="quarter" idx="26"/>
          </p:nvPr>
        </p:nvSpPr>
        <p:spPr>
          <a:xfrm>
            <a:off x="9437688" y="5094555"/>
            <a:ext cx="1587499" cy="350292"/>
          </a:xfrm>
        </p:spPr>
        <p:txBody>
          <a:bodyPr rtlCol="0" anchor="ctr">
            <a:noAutofit/>
          </a:bodyPr>
          <a:lstStyle>
            <a:lvl1pPr marL="0" indent="0" algn="ctr">
              <a:buNone/>
              <a:defRPr lang="en-US" sz="16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8" name="Tekst — symbol zastępczy 27">
            <a:extLst>
              <a:ext uri="{FF2B5EF4-FFF2-40B4-BE49-F238E27FC236}">
                <a16:creationId xmlns:a16="http://schemas.microsoft.com/office/drawing/2014/main" id="{2167CC03-B865-47EB-83C3-CA5CDC584C0F}"/>
              </a:ext>
            </a:extLst>
          </p:cNvPr>
          <p:cNvSpPr>
            <a:spLocks noGrp="1"/>
          </p:cNvSpPr>
          <p:nvPr>
            <p:ph type="body" sz="quarter" idx="27"/>
          </p:nvPr>
        </p:nvSpPr>
        <p:spPr>
          <a:xfrm>
            <a:off x="9437688" y="5371723"/>
            <a:ext cx="1587499" cy="350292"/>
          </a:xfrm>
        </p:spPr>
        <p:txBody>
          <a:bodyPr rtlCol="0">
            <a:noAutofit/>
          </a:bodyPr>
          <a:lstStyle>
            <a:lvl1pPr marL="0" indent="0" algn="ctr">
              <a:buNone/>
              <a:defRPr lang="en-US" sz="12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3" name="Data — symbol zastępczy 2">
            <a:extLst>
              <a:ext uri="{FF2B5EF4-FFF2-40B4-BE49-F238E27FC236}">
                <a16:creationId xmlns:a16="http://schemas.microsoft.com/office/drawing/2014/main" id="{AEFFE053-BB16-4940-B248-2D496BB29975}"/>
              </a:ext>
            </a:extLst>
          </p:cNvPr>
          <p:cNvSpPr>
            <a:spLocks noGrp="1"/>
          </p:cNvSpPr>
          <p:nvPr>
            <p:ph type="dt" sz="half" idx="10"/>
          </p:nvPr>
        </p:nvSpPr>
        <p:spPr/>
        <p:txBody>
          <a:bodyPr rtlCol="0"/>
          <a:lstStyle>
            <a:lvl1pPr>
              <a:defRPr/>
            </a:lvl1pPr>
          </a:lstStyle>
          <a:p>
            <a:pPr rtl="0"/>
            <a:r>
              <a:rPr lang="pl-PL" noProof="0"/>
              <a:t>20XX</a:t>
            </a:r>
          </a:p>
        </p:txBody>
      </p:sp>
      <p:sp>
        <p:nvSpPr>
          <p:cNvPr id="4" name="Stopka — symbol zastępczy 3">
            <a:extLst>
              <a:ext uri="{FF2B5EF4-FFF2-40B4-BE49-F238E27FC236}">
                <a16:creationId xmlns:a16="http://schemas.microsoft.com/office/drawing/2014/main" id="{31FBD80C-6CA1-42DB-B732-4807A27DA8C7}"/>
              </a:ext>
            </a:extLst>
          </p:cNvPr>
          <p:cNvSpPr>
            <a:spLocks noGrp="1"/>
          </p:cNvSpPr>
          <p:nvPr>
            <p:ph type="ftr" sz="quarter" idx="11"/>
          </p:nvPr>
        </p:nvSpPr>
        <p:spPr/>
        <p:txBody>
          <a:bodyPr rtlCol="0"/>
          <a:lstStyle/>
          <a:p>
            <a:pPr rtl="0"/>
            <a:endParaRPr lang="pl-PL" noProof="0"/>
          </a:p>
        </p:txBody>
      </p:sp>
      <p:sp>
        <p:nvSpPr>
          <p:cNvPr id="5" name="Numer slajdu — symbol zastępczy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a:p>
        </p:txBody>
      </p:sp>
    </p:spTree>
    <p:extLst>
      <p:ext uri="{BB962C8B-B14F-4D97-AF65-F5344CB8AC3E}">
        <p14:creationId xmlns:p14="http://schemas.microsoft.com/office/powerpoint/2010/main" val="1885303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D84AEE3-6C7B-402E-B26D-1D079D78D307}"/>
              </a:ext>
            </a:extLst>
          </p:cNvPr>
          <p:cNvSpPr>
            <a:spLocks noGrp="1"/>
          </p:cNvSpPr>
          <p:nvPr>
            <p:ph type="title" hasCustomPrompt="1"/>
          </p:nvPr>
        </p:nvSpPr>
        <p:spPr/>
        <p:txBody>
          <a:bodyPr rtlCol="0"/>
          <a:lstStyle/>
          <a:p>
            <a:pPr rtl="0"/>
            <a:r>
              <a:rPr lang="pl-PL" noProof="0"/>
              <a:t>Kliknij, aby edytować styl wzorca tytułu</a:t>
            </a:r>
          </a:p>
        </p:txBody>
      </p:sp>
      <p:sp>
        <p:nvSpPr>
          <p:cNvPr id="3" name="Zawartość — symbol zastępczy 2">
            <a:extLst>
              <a:ext uri="{FF2B5EF4-FFF2-40B4-BE49-F238E27FC236}">
                <a16:creationId xmlns:a16="http://schemas.microsoft.com/office/drawing/2014/main" id="{B1101641-6BDA-433D-9393-1DDACE06701C}"/>
              </a:ext>
            </a:extLst>
          </p:cNvPr>
          <p:cNvSpPr>
            <a:spLocks noGrp="1"/>
          </p:cNvSpPr>
          <p:nvPr>
            <p:ph sz="half" idx="1" hasCustomPrompt="1"/>
          </p:nvPr>
        </p:nvSpPr>
        <p:spPr>
          <a:xfrm>
            <a:off x="989400" y="1685925"/>
            <a:ext cx="4928400" cy="4092575"/>
          </a:xfrm>
        </p:spPr>
        <p:txBody>
          <a:bodyPr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4" name="Zawartość — symbol zastępczy 3">
            <a:extLst>
              <a:ext uri="{FF2B5EF4-FFF2-40B4-BE49-F238E27FC236}">
                <a16:creationId xmlns:a16="http://schemas.microsoft.com/office/drawing/2014/main" id="{DB8F8D2A-A489-488D-B1E1-23F36D3E95C7}"/>
              </a:ext>
            </a:extLst>
          </p:cNvPr>
          <p:cNvSpPr>
            <a:spLocks noGrp="1"/>
          </p:cNvSpPr>
          <p:nvPr>
            <p:ph sz="half" idx="2" hasCustomPrompt="1"/>
          </p:nvPr>
        </p:nvSpPr>
        <p:spPr>
          <a:xfrm>
            <a:off x="6274202" y="1685925"/>
            <a:ext cx="4928400" cy="4092575"/>
          </a:xfrm>
        </p:spPr>
        <p:txBody>
          <a:bodyPr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5" name="Data — symbol zastępczy 4">
            <a:extLst>
              <a:ext uri="{FF2B5EF4-FFF2-40B4-BE49-F238E27FC236}">
                <a16:creationId xmlns:a16="http://schemas.microsoft.com/office/drawing/2014/main" id="{1CA242E8-AEEF-4BBD-94E9-86F89D69522C}"/>
              </a:ext>
            </a:extLst>
          </p:cNvPr>
          <p:cNvSpPr>
            <a:spLocks noGrp="1"/>
          </p:cNvSpPr>
          <p:nvPr>
            <p:ph type="dt" sz="half" idx="10"/>
          </p:nvPr>
        </p:nvSpPr>
        <p:spPr/>
        <p:txBody>
          <a:bodyPr rtlCol="0"/>
          <a:lstStyle>
            <a:lvl1pPr>
              <a:defRPr/>
            </a:lvl1pPr>
          </a:lstStyle>
          <a:p>
            <a:pPr rtl="0"/>
            <a:r>
              <a:rPr lang="pl-PL" noProof="0"/>
              <a:t>20XX</a:t>
            </a:r>
          </a:p>
        </p:txBody>
      </p:sp>
      <p:sp>
        <p:nvSpPr>
          <p:cNvPr id="6" name="Stopka — symbol zastępczy 5">
            <a:extLst>
              <a:ext uri="{FF2B5EF4-FFF2-40B4-BE49-F238E27FC236}">
                <a16:creationId xmlns:a16="http://schemas.microsoft.com/office/drawing/2014/main" id="{BD58D2CA-06C9-412D-A5D6-F97DDBBB03DB}"/>
              </a:ext>
            </a:extLst>
          </p:cNvPr>
          <p:cNvSpPr>
            <a:spLocks noGrp="1"/>
          </p:cNvSpPr>
          <p:nvPr>
            <p:ph type="ftr" sz="quarter" idx="11"/>
          </p:nvPr>
        </p:nvSpPr>
        <p:spPr/>
        <p:txBody>
          <a:bodyPr rtlCol="0"/>
          <a:lstStyle/>
          <a:p>
            <a:pPr rtl="0"/>
            <a:endParaRPr lang="pl-PL" noProof="0"/>
          </a:p>
        </p:txBody>
      </p:sp>
      <p:sp>
        <p:nvSpPr>
          <p:cNvPr id="7" name="Numer slajdu — symbol zastępczy 6">
            <a:extLst>
              <a:ext uri="{FF2B5EF4-FFF2-40B4-BE49-F238E27FC236}">
                <a16:creationId xmlns:a16="http://schemas.microsoft.com/office/drawing/2014/main" id="{021A80D9-E04B-47BF-80DA-01E68346A51C}"/>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a:p>
        </p:txBody>
      </p:sp>
    </p:spTree>
    <p:extLst>
      <p:ext uri="{BB962C8B-B14F-4D97-AF65-F5344CB8AC3E}">
        <p14:creationId xmlns:p14="http://schemas.microsoft.com/office/powerpoint/2010/main" val="27305451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orównanie">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7A42251-8A4B-463E-982B-C657C3810F36}"/>
              </a:ext>
            </a:extLst>
          </p:cNvPr>
          <p:cNvSpPr>
            <a:spLocks noGrp="1"/>
          </p:cNvSpPr>
          <p:nvPr>
            <p:ph type="title" hasCustomPrompt="1"/>
          </p:nvPr>
        </p:nvSpPr>
        <p:spPr>
          <a:xfrm>
            <a:off x="989400" y="395289"/>
            <a:ext cx="10213200" cy="1112836"/>
          </a:xfrm>
        </p:spPr>
        <p:txBody>
          <a:bodyPr rtlCol="0"/>
          <a:lstStyle/>
          <a:p>
            <a:pPr rtl="0"/>
            <a:r>
              <a:rPr lang="pl-PL" noProof="0"/>
              <a:t>Kliknij, aby edytować styl wzorca tytułu</a:t>
            </a:r>
          </a:p>
        </p:txBody>
      </p:sp>
      <p:sp>
        <p:nvSpPr>
          <p:cNvPr id="3" name="Tekst — symbol zastępczy 2">
            <a:extLst>
              <a:ext uri="{FF2B5EF4-FFF2-40B4-BE49-F238E27FC236}">
                <a16:creationId xmlns:a16="http://schemas.microsoft.com/office/drawing/2014/main" id="{61C74D5E-AC0B-46BF-8840-61CC89C3B6BE}"/>
              </a:ext>
            </a:extLst>
          </p:cNvPr>
          <p:cNvSpPr>
            <a:spLocks noGrp="1"/>
          </p:cNvSpPr>
          <p:nvPr>
            <p:ph type="body" idx="1" hasCustomPrompt="1"/>
          </p:nvPr>
        </p:nvSpPr>
        <p:spPr>
          <a:xfrm>
            <a:off x="989399" y="1736732"/>
            <a:ext cx="4928400" cy="661912"/>
          </a:xfrm>
        </p:spPr>
        <p:txBody>
          <a:bodyPr rtlCol="0"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PL" noProof="0"/>
              <a:t>Kliknij, aby edytować style wzorców tekstu</a:t>
            </a:r>
          </a:p>
        </p:txBody>
      </p:sp>
      <p:sp>
        <p:nvSpPr>
          <p:cNvPr id="4" name="Zawartość — symbol zastępczy 3">
            <a:extLst>
              <a:ext uri="{FF2B5EF4-FFF2-40B4-BE49-F238E27FC236}">
                <a16:creationId xmlns:a16="http://schemas.microsoft.com/office/drawing/2014/main" id="{901A0738-7A90-4A35-AB98-9656D6187286}"/>
              </a:ext>
            </a:extLst>
          </p:cNvPr>
          <p:cNvSpPr>
            <a:spLocks noGrp="1"/>
          </p:cNvSpPr>
          <p:nvPr>
            <p:ph sz="half" idx="2" hasCustomPrompt="1"/>
          </p:nvPr>
        </p:nvSpPr>
        <p:spPr>
          <a:xfrm>
            <a:off x="989400" y="2431256"/>
            <a:ext cx="4928400" cy="3347244"/>
          </a:xfrm>
        </p:spPr>
        <p:txBody>
          <a:bodyPr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5" name="Tekst — symbol zastępczy 4">
            <a:extLst>
              <a:ext uri="{FF2B5EF4-FFF2-40B4-BE49-F238E27FC236}">
                <a16:creationId xmlns:a16="http://schemas.microsoft.com/office/drawing/2014/main" id="{5DADFE01-1BA7-4288-9355-8B2B508BE582}"/>
              </a:ext>
            </a:extLst>
          </p:cNvPr>
          <p:cNvSpPr>
            <a:spLocks noGrp="1"/>
          </p:cNvSpPr>
          <p:nvPr>
            <p:ph type="body" sz="quarter" idx="3" hasCustomPrompt="1"/>
          </p:nvPr>
        </p:nvSpPr>
        <p:spPr>
          <a:xfrm>
            <a:off x="6274200" y="1736732"/>
            <a:ext cx="4928400" cy="662400"/>
          </a:xfrm>
        </p:spPr>
        <p:txBody>
          <a:bodyPr rtlCol="0"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PL" noProof="0"/>
              <a:t>Kliknij, aby edytować style wzorców tekstu</a:t>
            </a:r>
          </a:p>
        </p:txBody>
      </p:sp>
      <p:sp>
        <p:nvSpPr>
          <p:cNvPr id="6" name="Zawartość — symbol zastępczy 5">
            <a:extLst>
              <a:ext uri="{FF2B5EF4-FFF2-40B4-BE49-F238E27FC236}">
                <a16:creationId xmlns:a16="http://schemas.microsoft.com/office/drawing/2014/main" id="{F7D49F77-6C55-47AC-B1AE-5D9906DBD7F6}"/>
              </a:ext>
            </a:extLst>
          </p:cNvPr>
          <p:cNvSpPr>
            <a:spLocks noGrp="1"/>
          </p:cNvSpPr>
          <p:nvPr>
            <p:ph sz="quarter" idx="4" hasCustomPrompt="1"/>
          </p:nvPr>
        </p:nvSpPr>
        <p:spPr>
          <a:xfrm>
            <a:off x="6274200" y="2431257"/>
            <a:ext cx="4928400" cy="3347244"/>
          </a:xfrm>
        </p:spPr>
        <p:txBody>
          <a:bodyPr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7" name="Data — symbol zastępczy 6">
            <a:extLst>
              <a:ext uri="{FF2B5EF4-FFF2-40B4-BE49-F238E27FC236}">
                <a16:creationId xmlns:a16="http://schemas.microsoft.com/office/drawing/2014/main" id="{21D8EF53-AF86-47E8-83DC-8C419847A639}"/>
              </a:ext>
            </a:extLst>
          </p:cNvPr>
          <p:cNvSpPr>
            <a:spLocks noGrp="1"/>
          </p:cNvSpPr>
          <p:nvPr>
            <p:ph type="dt" sz="half" idx="10"/>
          </p:nvPr>
        </p:nvSpPr>
        <p:spPr/>
        <p:txBody>
          <a:bodyPr rtlCol="0"/>
          <a:lstStyle>
            <a:lvl1pPr>
              <a:defRPr/>
            </a:lvl1pPr>
          </a:lstStyle>
          <a:p>
            <a:pPr rtl="0"/>
            <a:r>
              <a:rPr lang="pl-PL" noProof="0"/>
              <a:t>20XX</a:t>
            </a:r>
          </a:p>
        </p:txBody>
      </p:sp>
      <p:sp>
        <p:nvSpPr>
          <p:cNvPr id="8" name="Stopka — symbol zastępczy 7">
            <a:extLst>
              <a:ext uri="{FF2B5EF4-FFF2-40B4-BE49-F238E27FC236}">
                <a16:creationId xmlns:a16="http://schemas.microsoft.com/office/drawing/2014/main" id="{5C01D653-ED9A-46D3-A97F-B5FA1DAE6CA9}"/>
              </a:ext>
            </a:extLst>
          </p:cNvPr>
          <p:cNvSpPr>
            <a:spLocks noGrp="1"/>
          </p:cNvSpPr>
          <p:nvPr>
            <p:ph type="ftr" sz="quarter" idx="11"/>
          </p:nvPr>
        </p:nvSpPr>
        <p:spPr/>
        <p:txBody>
          <a:bodyPr rtlCol="0"/>
          <a:lstStyle/>
          <a:p>
            <a:pPr rtl="0"/>
            <a:endParaRPr lang="pl-PL" noProof="0"/>
          </a:p>
        </p:txBody>
      </p:sp>
      <p:sp>
        <p:nvSpPr>
          <p:cNvPr id="9" name="Numer slajdu — symbol zastępczy 8">
            <a:extLst>
              <a:ext uri="{FF2B5EF4-FFF2-40B4-BE49-F238E27FC236}">
                <a16:creationId xmlns:a16="http://schemas.microsoft.com/office/drawing/2014/main" id="{CC5B9B66-64EA-4022-BD96-ECF2A80CE2F0}"/>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a:p>
        </p:txBody>
      </p:sp>
    </p:spTree>
    <p:extLst>
      <p:ext uri="{BB962C8B-B14F-4D97-AF65-F5344CB8AC3E}">
        <p14:creationId xmlns:p14="http://schemas.microsoft.com/office/powerpoint/2010/main" val="41854984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Kolumna zawartości 3 ">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7A42251-8A4B-463E-982B-C657C3810F36}"/>
              </a:ext>
            </a:extLst>
          </p:cNvPr>
          <p:cNvSpPr>
            <a:spLocks noGrp="1"/>
          </p:cNvSpPr>
          <p:nvPr>
            <p:ph type="title" hasCustomPrompt="1"/>
          </p:nvPr>
        </p:nvSpPr>
        <p:spPr>
          <a:xfrm>
            <a:off x="989400" y="395289"/>
            <a:ext cx="10213200" cy="1112836"/>
          </a:xfrm>
        </p:spPr>
        <p:txBody>
          <a:bodyPr rtlCol="0"/>
          <a:lstStyle/>
          <a:p>
            <a:pPr rtl="0"/>
            <a:r>
              <a:rPr lang="pl-PL" noProof="0"/>
              <a:t>Kliknij, aby edytować styl wzorca tytułu</a:t>
            </a:r>
          </a:p>
        </p:txBody>
      </p:sp>
      <p:sp>
        <p:nvSpPr>
          <p:cNvPr id="3" name="Tekst — symbol zastępczy 2">
            <a:extLst>
              <a:ext uri="{FF2B5EF4-FFF2-40B4-BE49-F238E27FC236}">
                <a16:creationId xmlns:a16="http://schemas.microsoft.com/office/drawing/2014/main" id="{61C74D5E-AC0B-46BF-8840-61CC89C3B6BE}"/>
              </a:ext>
            </a:extLst>
          </p:cNvPr>
          <p:cNvSpPr>
            <a:spLocks noGrp="1"/>
          </p:cNvSpPr>
          <p:nvPr>
            <p:ph type="body" idx="1" hasCustomPrompt="1"/>
          </p:nvPr>
        </p:nvSpPr>
        <p:spPr>
          <a:xfrm>
            <a:off x="989399" y="1736732"/>
            <a:ext cx="2971400" cy="661912"/>
          </a:xfrm>
        </p:spPr>
        <p:txBody>
          <a:bodyPr rtlCol="0"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PL" noProof="0"/>
              <a:t>Kliknij, aby edytować style wzorców tekstu</a:t>
            </a:r>
          </a:p>
        </p:txBody>
      </p:sp>
      <p:sp>
        <p:nvSpPr>
          <p:cNvPr id="4" name="Zawartość — symbol zastępczy 3">
            <a:extLst>
              <a:ext uri="{FF2B5EF4-FFF2-40B4-BE49-F238E27FC236}">
                <a16:creationId xmlns:a16="http://schemas.microsoft.com/office/drawing/2014/main" id="{901A0738-7A90-4A35-AB98-9656D6187286}"/>
              </a:ext>
            </a:extLst>
          </p:cNvPr>
          <p:cNvSpPr>
            <a:spLocks noGrp="1"/>
          </p:cNvSpPr>
          <p:nvPr>
            <p:ph sz="half" idx="2" hasCustomPrompt="1"/>
          </p:nvPr>
        </p:nvSpPr>
        <p:spPr>
          <a:xfrm>
            <a:off x="989400" y="2431256"/>
            <a:ext cx="2971400" cy="3632750"/>
          </a:xfrm>
        </p:spPr>
        <p:txBody>
          <a:bodyPr rtlCol="0">
            <a:noAutofit/>
          </a:bodyPr>
          <a:lstStyle>
            <a:lvl1pPr>
              <a:defRPr sz="1600"/>
            </a:lvl1pPr>
            <a:lvl2pPr>
              <a:defRPr sz="1600"/>
            </a:lvl2pPr>
            <a:lvl3pPr>
              <a:defRPr sz="1600"/>
            </a:lvl3pPr>
            <a:lvl4pPr>
              <a:defRPr sz="1600"/>
            </a:lvl4pPr>
            <a:lvl5pPr>
              <a:defRPr sz="1600"/>
            </a:lvl5pPr>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5" name="Tekst — symbol zastępczy 4">
            <a:extLst>
              <a:ext uri="{FF2B5EF4-FFF2-40B4-BE49-F238E27FC236}">
                <a16:creationId xmlns:a16="http://schemas.microsoft.com/office/drawing/2014/main" id="{5DADFE01-1BA7-4288-9355-8B2B508BE582}"/>
              </a:ext>
            </a:extLst>
          </p:cNvPr>
          <p:cNvSpPr>
            <a:spLocks noGrp="1"/>
          </p:cNvSpPr>
          <p:nvPr>
            <p:ph type="body" sz="quarter" idx="3" hasCustomPrompt="1"/>
          </p:nvPr>
        </p:nvSpPr>
        <p:spPr>
          <a:xfrm>
            <a:off x="4610300" y="1756025"/>
            <a:ext cx="2971400" cy="662400"/>
          </a:xfrm>
        </p:spPr>
        <p:txBody>
          <a:bodyPr rtlCol="0"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PL" noProof="0"/>
              <a:t>Kliknij, aby edytować style wzorców tekstu</a:t>
            </a:r>
          </a:p>
        </p:txBody>
      </p:sp>
      <p:sp>
        <p:nvSpPr>
          <p:cNvPr id="6" name="Zawartość — symbol zastępczy 5">
            <a:extLst>
              <a:ext uri="{FF2B5EF4-FFF2-40B4-BE49-F238E27FC236}">
                <a16:creationId xmlns:a16="http://schemas.microsoft.com/office/drawing/2014/main" id="{F7D49F77-6C55-47AC-B1AE-5D9906DBD7F6}"/>
              </a:ext>
            </a:extLst>
          </p:cNvPr>
          <p:cNvSpPr>
            <a:spLocks noGrp="1"/>
          </p:cNvSpPr>
          <p:nvPr>
            <p:ph sz="quarter" idx="4" hasCustomPrompt="1"/>
          </p:nvPr>
        </p:nvSpPr>
        <p:spPr>
          <a:xfrm>
            <a:off x="4610300" y="2450550"/>
            <a:ext cx="2971400" cy="3632750"/>
          </a:xfrm>
        </p:spPr>
        <p:txBody>
          <a:bodyPr rtlCol="0">
            <a:noAutofit/>
          </a:bodyPr>
          <a:lstStyle>
            <a:lvl1pPr>
              <a:defRPr sz="1600"/>
            </a:lvl1pPr>
            <a:lvl2pPr>
              <a:defRPr sz="1600"/>
            </a:lvl2pPr>
            <a:lvl3pPr>
              <a:defRPr sz="1600"/>
            </a:lvl3pPr>
            <a:lvl4pPr>
              <a:defRPr sz="1600"/>
            </a:lvl4pPr>
            <a:lvl5pPr>
              <a:defRPr sz="1600"/>
            </a:lvl5pPr>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10" name="Tekst — symbol zastępczy 4">
            <a:extLst>
              <a:ext uri="{FF2B5EF4-FFF2-40B4-BE49-F238E27FC236}">
                <a16:creationId xmlns:a16="http://schemas.microsoft.com/office/drawing/2014/main" id="{65563541-7DAA-4F84-BBAB-31C12F6AE981}"/>
              </a:ext>
            </a:extLst>
          </p:cNvPr>
          <p:cNvSpPr>
            <a:spLocks noGrp="1"/>
          </p:cNvSpPr>
          <p:nvPr>
            <p:ph type="body" sz="quarter" idx="13" hasCustomPrompt="1"/>
          </p:nvPr>
        </p:nvSpPr>
        <p:spPr>
          <a:xfrm>
            <a:off x="8231200" y="1756025"/>
            <a:ext cx="2971400" cy="662400"/>
          </a:xfrm>
        </p:spPr>
        <p:txBody>
          <a:bodyPr rtlCol="0"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PL" noProof="0"/>
              <a:t>Kliknij, aby edytować style wzorców tekstu</a:t>
            </a:r>
          </a:p>
        </p:txBody>
      </p:sp>
      <p:sp>
        <p:nvSpPr>
          <p:cNvPr id="11" name="Zawartość — symbol zastępczy 5">
            <a:extLst>
              <a:ext uri="{FF2B5EF4-FFF2-40B4-BE49-F238E27FC236}">
                <a16:creationId xmlns:a16="http://schemas.microsoft.com/office/drawing/2014/main" id="{AE3321C3-E759-4DD7-BFA1-2E724B8DDBF0}"/>
              </a:ext>
            </a:extLst>
          </p:cNvPr>
          <p:cNvSpPr>
            <a:spLocks noGrp="1"/>
          </p:cNvSpPr>
          <p:nvPr>
            <p:ph sz="quarter" idx="14" hasCustomPrompt="1"/>
          </p:nvPr>
        </p:nvSpPr>
        <p:spPr>
          <a:xfrm>
            <a:off x="8231200" y="2450550"/>
            <a:ext cx="2971400" cy="3632750"/>
          </a:xfrm>
        </p:spPr>
        <p:txBody>
          <a:bodyPr rtlCol="0">
            <a:noAutofit/>
          </a:bodyPr>
          <a:lstStyle>
            <a:lvl1pPr>
              <a:defRPr sz="1600"/>
            </a:lvl1pPr>
            <a:lvl2pPr>
              <a:defRPr sz="1600"/>
            </a:lvl2pPr>
            <a:lvl3pPr>
              <a:defRPr sz="1600"/>
            </a:lvl3pPr>
            <a:lvl4pPr>
              <a:defRPr sz="1600"/>
            </a:lvl4pPr>
            <a:lvl5pPr>
              <a:defRPr sz="1600"/>
            </a:lvl5pPr>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7" name="Data — symbol zastępczy 6">
            <a:extLst>
              <a:ext uri="{FF2B5EF4-FFF2-40B4-BE49-F238E27FC236}">
                <a16:creationId xmlns:a16="http://schemas.microsoft.com/office/drawing/2014/main" id="{21D8EF53-AF86-47E8-83DC-8C419847A639}"/>
              </a:ext>
            </a:extLst>
          </p:cNvPr>
          <p:cNvSpPr>
            <a:spLocks noGrp="1"/>
          </p:cNvSpPr>
          <p:nvPr>
            <p:ph type="dt" sz="half" idx="10"/>
          </p:nvPr>
        </p:nvSpPr>
        <p:spPr/>
        <p:txBody>
          <a:bodyPr rtlCol="0"/>
          <a:lstStyle>
            <a:lvl1pPr>
              <a:defRPr/>
            </a:lvl1pPr>
          </a:lstStyle>
          <a:p>
            <a:pPr rtl="0"/>
            <a:r>
              <a:rPr lang="pl-PL" noProof="0"/>
              <a:t>20XX</a:t>
            </a:r>
          </a:p>
        </p:txBody>
      </p:sp>
      <p:sp>
        <p:nvSpPr>
          <p:cNvPr id="8" name="Stopka — symbol zastępczy 7">
            <a:extLst>
              <a:ext uri="{FF2B5EF4-FFF2-40B4-BE49-F238E27FC236}">
                <a16:creationId xmlns:a16="http://schemas.microsoft.com/office/drawing/2014/main" id="{5C01D653-ED9A-46D3-A97F-B5FA1DAE6CA9}"/>
              </a:ext>
            </a:extLst>
          </p:cNvPr>
          <p:cNvSpPr>
            <a:spLocks noGrp="1"/>
          </p:cNvSpPr>
          <p:nvPr>
            <p:ph type="ftr" sz="quarter" idx="11"/>
          </p:nvPr>
        </p:nvSpPr>
        <p:spPr/>
        <p:txBody>
          <a:bodyPr rtlCol="0"/>
          <a:lstStyle/>
          <a:p>
            <a:pPr rtl="0"/>
            <a:endParaRPr lang="pl-PL" noProof="0"/>
          </a:p>
        </p:txBody>
      </p:sp>
      <p:sp>
        <p:nvSpPr>
          <p:cNvPr id="9" name="Numer slajdu — symbol zastępczy 8">
            <a:extLst>
              <a:ext uri="{FF2B5EF4-FFF2-40B4-BE49-F238E27FC236}">
                <a16:creationId xmlns:a16="http://schemas.microsoft.com/office/drawing/2014/main" id="{CC5B9B66-64EA-4022-BD96-ECF2A80CE2F0}"/>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a:p>
        </p:txBody>
      </p:sp>
    </p:spTree>
    <p:extLst>
      <p:ext uri="{BB962C8B-B14F-4D97-AF65-F5344CB8AC3E}">
        <p14:creationId xmlns:p14="http://schemas.microsoft.com/office/powerpoint/2010/main" val="19364968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odsumowanie  ">
    <p:spTree>
      <p:nvGrpSpPr>
        <p:cNvPr id="1" name=""/>
        <p:cNvGrpSpPr/>
        <p:nvPr/>
      </p:nvGrpSpPr>
      <p:grpSpPr>
        <a:xfrm>
          <a:off x="0" y="0"/>
          <a:ext cx="0" cy="0"/>
          <a:chOff x="0" y="0"/>
          <a:chExt cx="0" cy="0"/>
        </a:xfrm>
      </p:grpSpPr>
      <p:sp>
        <p:nvSpPr>
          <p:cNvPr id="9" name="Prostokąt 8">
            <a:extLst>
              <a:ext uri="{FF2B5EF4-FFF2-40B4-BE49-F238E27FC236}">
                <a16:creationId xmlns:a16="http://schemas.microsoft.com/office/drawing/2014/main" id="{B4910FDC-FCA3-4F39-AC3F-821172639127}"/>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a:xfrm>
            <a:off x="2937" y="0"/>
            <a:ext cx="386715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a:solidFill>
                <a:schemeClr val="bg1">
                  <a:alpha val="20000"/>
                </a:schemeClr>
              </a:solidFill>
              <a:latin typeface="Calibri" panose="020F0502020204030204" pitchFamily="34" charset="0"/>
            </a:endParaRPr>
          </a:p>
        </p:txBody>
      </p:sp>
      <p:sp>
        <p:nvSpPr>
          <p:cNvPr id="2" name="Tytuł 1">
            <a:extLst>
              <a:ext uri="{FF2B5EF4-FFF2-40B4-BE49-F238E27FC236}">
                <a16:creationId xmlns:a16="http://schemas.microsoft.com/office/drawing/2014/main" id="{D033B6B0-54DE-4F2D-84DD-D06CD3B117B4}"/>
              </a:ext>
            </a:extLst>
          </p:cNvPr>
          <p:cNvSpPr>
            <a:spLocks noGrp="1"/>
          </p:cNvSpPr>
          <p:nvPr>
            <p:ph type="title" hasCustomPrompt="1"/>
          </p:nvPr>
        </p:nvSpPr>
        <p:spPr>
          <a:xfrm>
            <a:off x="4318001" y="536573"/>
            <a:ext cx="7424950" cy="1453003"/>
          </a:xfrm>
        </p:spPr>
        <p:txBody>
          <a:bodyPr rtlCol="0"/>
          <a:lstStyle>
            <a:lvl1pPr algn="ctr">
              <a:defRPr/>
            </a:lvl1pPr>
          </a:lstStyle>
          <a:p>
            <a:pPr rtl="0"/>
            <a:r>
              <a:rPr lang="pl-PL" noProof="0"/>
              <a:t>Kliknij, aby edytować styl wzorca tytułu</a:t>
            </a:r>
          </a:p>
        </p:txBody>
      </p:sp>
      <p:sp>
        <p:nvSpPr>
          <p:cNvPr id="11" name="Obraz — symbol zastępczy 10">
            <a:extLst>
              <a:ext uri="{FF2B5EF4-FFF2-40B4-BE49-F238E27FC236}">
                <a16:creationId xmlns:a16="http://schemas.microsoft.com/office/drawing/2014/main" id="{6F0F278F-99B1-49C2-968B-C983DF8121A9}"/>
              </a:ext>
            </a:extLst>
          </p:cNvPr>
          <p:cNvSpPr>
            <a:spLocks noGrp="1"/>
          </p:cNvSpPr>
          <p:nvPr>
            <p:ph type="pic" sz="quarter" idx="14"/>
          </p:nvPr>
        </p:nvSpPr>
        <p:spPr>
          <a:xfrm>
            <a:off x="627063" y="536575"/>
            <a:ext cx="2616200" cy="1743075"/>
          </a:xfrm>
        </p:spPr>
        <p:txBody>
          <a:bodyPr rtlCol="0"/>
          <a:lstStyle/>
          <a:p>
            <a:pPr rtl="0"/>
            <a:r>
              <a:rPr lang="pl-PL" noProof="0"/>
              <a:t>Kliknij ikonę, aby dodać obraz</a:t>
            </a:r>
          </a:p>
        </p:txBody>
      </p:sp>
      <p:sp>
        <p:nvSpPr>
          <p:cNvPr id="207" name="Obraz — symbol zastępczy 10">
            <a:extLst>
              <a:ext uri="{FF2B5EF4-FFF2-40B4-BE49-F238E27FC236}">
                <a16:creationId xmlns:a16="http://schemas.microsoft.com/office/drawing/2014/main" id="{524BD50E-995A-4DB3-8E0A-E7F1FC636936}"/>
              </a:ext>
            </a:extLst>
          </p:cNvPr>
          <p:cNvSpPr>
            <a:spLocks noGrp="1"/>
          </p:cNvSpPr>
          <p:nvPr>
            <p:ph type="pic" sz="quarter" idx="15"/>
          </p:nvPr>
        </p:nvSpPr>
        <p:spPr>
          <a:xfrm>
            <a:off x="616853" y="2557090"/>
            <a:ext cx="2616200" cy="1743075"/>
          </a:xfrm>
        </p:spPr>
        <p:txBody>
          <a:bodyPr rtlCol="0"/>
          <a:lstStyle/>
          <a:p>
            <a:pPr rtl="0"/>
            <a:r>
              <a:rPr lang="pl-PL" noProof="0"/>
              <a:t>Kliknij ikonę, aby dodać obraz</a:t>
            </a:r>
          </a:p>
        </p:txBody>
      </p:sp>
      <p:sp>
        <p:nvSpPr>
          <p:cNvPr id="208" name="Obraz — symbol zastępczy 10">
            <a:extLst>
              <a:ext uri="{FF2B5EF4-FFF2-40B4-BE49-F238E27FC236}">
                <a16:creationId xmlns:a16="http://schemas.microsoft.com/office/drawing/2014/main" id="{ABAB6489-3F37-4A20-8777-093046E5C82D}"/>
              </a:ext>
            </a:extLst>
          </p:cNvPr>
          <p:cNvSpPr>
            <a:spLocks noGrp="1"/>
          </p:cNvSpPr>
          <p:nvPr>
            <p:ph type="pic" sz="quarter" idx="16"/>
          </p:nvPr>
        </p:nvSpPr>
        <p:spPr>
          <a:xfrm>
            <a:off x="627063" y="4576347"/>
            <a:ext cx="2616200" cy="1743075"/>
          </a:xfrm>
        </p:spPr>
        <p:txBody>
          <a:bodyPr rtlCol="0"/>
          <a:lstStyle/>
          <a:p>
            <a:pPr rtl="0"/>
            <a:r>
              <a:rPr lang="pl-PL" noProof="0"/>
              <a:t>Kliknij ikonę, aby dodać obraz</a:t>
            </a:r>
          </a:p>
        </p:txBody>
      </p:sp>
      <p:sp>
        <p:nvSpPr>
          <p:cNvPr id="7" name="Tekst — symbol zastępczy 6">
            <a:extLst>
              <a:ext uri="{FF2B5EF4-FFF2-40B4-BE49-F238E27FC236}">
                <a16:creationId xmlns:a16="http://schemas.microsoft.com/office/drawing/2014/main" id="{92523157-52E2-4F89-B3C9-EA9FE7914BAB}"/>
              </a:ext>
            </a:extLst>
          </p:cNvPr>
          <p:cNvSpPr>
            <a:spLocks noGrp="1"/>
          </p:cNvSpPr>
          <p:nvPr>
            <p:ph type="body" sz="quarter" idx="17" hasCustomPrompt="1"/>
          </p:nvPr>
        </p:nvSpPr>
        <p:spPr>
          <a:xfrm>
            <a:off x="4864100" y="2876550"/>
            <a:ext cx="6332538" cy="3219450"/>
          </a:xfrm>
        </p:spPr>
        <p:txBody>
          <a:bodyPr rtlCol="0">
            <a:normAutofit/>
          </a:bodyPr>
          <a:lstStyle>
            <a:lvl1pPr marL="0" indent="0" algn="ctr">
              <a:buNone/>
              <a:defRPr sz="1900"/>
            </a:lvl1pPr>
            <a:lvl2pPr marL="360000" indent="0" algn="ctr">
              <a:buFont typeface="Arial" panose="020B0604020202020204" pitchFamily="34" charset="0"/>
              <a:buNone/>
              <a:defRPr/>
            </a:lvl2pPr>
            <a:lvl3pPr marL="720000" indent="0" algn="ctr">
              <a:buNone/>
              <a:defRPr/>
            </a:lvl3pPr>
            <a:lvl4pPr marL="1080000" indent="0" algn="ctr">
              <a:buFont typeface="Arial" panose="020B0604020202020204" pitchFamily="34" charset="0"/>
              <a:buNone/>
              <a:defRPr/>
            </a:lvl4pPr>
            <a:lvl5pPr marL="1440000" indent="0" algn="ctr">
              <a:buNone/>
              <a:defRPr/>
            </a:lvl5pPr>
          </a:lstStyle>
          <a:p>
            <a:pPr lvl="0" rtl="0"/>
            <a:r>
              <a:rPr lang="pl-PL" noProof="0"/>
              <a:t>Kliknij, aby edytować tekst</a:t>
            </a:r>
          </a:p>
        </p:txBody>
      </p:sp>
      <p:sp>
        <p:nvSpPr>
          <p:cNvPr id="3" name="Data — symbol zastępczy 2">
            <a:extLst>
              <a:ext uri="{FF2B5EF4-FFF2-40B4-BE49-F238E27FC236}">
                <a16:creationId xmlns:a16="http://schemas.microsoft.com/office/drawing/2014/main" id="{AEFFE053-BB16-4940-B248-2D496BB29975}"/>
              </a:ext>
            </a:extLst>
          </p:cNvPr>
          <p:cNvSpPr>
            <a:spLocks noGrp="1"/>
          </p:cNvSpPr>
          <p:nvPr>
            <p:ph type="dt" sz="half" idx="10"/>
          </p:nvPr>
        </p:nvSpPr>
        <p:spPr>
          <a:xfrm>
            <a:off x="4318000" y="6357167"/>
            <a:ext cx="1760150" cy="461665"/>
          </a:xfrm>
        </p:spPr>
        <p:txBody>
          <a:bodyPr rtlCol="0"/>
          <a:lstStyle>
            <a:lvl1pPr>
              <a:defRPr/>
            </a:lvl1pPr>
          </a:lstStyle>
          <a:p>
            <a:pPr rtl="0"/>
            <a:r>
              <a:rPr lang="pl-PL" noProof="0"/>
              <a:t>20XX</a:t>
            </a:r>
          </a:p>
        </p:txBody>
      </p:sp>
      <p:sp>
        <p:nvSpPr>
          <p:cNvPr id="4" name="Stopka — symbol zastępczy 3">
            <a:extLst>
              <a:ext uri="{FF2B5EF4-FFF2-40B4-BE49-F238E27FC236}">
                <a16:creationId xmlns:a16="http://schemas.microsoft.com/office/drawing/2014/main" id="{31FBD80C-6CA1-42DB-B732-4807A27DA8C7}"/>
              </a:ext>
            </a:extLst>
          </p:cNvPr>
          <p:cNvSpPr>
            <a:spLocks noGrp="1"/>
          </p:cNvSpPr>
          <p:nvPr>
            <p:ph type="ftr" sz="quarter" idx="11"/>
          </p:nvPr>
        </p:nvSpPr>
        <p:spPr>
          <a:xfrm>
            <a:off x="6356725" y="6357600"/>
            <a:ext cx="3347285" cy="460800"/>
          </a:xfrm>
        </p:spPr>
        <p:txBody>
          <a:bodyPr rtlCol="0"/>
          <a:lstStyle/>
          <a:p>
            <a:pPr rtl="0"/>
            <a:endParaRPr lang="pl-PL" noProof="0"/>
          </a:p>
        </p:txBody>
      </p:sp>
      <p:sp>
        <p:nvSpPr>
          <p:cNvPr id="5" name="Numer slajdu — symbol zastępczy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a:p>
        </p:txBody>
      </p:sp>
      <p:cxnSp>
        <p:nvCxnSpPr>
          <p:cNvPr id="91" name="Łącznik prosty 90">
            <a:extLst>
              <a:ext uri="{FF2B5EF4-FFF2-40B4-BE49-F238E27FC236}">
                <a16:creationId xmlns:a16="http://schemas.microsoft.com/office/drawing/2014/main" id="{A3805DED-0C97-4EF7-B1E1-0E016E053719}"/>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7741725" y="242814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21678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Zamknięcie">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033B6B0-54DE-4F2D-84DD-D06CD3B117B4}"/>
              </a:ext>
            </a:extLst>
          </p:cNvPr>
          <p:cNvSpPr>
            <a:spLocks noGrp="1"/>
          </p:cNvSpPr>
          <p:nvPr>
            <p:ph type="title"/>
          </p:nvPr>
        </p:nvSpPr>
        <p:spPr>
          <a:xfrm>
            <a:off x="7794707" y="536573"/>
            <a:ext cx="3856679" cy="1453003"/>
          </a:xfrm>
        </p:spPr>
        <p:txBody>
          <a:bodyPr rtlCol="0"/>
          <a:lstStyle>
            <a:lvl1pPr algn="ctr">
              <a:defRPr/>
            </a:lvl1pPr>
          </a:lstStyle>
          <a:p>
            <a:pPr rtl="0"/>
            <a:r>
              <a:rPr lang="pl-PL" noProof="0"/>
              <a:t>Kliknij, aby edytować styl</a:t>
            </a:r>
            <a:endParaRPr lang="pl-PL" noProof="0" dirty="0"/>
          </a:p>
        </p:txBody>
      </p:sp>
      <p:sp>
        <p:nvSpPr>
          <p:cNvPr id="3" name="Data — symbol zastępczy 2">
            <a:extLst>
              <a:ext uri="{FF2B5EF4-FFF2-40B4-BE49-F238E27FC236}">
                <a16:creationId xmlns:a16="http://schemas.microsoft.com/office/drawing/2014/main" id="{AEFFE053-BB16-4940-B248-2D496BB29975}"/>
              </a:ext>
            </a:extLst>
          </p:cNvPr>
          <p:cNvSpPr>
            <a:spLocks noGrp="1"/>
          </p:cNvSpPr>
          <p:nvPr>
            <p:ph type="dt" sz="half" idx="10"/>
          </p:nvPr>
        </p:nvSpPr>
        <p:spPr/>
        <p:txBody>
          <a:bodyPr rtlCol="0"/>
          <a:lstStyle>
            <a:lvl1pPr>
              <a:defRPr/>
            </a:lvl1pPr>
          </a:lstStyle>
          <a:p>
            <a:pPr rtl="0"/>
            <a:r>
              <a:rPr lang="pl-PL" noProof="0" dirty="0"/>
              <a:t>20XX</a:t>
            </a:r>
          </a:p>
        </p:txBody>
      </p:sp>
      <p:sp>
        <p:nvSpPr>
          <p:cNvPr id="4" name="Stopka — symbol zastępczy 3">
            <a:extLst>
              <a:ext uri="{FF2B5EF4-FFF2-40B4-BE49-F238E27FC236}">
                <a16:creationId xmlns:a16="http://schemas.microsoft.com/office/drawing/2014/main" id="{31FBD80C-6CA1-42DB-B732-4807A27DA8C7}"/>
              </a:ext>
            </a:extLst>
          </p:cNvPr>
          <p:cNvSpPr>
            <a:spLocks noGrp="1"/>
          </p:cNvSpPr>
          <p:nvPr>
            <p:ph type="ftr" sz="quarter" idx="11"/>
          </p:nvPr>
        </p:nvSpPr>
        <p:spPr/>
        <p:txBody>
          <a:bodyPr rtlCol="0"/>
          <a:lstStyle/>
          <a:p>
            <a:pPr rtl="0"/>
            <a:endParaRPr lang="pl-PL" noProof="0" dirty="0"/>
          </a:p>
        </p:txBody>
      </p:sp>
      <p:sp>
        <p:nvSpPr>
          <p:cNvPr id="5" name="Numer slajdu — symbol zastępczy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dirty="0"/>
          </a:p>
        </p:txBody>
      </p:sp>
      <p:cxnSp>
        <p:nvCxnSpPr>
          <p:cNvPr id="91" name="Łącznik prosty 90">
            <a:extLst>
              <a:ext uri="{FF2B5EF4-FFF2-40B4-BE49-F238E27FC236}">
                <a16:creationId xmlns:a16="http://schemas.microsoft.com/office/drawing/2014/main" id="{A3805DED-0C97-4EF7-B1E1-0E016E053719}"/>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9443525" y="242814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92" name="Grupa 91">
            <a:extLst>
              <a:ext uri="{FF2B5EF4-FFF2-40B4-BE49-F238E27FC236}">
                <a16:creationId xmlns:a16="http://schemas.microsoft.com/office/drawing/2014/main" id="{6CA9855B-4072-4D45-821E-549FDF548137}"/>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a:off x="28958" y="457964"/>
            <a:ext cx="7681842" cy="5937065"/>
            <a:chOff x="28958" y="457964"/>
            <a:chExt cx="7681842" cy="5937065"/>
          </a:xfrm>
        </p:grpSpPr>
        <p:grpSp>
          <p:nvGrpSpPr>
            <p:cNvPr id="94" name="Grupa 93">
              <a:extLst>
                <a:ext uri="{FF2B5EF4-FFF2-40B4-BE49-F238E27FC236}">
                  <a16:creationId xmlns:a16="http://schemas.microsoft.com/office/drawing/2014/main" id="{CD707C0C-4086-4F35-A8FC-A45D727AA61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3417239" y="1865958"/>
              <a:ext cx="1270000" cy="3384002"/>
              <a:chOff x="7920038" y="61913"/>
              <a:chExt cx="1270000" cy="3384002"/>
            </a:xfrm>
          </p:grpSpPr>
          <p:sp>
            <p:nvSpPr>
              <p:cNvPr id="195" name="Freeform 76">
                <a:extLst>
                  <a:ext uri="{FF2B5EF4-FFF2-40B4-BE49-F238E27FC236}">
                    <a16:creationId xmlns:a16="http://schemas.microsoft.com/office/drawing/2014/main" id="{3D21528F-9013-4CD7-9F7C-D3F36248816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920038" y="61913"/>
                <a:ext cx="638175" cy="2843213"/>
              </a:xfrm>
              <a:custGeom>
                <a:avLst/>
                <a:gdLst>
                  <a:gd name="T0" fmla="*/ 0 w 134"/>
                  <a:gd name="T1" fmla="*/ 298 h 597"/>
                  <a:gd name="T2" fmla="*/ 134 w 134"/>
                  <a:gd name="T3" fmla="*/ 597 h 597"/>
                  <a:gd name="T4" fmla="*/ 134 w 134"/>
                  <a:gd name="T5" fmla="*/ 0 h 597"/>
                  <a:gd name="T6" fmla="*/ 0 w 134"/>
                  <a:gd name="T7" fmla="*/ 298 h 597"/>
                </a:gdLst>
                <a:ahLst/>
                <a:cxnLst>
                  <a:cxn ang="0">
                    <a:pos x="T0" y="T1"/>
                  </a:cxn>
                  <a:cxn ang="0">
                    <a:pos x="T2" y="T3"/>
                  </a:cxn>
                  <a:cxn ang="0">
                    <a:pos x="T4" y="T5"/>
                  </a:cxn>
                  <a:cxn ang="0">
                    <a:pos x="T6" y="T7"/>
                  </a:cxn>
                </a:cxnLst>
                <a:rect l="0" t="0" r="r" b="b"/>
                <a:pathLst>
                  <a:path w="134" h="597">
                    <a:moveTo>
                      <a:pt x="0" y="298"/>
                    </a:moveTo>
                    <a:cubicBezTo>
                      <a:pt x="0" y="417"/>
                      <a:pt x="52" y="523"/>
                      <a:pt x="134" y="597"/>
                    </a:cubicBezTo>
                    <a:cubicBezTo>
                      <a:pt x="134" y="0"/>
                      <a:pt x="134" y="0"/>
                      <a:pt x="134" y="0"/>
                    </a:cubicBezTo>
                    <a:cubicBezTo>
                      <a:pt x="52" y="74"/>
                      <a:pt x="0" y="180"/>
                      <a:pt x="0" y="298"/>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96" name="Freeform 77">
                <a:extLst>
                  <a:ext uri="{FF2B5EF4-FFF2-40B4-BE49-F238E27FC236}">
                    <a16:creationId xmlns:a16="http://schemas.microsoft.com/office/drawing/2014/main" id="{06A8F5A2-62EC-4CDC-945A-E6C50C86CA2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558213" y="61913"/>
                <a:ext cx="631825" cy="2843213"/>
              </a:xfrm>
              <a:custGeom>
                <a:avLst/>
                <a:gdLst>
                  <a:gd name="T0" fmla="*/ 0 w 133"/>
                  <a:gd name="T1" fmla="*/ 0 h 597"/>
                  <a:gd name="T2" fmla="*/ 0 w 133"/>
                  <a:gd name="T3" fmla="*/ 597 h 597"/>
                  <a:gd name="T4" fmla="*/ 133 w 133"/>
                  <a:gd name="T5" fmla="*/ 298 h 597"/>
                  <a:gd name="T6" fmla="*/ 0 w 133"/>
                  <a:gd name="T7" fmla="*/ 0 h 597"/>
                </a:gdLst>
                <a:ahLst/>
                <a:cxnLst>
                  <a:cxn ang="0">
                    <a:pos x="T0" y="T1"/>
                  </a:cxn>
                  <a:cxn ang="0">
                    <a:pos x="T2" y="T3"/>
                  </a:cxn>
                  <a:cxn ang="0">
                    <a:pos x="T4" y="T5"/>
                  </a:cxn>
                  <a:cxn ang="0">
                    <a:pos x="T6" y="T7"/>
                  </a:cxn>
                </a:cxnLst>
                <a:rect l="0" t="0" r="r" b="b"/>
                <a:pathLst>
                  <a:path w="133" h="597">
                    <a:moveTo>
                      <a:pt x="0" y="0"/>
                    </a:moveTo>
                    <a:cubicBezTo>
                      <a:pt x="0" y="597"/>
                      <a:pt x="0" y="597"/>
                      <a:pt x="0" y="597"/>
                    </a:cubicBezTo>
                    <a:cubicBezTo>
                      <a:pt x="82" y="523"/>
                      <a:pt x="133" y="417"/>
                      <a:pt x="133" y="298"/>
                    </a:cubicBezTo>
                    <a:cubicBezTo>
                      <a:pt x="133" y="180"/>
                      <a:pt x="82" y="74"/>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nvGrpSpPr>
              <p:cNvPr id="197" name="Grupa 196">
                <a:extLst>
                  <a:ext uri="{FF2B5EF4-FFF2-40B4-BE49-F238E27FC236}">
                    <a16:creationId xmlns:a16="http://schemas.microsoft.com/office/drawing/2014/main" id="{9625C8AA-1597-4CED-8301-18D382EF0DF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7934326" y="61915"/>
                <a:ext cx="1241425" cy="3384000"/>
                <a:chOff x="7934326" y="61915"/>
                <a:chExt cx="1241425" cy="3384000"/>
              </a:xfrm>
            </p:grpSpPr>
            <p:sp>
              <p:nvSpPr>
                <p:cNvPr id="198" name="Line 90">
                  <a:extLst>
                    <a:ext uri="{FF2B5EF4-FFF2-40B4-BE49-F238E27FC236}">
                      <a16:creationId xmlns:a16="http://schemas.microsoft.com/office/drawing/2014/main" id="{5DF95B35-23E9-4724-A4F8-8ED718B5DE7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8558213" y="61915"/>
                  <a:ext cx="0" cy="3384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99" name="Freeform 91">
                  <a:extLst>
                    <a:ext uri="{FF2B5EF4-FFF2-40B4-BE49-F238E27FC236}">
                      <a16:creationId xmlns:a16="http://schemas.microsoft.com/office/drawing/2014/main" id="{26C6754B-5776-451D-95ED-62AA4D0BAE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181976" y="523875"/>
                  <a:ext cx="747713" cy="376238"/>
                </a:xfrm>
                <a:custGeom>
                  <a:avLst/>
                  <a:gdLst>
                    <a:gd name="T0" fmla="*/ 471 w 471"/>
                    <a:gd name="T1" fmla="*/ 0 h 237"/>
                    <a:gd name="T2" fmla="*/ 237 w 471"/>
                    <a:gd name="T3" fmla="*/ 237 h 237"/>
                    <a:gd name="T4" fmla="*/ 0 w 471"/>
                    <a:gd name="T5" fmla="*/ 0 h 237"/>
                  </a:gdLst>
                  <a:ahLst/>
                  <a:cxnLst>
                    <a:cxn ang="0">
                      <a:pos x="T0" y="T1"/>
                    </a:cxn>
                    <a:cxn ang="0">
                      <a:pos x="T2" y="T3"/>
                    </a:cxn>
                    <a:cxn ang="0">
                      <a:pos x="T4" y="T5"/>
                    </a:cxn>
                  </a:cxnLst>
                  <a:rect l="0" t="0" r="r" b="b"/>
                  <a:pathLst>
                    <a:path w="471" h="237">
                      <a:moveTo>
                        <a:pt x="471" y="0"/>
                      </a:moveTo>
                      <a:lnTo>
                        <a:pt x="237" y="237"/>
                      </a:lnTo>
                      <a:lnTo>
                        <a:pt x="0" y="0"/>
                      </a:lnTo>
                    </a:path>
                  </a:pathLst>
                </a:cu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200" name="Freeform 92">
                  <a:extLst>
                    <a:ext uri="{FF2B5EF4-FFF2-40B4-BE49-F238E27FC236}">
                      <a16:creationId xmlns:a16="http://schemas.microsoft.com/office/drawing/2014/main" id="{A345A289-8D6C-4886-B54C-3E0D26D176E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977188" y="1028700"/>
                  <a:ext cx="1157288" cy="581025"/>
                </a:xfrm>
                <a:custGeom>
                  <a:avLst/>
                  <a:gdLst>
                    <a:gd name="T0" fmla="*/ 729 w 729"/>
                    <a:gd name="T1" fmla="*/ 0 h 366"/>
                    <a:gd name="T2" fmla="*/ 366 w 729"/>
                    <a:gd name="T3" fmla="*/ 366 h 366"/>
                    <a:gd name="T4" fmla="*/ 0 w 729"/>
                    <a:gd name="T5" fmla="*/ 0 h 366"/>
                  </a:gdLst>
                  <a:ahLst/>
                  <a:cxnLst>
                    <a:cxn ang="0">
                      <a:pos x="T0" y="T1"/>
                    </a:cxn>
                    <a:cxn ang="0">
                      <a:pos x="T2" y="T3"/>
                    </a:cxn>
                    <a:cxn ang="0">
                      <a:pos x="T4" y="T5"/>
                    </a:cxn>
                  </a:cxnLst>
                  <a:rect l="0" t="0" r="r" b="b"/>
                  <a:pathLst>
                    <a:path w="729" h="366">
                      <a:moveTo>
                        <a:pt x="729" y="0"/>
                      </a:moveTo>
                      <a:lnTo>
                        <a:pt x="366" y="366"/>
                      </a:lnTo>
                      <a:lnTo>
                        <a:pt x="0" y="0"/>
                      </a:lnTo>
                    </a:path>
                  </a:pathLst>
                </a:cu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201" name="Freeform 93">
                  <a:extLst>
                    <a:ext uri="{FF2B5EF4-FFF2-40B4-BE49-F238E27FC236}">
                      <a16:creationId xmlns:a16="http://schemas.microsoft.com/office/drawing/2014/main" id="{5690D981-545B-4A73-A22E-6E701024ACF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934326" y="1700213"/>
                  <a:ext cx="1241425" cy="619125"/>
                </a:xfrm>
                <a:custGeom>
                  <a:avLst/>
                  <a:gdLst>
                    <a:gd name="T0" fmla="*/ 782 w 782"/>
                    <a:gd name="T1" fmla="*/ 0 h 390"/>
                    <a:gd name="T2" fmla="*/ 393 w 782"/>
                    <a:gd name="T3" fmla="*/ 390 h 390"/>
                    <a:gd name="T4" fmla="*/ 0 w 782"/>
                    <a:gd name="T5" fmla="*/ 0 h 390"/>
                  </a:gdLst>
                  <a:ahLst/>
                  <a:cxnLst>
                    <a:cxn ang="0">
                      <a:pos x="T0" y="T1"/>
                    </a:cxn>
                    <a:cxn ang="0">
                      <a:pos x="T2" y="T3"/>
                    </a:cxn>
                    <a:cxn ang="0">
                      <a:pos x="T4" y="T5"/>
                    </a:cxn>
                  </a:cxnLst>
                  <a:rect l="0" t="0" r="r" b="b"/>
                  <a:pathLst>
                    <a:path w="782" h="390">
                      <a:moveTo>
                        <a:pt x="782" y="0"/>
                      </a:moveTo>
                      <a:lnTo>
                        <a:pt x="393" y="390"/>
                      </a:lnTo>
                      <a:lnTo>
                        <a:pt x="0" y="0"/>
                      </a:lnTo>
                    </a:path>
                  </a:pathLst>
                </a:cu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grpSp>
        <p:grpSp>
          <p:nvGrpSpPr>
            <p:cNvPr id="95" name="Grupa 94">
              <a:extLst>
                <a:ext uri="{FF2B5EF4-FFF2-40B4-BE49-F238E27FC236}">
                  <a16:creationId xmlns:a16="http://schemas.microsoft.com/office/drawing/2014/main" id="{FCB89D53-605D-4497-A82E-C5CB7B9AB10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flipH="1">
              <a:off x="28958" y="457964"/>
              <a:ext cx="5539609" cy="5682348"/>
              <a:chOff x="6623433" y="457964"/>
              <a:chExt cx="5539609" cy="5682348"/>
            </a:xfrm>
          </p:grpSpPr>
          <p:grpSp>
            <p:nvGrpSpPr>
              <p:cNvPr id="146" name="Grupa 145">
                <a:extLst>
                  <a:ext uri="{FF2B5EF4-FFF2-40B4-BE49-F238E27FC236}">
                    <a16:creationId xmlns:a16="http://schemas.microsoft.com/office/drawing/2014/main" id="{4200751B-2483-40F5-8C14-EF64034D4531}"/>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173" name="Freeform 64">
                  <a:extLst>
                    <a:ext uri="{FF2B5EF4-FFF2-40B4-BE49-F238E27FC236}">
                      <a16:creationId xmlns:a16="http://schemas.microsoft.com/office/drawing/2014/main" id="{A9677C6B-C435-43E3-BF18-DC35709C972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74" name="Freeform 81">
                  <a:extLst>
                    <a:ext uri="{FF2B5EF4-FFF2-40B4-BE49-F238E27FC236}">
                      <a16:creationId xmlns:a16="http://schemas.microsoft.com/office/drawing/2014/main" id="{56E374F1-3376-4D82-B66C-A0588A30F02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75" name="Freeform 61">
                  <a:extLst>
                    <a:ext uri="{FF2B5EF4-FFF2-40B4-BE49-F238E27FC236}">
                      <a16:creationId xmlns:a16="http://schemas.microsoft.com/office/drawing/2014/main" id="{979B4E97-34CE-4034-8523-F1584A03448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76" name="Freeform 78">
                  <a:extLst>
                    <a:ext uri="{FF2B5EF4-FFF2-40B4-BE49-F238E27FC236}">
                      <a16:creationId xmlns:a16="http://schemas.microsoft.com/office/drawing/2014/main" id="{F4C4EFFF-E30B-4F0B-9ED4-FF63047DCBD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77" name="Freeform 84">
                  <a:extLst>
                    <a:ext uri="{FF2B5EF4-FFF2-40B4-BE49-F238E27FC236}">
                      <a16:creationId xmlns:a16="http://schemas.microsoft.com/office/drawing/2014/main" id="{173FDB7E-F5CA-497D-95CF-7A00D6789CF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78" name="Freeform 87">
                  <a:extLst>
                    <a:ext uri="{FF2B5EF4-FFF2-40B4-BE49-F238E27FC236}">
                      <a16:creationId xmlns:a16="http://schemas.microsoft.com/office/drawing/2014/main" id="{42266BB1-5605-4F64-B071-80A97BAD9C3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79" name="Freeform 60">
                  <a:extLst>
                    <a:ext uri="{FF2B5EF4-FFF2-40B4-BE49-F238E27FC236}">
                      <a16:creationId xmlns:a16="http://schemas.microsoft.com/office/drawing/2014/main" id="{90D15A2A-0F2D-4AB8-8252-303BA5DB3B0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0" name="Freeform 59">
                  <a:extLst>
                    <a:ext uri="{FF2B5EF4-FFF2-40B4-BE49-F238E27FC236}">
                      <a16:creationId xmlns:a16="http://schemas.microsoft.com/office/drawing/2014/main" id="{E676282C-5FCF-4E29-AE15-2545F1A685E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1" name="Freeform 62">
                  <a:extLst>
                    <a:ext uri="{FF2B5EF4-FFF2-40B4-BE49-F238E27FC236}">
                      <a16:creationId xmlns:a16="http://schemas.microsoft.com/office/drawing/2014/main" id="{AF7EC2A1-EAFC-4851-A4E3-47811C4456B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2" name="Freeform 65">
                  <a:extLst>
                    <a:ext uri="{FF2B5EF4-FFF2-40B4-BE49-F238E27FC236}">
                      <a16:creationId xmlns:a16="http://schemas.microsoft.com/office/drawing/2014/main" id="{6F9BD94B-F299-45D3-B66E-F20FBC9246D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3" name="Freeform 79">
                  <a:extLst>
                    <a:ext uri="{FF2B5EF4-FFF2-40B4-BE49-F238E27FC236}">
                      <a16:creationId xmlns:a16="http://schemas.microsoft.com/office/drawing/2014/main" id="{50E616C9-EAB1-4990-B569-17C6CB08891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4" name="Freeform 82">
                  <a:extLst>
                    <a:ext uri="{FF2B5EF4-FFF2-40B4-BE49-F238E27FC236}">
                      <a16:creationId xmlns:a16="http://schemas.microsoft.com/office/drawing/2014/main" id="{2F983FB0-2CC2-4D5F-A331-4130F138E91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5" name="Freeform 85">
                  <a:extLst>
                    <a:ext uri="{FF2B5EF4-FFF2-40B4-BE49-F238E27FC236}">
                      <a16:creationId xmlns:a16="http://schemas.microsoft.com/office/drawing/2014/main" id="{B1ABC269-0802-4C4A-9E57-6F876F122C8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6" name="Freeform 88">
                  <a:extLst>
                    <a:ext uri="{FF2B5EF4-FFF2-40B4-BE49-F238E27FC236}">
                      <a16:creationId xmlns:a16="http://schemas.microsoft.com/office/drawing/2014/main" id="{233153AF-C5CF-40DD-9E5E-9B84272F467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nvGrpSpPr>
                <p:cNvPr id="187" name="Grupa 186">
                  <a:extLst>
                    <a:ext uri="{FF2B5EF4-FFF2-40B4-BE49-F238E27FC236}">
                      <a16:creationId xmlns:a16="http://schemas.microsoft.com/office/drawing/2014/main" id="{95E220B7-17F2-4748-A337-3B8D58860387}"/>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188" name="Line 63">
                    <a:extLst>
                      <a:ext uri="{FF2B5EF4-FFF2-40B4-BE49-F238E27FC236}">
                        <a16:creationId xmlns:a16="http://schemas.microsoft.com/office/drawing/2014/main" id="{63DC02CB-E162-45FD-AF68-0A1DB537F40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9" name="Line 66">
                    <a:extLst>
                      <a:ext uri="{FF2B5EF4-FFF2-40B4-BE49-F238E27FC236}">
                        <a16:creationId xmlns:a16="http://schemas.microsoft.com/office/drawing/2014/main" id="{4D9CBADA-7016-4987-B723-F7AE8E2E574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90" name="Line 67">
                    <a:extLst>
                      <a:ext uri="{FF2B5EF4-FFF2-40B4-BE49-F238E27FC236}">
                        <a16:creationId xmlns:a16="http://schemas.microsoft.com/office/drawing/2014/main" id="{1DCEDCA0-F979-4B3C-A0CA-F98F2DEE892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91" name="Line 80">
                    <a:extLst>
                      <a:ext uri="{FF2B5EF4-FFF2-40B4-BE49-F238E27FC236}">
                        <a16:creationId xmlns:a16="http://schemas.microsoft.com/office/drawing/2014/main" id="{1B701ADB-B6EB-4BED-8D15-F358A67EC9F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92" name="Line 83">
                    <a:extLst>
                      <a:ext uri="{FF2B5EF4-FFF2-40B4-BE49-F238E27FC236}">
                        <a16:creationId xmlns:a16="http://schemas.microsoft.com/office/drawing/2014/main" id="{239EB39D-EF7A-4284-83B8-904957045D8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93" name="Line 86">
                    <a:extLst>
                      <a:ext uri="{FF2B5EF4-FFF2-40B4-BE49-F238E27FC236}">
                        <a16:creationId xmlns:a16="http://schemas.microsoft.com/office/drawing/2014/main" id="{59413AC3-6F9D-431E-8136-F15C0FCA62A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94" name="Line 89">
                    <a:extLst>
                      <a:ext uri="{FF2B5EF4-FFF2-40B4-BE49-F238E27FC236}">
                        <a16:creationId xmlns:a16="http://schemas.microsoft.com/office/drawing/2014/main" id="{987DF8D6-E53D-4C41-B339-1E5094638FA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grpSp>
          <p:grpSp>
            <p:nvGrpSpPr>
              <p:cNvPr id="147" name="Grupa 146">
                <a:extLst>
                  <a:ext uri="{FF2B5EF4-FFF2-40B4-BE49-F238E27FC236}">
                    <a16:creationId xmlns:a16="http://schemas.microsoft.com/office/drawing/2014/main" id="{66036562-1199-405F-B95A-C3A543B5DB4C}"/>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5" name="Grupa 164">
                  <a:extLst>
                    <a:ext uri="{FF2B5EF4-FFF2-40B4-BE49-F238E27FC236}">
                      <a16:creationId xmlns:a16="http://schemas.microsoft.com/office/drawing/2014/main" id="{C4C4997E-6944-4940-8B33-92DB90BCE3A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69" name="Łącznik prosty 168">
                    <a:extLst>
                      <a:ext uri="{FF2B5EF4-FFF2-40B4-BE49-F238E27FC236}">
                        <a16:creationId xmlns:a16="http://schemas.microsoft.com/office/drawing/2014/main" id="{0A44DA53-5DA1-44E2-8EB4-F53CC84C9F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70" name="Łącznik prosty 169">
                    <a:extLst>
                      <a:ext uri="{FF2B5EF4-FFF2-40B4-BE49-F238E27FC236}">
                        <a16:creationId xmlns:a16="http://schemas.microsoft.com/office/drawing/2014/main" id="{F072B3FF-FEA5-46BC-8627-9B46C5F396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71" name="Rectangle 30">
                    <a:extLst>
                      <a:ext uri="{FF2B5EF4-FFF2-40B4-BE49-F238E27FC236}">
                        <a16:creationId xmlns:a16="http://schemas.microsoft.com/office/drawing/2014/main" id="{FB18587D-1BDA-4D28-9B48-3C37C764B66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sp>
                <p:nvSpPr>
                  <p:cNvPr id="172" name="Rectangle 30">
                    <a:extLst>
                      <a:ext uri="{FF2B5EF4-FFF2-40B4-BE49-F238E27FC236}">
                        <a16:creationId xmlns:a16="http://schemas.microsoft.com/office/drawing/2014/main" id="{8CFE033B-F34F-4836-B6F3-93E6C7D9C5C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grpSp>
            <p:grpSp>
              <p:nvGrpSpPr>
                <p:cNvPr id="166" name="Grupa 165">
                  <a:extLst>
                    <a:ext uri="{FF2B5EF4-FFF2-40B4-BE49-F238E27FC236}">
                      <a16:creationId xmlns:a16="http://schemas.microsoft.com/office/drawing/2014/main" id="{07F79761-CFAA-4330-8067-31EC1DC3E16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67" name="Freeform: Shape 166">
                    <a:extLst>
                      <a:ext uri="{FF2B5EF4-FFF2-40B4-BE49-F238E27FC236}">
                        <a16:creationId xmlns:a16="http://schemas.microsoft.com/office/drawing/2014/main" id="{8A0BC496-427B-4836-B989-97B0673D8F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sp>
                <p:nvSpPr>
                  <p:cNvPr id="168" name="Freeform: Shape 167">
                    <a:extLst>
                      <a:ext uri="{FF2B5EF4-FFF2-40B4-BE49-F238E27FC236}">
                        <a16:creationId xmlns:a16="http://schemas.microsoft.com/office/drawing/2014/main" id="{A0D554E1-33ED-415C-BF15-FC38D2E33C7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grpSp>
          </p:grpSp>
          <p:grpSp>
            <p:nvGrpSpPr>
              <p:cNvPr id="148" name="Grupa 147">
                <a:extLst>
                  <a:ext uri="{FF2B5EF4-FFF2-40B4-BE49-F238E27FC236}">
                    <a16:creationId xmlns:a16="http://schemas.microsoft.com/office/drawing/2014/main" id="{D1F1EE7D-C5FF-46EA-AB9C-94E1F2D9B73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61" name="Grupa 160">
                  <a:extLst>
                    <a:ext uri="{FF2B5EF4-FFF2-40B4-BE49-F238E27FC236}">
                      <a16:creationId xmlns:a16="http://schemas.microsoft.com/office/drawing/2014/main" id="{2AC2FE37-AED7-4C81-A52E-FD105C1BDA8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63" name="Freeform 68">
                    <a:extLst>
                      <a:ext uri="{FF2B5EF4-FFF2-40B4-BE49-F238E27FC236}">
                        <a16:creationId xmlns:a16="http://schemas.microsoft.com/office/drawing/2014/main" id="{AB34FC05-3259-4BE2-8DA9-91435FAFCE7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64" name="Freeform 69">
                    <a:extLst>
                      <a:ext uri="{FF2B5EF4-FFF2-40B4-BE49-F238E27FC236}">
                        <a16:creationId xmlns:a16="http://schemas.microsoft.com/office/drawing/2014/main" id="{AC11598E-3FD2-47F3-8E57-D5D6130DBC3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sp>
              <p:nvSpPr>
                <p:cNvPr id="162" name="Line 70">
                  <a:extLst>
                    <a:ext uri="{FF2B5EF4-FFF2-40B4-BE49-F238E27FC236}">
                      <a16:creationId xmlns:a16="http://schemas.microsoft.com/office/drawing/2014/main" id="{37D098FA-73CF-44E6-B612-7DE664E5DE0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grpSp>
            <p:nvGrpSpPr>
              <p:cNvPr id="149" name="Grupa 148">
                <a:extLst>
                  <a:ext uri="{FF2B5EF4-FFF2-40B4-BE49-F238E27FC236}">
                    <a16:creationId xmlns:a16="http://schemas.microsoft.com/office/drawing/2014/main" id="{66672930-1A30-4508-A9D2-FA4271C6B1E1}"/>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11158635" y="5515533"/>
                <a:ext cx="317159" cy="932400"/>
                <a:chOff x="6376988" y="280988"/>
                <a:chExt cx="633413" cy="1862138"/>
              </a:xfrm>
            </p:grpSpPr>
            <p:sp>
              <p:nvSpPr>
                <p:cNvPr id="158" name="Freeform 68">
                  <a:extLst>
                    <a:ext uri="{FF2B5EF4-FFF2-40B4-BE49-F238E27FC236}">
                      <a16:creationId xmlns:a16="http://schemas.microsoft.com/office/drawing/2014/main" id="{174F3D5B-9943-4A8B-8699-ABB2B7991B8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59" name="Freeform 69">
                  <a:extLst>
                    <a:ext uri="{FF2B5EF4-FFF2-40B4-BE49-F238E27FC236}">
                      <a16:creationId xmlns:a16="http://schemas.microsoft.com/office/drawing/2014/main" id="{6834DCA2-951C-4A9B-8490-5C7BD0FFBB9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60" name="Line 70">
                  <a:extLst>
                    <a:ext uri="{FF2B5EF4-FFF2-40B4-BE49-F238E27FC236}">
                      <a16:creationId xmlns:a16="http://schemas.microsoft.com/office/drawing/2014/main" id="{316B6CF4-BCF3-4765-B744-A1EB5A76D3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grpSp>
            <p:nvGrpSpPr>
              <p:cNvPr id="150" name="Grupa 149">
                <a:extLst>
                  <a:ext uri="{FF2B5EF4-FFF2-40B4-BE49-F238E27FC236}">
                    <a16:creationId xmlns:a16="http://schemas.microsoft.com/office/drawing/2014/main" id="{BAD99054-FC47-4391-9369-B309A0AA2582}"/>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51633" y="4274501"/>
                <a:ext cx="903599" cy="2160000"/>
                <a:chOff x="9057947" y="3423463"/>
                <a:chExt cx="903599" cy="2160000"/>
              </a:xfrm>
            </p:grpSpPr>
            <p:grpSp>
              <p:nvGrpSpPr>
                <p:cNvPr id="151" name="Grupa 150">
                  <a:extLst>
                    <a:ext uri="{FF2B5EF4-FFF2-40B4-BE49-F238E27FC236}">
                      <a16:creationId xmlns:a16="http://schemas.microsoft.com/office/drawing/2014/main" id="{1A1CDB94-FE6F-4AAC-94D9-DDCEC703B126}"/>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057947" y="3432856"/>
                  <a:ext cx="903599" cy="1872461"/>
                  <a:chOff x="10538626" y="3165838"/>
                  <a:chExt cx="936000" cy="1939601"/>
                </a:xfrm>
              </p:grpSpPr>
              <p:sp>
                <p:nvSpPr>
                  <p:cNvPr id="156" name="Freeform: Shape 155">
                    <a:extLst>
                      <a:ext uri="{FF2B5EF4-FFF2-40B4-BE49-F238E27FC236}">
                        <a16:creationId xmlns:a16="http://schemas.microsoft.com/office/drawing/2014/main" id="{99B22DCB-54E6-4769-9DD7-3736B4041B2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538626" y="3183996"/>
                    <a:ext cx="453600" cy="1920288"/>
                  </a:xfrm>
                  <a:custGeom>
                    <a:avLst/>
                    <a:gdLst>
                      <a:gd name="connsiteX0" fmla="*/ 453600 w 453600"/>
                      <a:gd name="connsiteY0" fmla="*/ 0 h 1920288"/>
                      <a:gd name="connsiteX1" fmla="*/ 453600 w 453600"/>
                      <a:gd name="connsiteY1" fmla="*/ 1920288 h 1920288"/>
                      <a:gd name="connsiteX2" fmla="*/ 384059 w 453600"/>
                      <a:gd name="connsiteY2" fmla="*/ 1914152 h 1920288"/>
                      <a:gd name="connsiteX3" fmla="*/ 9354 w 453600"/>
                      <a:gd name="connsiteY3" fmla="*/ 1548700 h 1920288"/>
                      <a:gd name="connsiteX4" fmla="*/ 0 w 453600"/>
                      <a:gd name="connsiteY4" fmla="*/ 1455902 h 1920288"/>
                      <a:gd name="connsiteX5" fmla="*/ 146 w 453600"/>
                      <a:gd name="connsiteY5" fmla="*/ 1451885 h 1920288"/>
                      <a:gd name="connsiteX6" fmla="*/ 145 w 453600"/>
                      <a:gd name="connsiteY6" fmla="*/ 1451885 h 1920288"/>
                      <a:gd name="connsiteX7" fmla="*/ 7358 w 453600"/>
                      <a:gd name="connsiteY7" fmla="*/ 1253678 h 1920288"/>
                      <a:gd name="connsiteX8" fmla="*/ 424671 w 453600"/>
                      <a:gd name="connsiteY8" fmla="*/ 36480 h 1920288"/>
                      <a:gd name="connsiteX9" fmla="*/ 453600 w 453600"/>
                      <a:gd name="connsiteY9" fmla="*/ 0 h 1920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3600" h="1920288">
                        <a:moveTo>
                          <a:pt x="453600" y="0"/>
                        </a:moveTo>
                        <a:lnTo>
                          <a:pt x="453600" y="1920288"/>
                        </a:lnTo>
                        <a:lnTo>
                          <a:pt x="384059" y="1914152"/>
                        </a:lnTo>
                        <a:cubicBezTo>
                          <a:pt x="196308" y="1880615"/>
                          <a:pt x="47443" y="1734834"/>
                          <a:pt x="9354" y="1548700"/>
                        </a:cubicBezTo>
                        <a:lnTo>
                          <a:pt x="0" y="1455902"/>
                        </a:lnTo>
                        <a:lnTo>
                          <a:pt x="146" y="1451885"/>
                        </a:lnTo>
                        <a:lnTo>
                          <a:pt x="145" y="1451885"/>
                        </a:lnTo>
                        <a:lnTo>
                          <a:pt x="7358" y="1253678"/>
                        </a:lnTo>
                        <a:cubicBezTo>
                          <a:pt x="42019" y="780132"/>
                          <a:pt x="195015" y="355125"/>
                          <a:pt x="424671" y="36480"/>
                        </a:cubicBezTo>
                        <a:lnTo>
                          <a:pt x="453600"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sp>
                <p:nvSpPr>
                  <p:cNvPr id="157" name="Freeform: Shape 156">
                    <a:extLst>
                      <a:ext uri="{FF2B5EF4-FFF2-40B4-BE49-F238E27FC236}">
                        <a16:creationId xmlns:a16="http://schemas.microsoft.com/office/drawing/2014/main" id="{67DA3C33-5733-4571-AD7C-F9D7447D184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992226" y="3165838"/>
                    <a:ext cx="482400" cy="1939601"/>
                  </a:xfrm>
                  <a:custGeom>
                    <a:avLst/>
                    <a:gdLst>
                      <a:gd name="connsiteX0" fmla="*/ 14399 w 482400"/>
                      <a:gd name="connsiteY0" fmla="*/ 0 h 1939601"/>
                      <a:gd name="connsiteX1" fmla="*/ 14399 w 482400"/>
                      <a:gd name="connsiteY1" fmla="*/ 689615 h 1939601"/>
                      <a:gd name="connsiteX2" fmla="*/ 14400 w 482400"/>
                      <a:gd name="connsiteY2" fmla="*/ 689615 h 1939601"/>
                      <a:gd name="connsiteX3" fmla="*/ 14401 w 482400"/>
                      <a:gd name="connsiteY3" fmla="*/ 689615 h 1939601"/>
                      <a:gd name="connsiteX4" fmla="*/ 14401 w 482400"/>
                      <a:gd name="connsiteY4" fmla="*/ 0 h 1939601"/>
                      <a:gd name="connsiteX5" fmla="*/ 57729 w 482400"/>
                      <a:gd name="connsiteY5" fmla="*/ 54638 h 1939601"/>
                      <a:gd name="connsiteX6" fmla="*/ 475042 w 482400"/>
                      <a:gd name="connsiteY6" fmla="*/ 1271836 h 1939601"/>
                      <a:gd name="connsiteX7" fmla="*/ 482255 w 482400"/>
                      <a:gd name="connsiteY7" fmla="*/ 1470043 h 1939601"/>
                      <a:gd name="connsiteX8" fmla="*/ 482254 w 482400"/>
                      <a:gd name="connsiteY8" fmla="*/ 1470043 h 1939601"/>
                      <a:gd name="connsiteX9" fmla="*/ 482400 w 482400"/>
                      <a:gd name="connsiteY9" fmla="*/ 1474060 h 1939601"/>
                      <a:gd name="connsiteX10" fmla="*/ 473046 w 482400"/>
                      <a:gd name="connsiteY10" fmla="*/ 1566858 h 1939601"/>
                      <a:gd name="connsiteX11" fmla="*/ 15706 w 482400"/>
                      <a:gd name="connsiteY11" fmla="*/ 1939601 h 1939601"/>
                      <a:gd name="connsiteX12" fmla="*/ 14400 w 482400"/>
                      <a:gd name="connsiteY12" fmla="*/ 1939469 h 1939601"/>
                      <a:gd name="connsiteX13" fmla="*/ 13094 w 482400"/>
                      <a:gd name="connsiteY13" fmla="*/ 1939601 h 1939601"/>
                      <a:gd name="connsiteX14" fmla="*/ 0 w 482400"/>
                      <a:gd name="connsiteY14" fmla="*/ 1938446 h 1939601"/>
                      <a:gd name="connsiteX15" fmla="*/ 0 w 482400"/>
                      <a:gd name="connsiteY15" fmla="*/ 18158 h 1939601"/>
                      <a:gd name="connsiteX16" fmla="*/ 14399 w 482400"/>
                      <a:gd name="connsiteY16" fmla="*/ 0 h 193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82400" h="1939601">
                        <a:moveTo>
                          <a:pt x="14399" y="0"/>
                        </a:moveTo>
                        <a:lnTo>
                          <a:pt x="14399" y="689615"/>
                        </a:lnTo>
                        <a:lnTo>
                          <a:pt x="14400" y="689615"/>
                        </a:lnTo>
                        <a:lnTo>
                          <a:pt x="14401" y="689615"/>
                        </a:lnTo>
                        <a:lnTo>
                          <a:pt x="14401" y="0"/>
                        </a:lnTo>
                        <a:lnTo>
                          <a:pt x="57729" y="54638"/>
                        </a:lnTo>
                        <a:cubicBezTo>
                          <a:pt x="287385" y="373283"/>
                          <a:pt x="440381" y="798290"/>
                          <a:pt x="475042" y="1271836"/>
                        </a:cubicBezTo>
                        <a:lnTo>
                          <a:pt x="482255" y="1470043"/>
                        </a:lnTo>
                        <a:lnTo>
                          <a:pt x="482254" y="1470043"/>
                        </a:lnTo>
                        <a:lnTo>
                          <a:pt x="482400" y="1474060"/>
                        </a:lnTo>
                        <a:lnTo>
                          <a:pt x="473046" y="1566858"/>
                        </a:lnTo>
                        <a:cubicBezTo>
                          <a:pt x="429516" y="1779582"/>
                          <a:pt x="241298" y="1939601"/>
                          <a:pt x="15706" y="1939601"/>
                        </a:cubicBezTo>
                        <a:lnTo>
                          <a:pt x="14400" y="1939469"/>
                        </a:lnTo>
                        <a:lnTo>
                          <a:pt x="13094" y="1939601"/>
                        </a:lnTo>
                        <a:lnTo>
                          <a:pt x="0" y="1938446"/>
                        </a:lnTo>
                        <a:lnTo>
                          <a:pt x="0" y="18158"/>
                        </a:lnTo>
                        <a:lnTo>
                          <a:pt x="14399"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grpSp>
            <p:grpSp>
              <p:nvGrpSpPr>
                <p:cNvPr id="152" name="Grupa 151">
                  <a:extLst>
                    <a:ext uri="{FF2B5EF4-FFF2-40B4-BE49-F238E27FC236}">
                      <a16:creationId xmlns:a16="http://schemas.microsoft.com/office/drawing/2014/main" id="{DEACDE3F-3571-479B-8545-A0EB157DFB7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210264" y="3423463"/>
                  <a:ext cx="597126" cy="2160000"/>
                  <a:chOff x="9210264" y="3423463"/>
                  <a:chExt cx="597126" cy="2160000"/>
                </a:xfrm>
              </p:grpSpPr>
              <p:cxnSp>
                <p:nvCxnSpPr>
                  <p:cNvPr id="153" name="Łącznik prosty 152">
                    <a:extLst>
                      <a:ext uri="{FF2B5EF4-FFF2-40B4-BE49-F238E27FC236}">
                        <a16:creationId xmlns:a16="http://schemas.microsoft.com/office/drawing/2014/main" id="{0EBC688C-242B-4AF8-9A28-74C5D3A7DD7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508827" y="3423463"/>
                    <a:ext cx="0" cy="2160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54" name="Rectangle 5">
                    <a:extLst>
                      <a:ext uri="{FF2B5EF4-FFF2-40B4-BE49-F238E27FC236}">
                        <a16:creationId xmlns:a16="http://schemas.microsoft.com/office/drawing/2014/main" id="{C4C8C45C-CEB8-4DEA-A7C9-8028747D4C2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10264" y="4162845"/>
                    <a:ext cx="597126" cy="597126"/>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sp>
                <p:nvSpPr>
                  <p:cNvPr id="155" name="Rectangle 5">
                    <a:extLst>
                      <a:ext uri="{FF2B5EF4-FFF2-40B4-BE49-F238E27FC236}">
                        <a16:creationId xmlns:a16="http://schemas.microsoft.com/office/drawing/2014/main" id="{7FC624AF-D992-41C1-A403-A0A4731BE06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97710" y="3747070"/>
                    <a:ext cx="422234" cy="422234"/>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grpSp>
          </p:grpSp>
        </p:grpSp>
        <p:grpSp>
          <p:nvGrpSpPr>
            <p:cNvPr id="96" name="Grupa 95">
              <a:extLst>
                <a:ext uri="{FF2B5EF4-FFF2-40B4-BE49-F238E27FC236}">
                  <a16:creationId xmlns:a16="http://schemas.microsoft.com/office/drawing/2014/main" id="{F63171A4-E846-4A64-8292-3ED3583B6DE9}"/>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flipH="1">
              <a:off x="2171191" y="712681"/>
              <a:ext cx="5539609" cy="5682348"/>
              <a:chOff x="6623433" y="457964"/>
              <a:chExt cx="5539609" cy="5682348"/>
            </a:xfrm>
          </p:grpSpPr>
          <p:grpSp>
            <p:nvGrpSpPr>
              <p:cNvPr id="97" name="Grupa 96">
                <a:extLst>
                  <a:ext uri="{FF2B5EF4-FFF2-40B4-BE49-F238E27FC236}">
                    <a16:creationId xmlns:a16="http://schemas.microsoft.com/office/drawing/2014/main" id="{E59C66F3-BAB8-46AB-849B-0BC14A74B8A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124" name="Freeform 64">
                  <a:extLst>
                    <a:ext uri="{FF2B5EF4-FFF2-40B4-BE49-F238E27FC236}">
                      <a16:creationId xmlns:a16="http://schemas.microsoft.com/office/drawing/2014/main" id="{68CD087B-52FF-4F11-A251-6F6A6B9093A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25" name="Freeform 81">
                  <a:extLst>
                    <a:ext uri="{FF2B5EF4-FFF2-40B4-BE49-F238E27FC236}">
                      <a16:creationId xmlns:a16="http://schemas.microsoft.com/office/drawing/2014/main" id="{7FD7CD23-A1FC-41E8-A563-0B0A87A8FC8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26" name="Freeform 61">
                  <a:extLst>
                    <a:ext uri="{FF2B5EF4-FFF2-40B4-BE49-F238E27FC236}">
                      <a16:creationId xmlns:a16="http://schemas.microsoft.com/office/drawing/2014/main" id="{A3A34481-695D-470B-9A01-A047EAA615B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27" name="Freeform 78">
                  <a:extLst>
                    <a:ext uri="{FF2B5EF4-FFF2-40B4-BE49-F238E27FC236}">
                      <a16:creationId xmlns:a16="http://schemas.microsoft.com/office/drawing/2014/main" id="{5B26EEFA-6CAA-4BF6-B4BD-7C083D59BF3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28" name="Freeform 84">
                  <a:extLst>
                    <a:ext uri="{FF2B5EF4-FFF2-40B4-BE49-F238E27FC236}">
                      <a16:creationId xmlns:a16="http://schemas.microsoft.com/office/drawing/2014/main" id="{61976329-310A-4F70-B22C-F032D4BF7E3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29" name="Freeform 87">
                  <a:extLst>
                    <a:ext uri="{FF2B5EF4-FFF2-40B4-BE49-F238E27FC236}">
                      <a16:creationId xmlns:a16="http://schemas.microsoft.com/office/drawing/2014/main" id="{0A0DA1ED-70C5-4D8F-B61F-F6E9E07D595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0" name="Freeform 60">
                  <a:extLst>
                    <a:ext uri="{FF2B5EF4-FFF2-40B4-BE49-F238E27FC236}">
                      <a16:creationId xmlns:a16="http://schemas.microsoft.com/office/drawing/2014/main" id="{EDF58541-8ECC-487F-96C7-3267D0F9C8C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1" name="Freeform 59">
                  <a:extLst>
                    <a:ext uri="{FF2B5EF4-FFF2-40B4-BE49-F238E27FC236}">
                      <a16:creationId xmlns:a16="http://schemas.microsoft.com/office/drawing/2014/main" id="{D1DAAA62-5552-4436-97D9-353F629E8AB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2" name="Freeform 62">
                  <a:extLst>
                    <a:ext uri="{FF2B5EF4-FFF2-40B4-BE49-F238E27FC236}">
                      <a16:creationId xmlns:a16="http://schemas.microsoft.com/office/drawing/2014/main" id="{EBA1BB6B-72EF-4525-89A1-FC5BE70D71B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3" name="Freeform 65">
                  <a:extLst>
                    <a:ext uri="{FF2B5EF4-FFF2-40B4-BE49-F238E27FC236}">
                      <a16:creationId xmlns:a16="http://schemas.microsoft.com/office/drawing/2014/main" id="{D3BD4012-93F7-424A-9146-8E7E831D9E7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4" name="Freeform 79">
                  <a:extLst>
                    <a:ext uri="{FF2B5EF4-FFF2-40B4-BE49-F238E27FC236}">
                      <a16:creationId xmlns:a16="http://schemas.microsoft.com/office/drawing/2014/main" id="{A2E36983-6A8E-4C78-AA27-363C0D676C8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5" name="Freeform 82">
                  <a:extLst>
                    <a:ext uri="{FF2B5EF4-FFF2-40B4-BE49-F238E27FC236}">
                      <a16:creationId xmlns:a16="http://schemas.microsoft.com/office/drawing/2014/main" id="{AB2380FC-F201-44F0-A531-1402201E4EB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6" name="Freeform 85">
                  <a:extLst>
                    <a:ext uri="{FF2B5EF4-FFF2-40B4-BE49-F238E27FC236}">
                      <a16:creationId xmlns:a16="http://schemas.microsoft.com/office/drawing/2014/main" id="{737C3A27-BD47-4E93-A1E3-33B902DD068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7" name="Freeform 88">
                  <a:extLst>
                    <a:ext uri="{FF2B5EF4-FFF2-40B4-BE49-F238E27FC236}">
                      <a16:creationId xmlns:a16="http://schemas.microsoft.com/office/drawing/2014/main" id="{C257BCC6-B88D-4C3B-BEFD-25D320F39CF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nvGrpSpPr>
                <p:cNvPr id="138" name="Grupa 137">
                  <a:extLst>
                    <a:ext uri="{FF2B5EF4-FFF2-40B4-BE49-F238E27FC236}">
                      <a16:creationId xmlns:a16="http://schemas.microsoft.com/office/drawing/2014/main" id="{0519964D-597A-4E0C-B66C-89D30B8582BC}"/>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139" name="Line 63">
                    <a:extLst>
                      <a:ext uri="{FF2B5EF4-FFF2-40B4-BE49-F238E27FC236}">
                        <a16:creationId xmlns:a16="http://schemas.microsoft.com/office/drawing/2014/main" id="{A31BADE6-3732-4787-8841-96E8F05C0A9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40" name="Line 66">
                    <a:extLst>
                      <a:ext uri="{FF2B5EF4-FFF2-40B4-BE49-F238E27FC236}">
                        <a16:creationId xmlns:a16="http://schemas.microsoft.com/office/drawing/2014/main" id="{447ED593-61E3-4BD7-8984-7FE5621549D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41" name="Line 67">
                    <a:extLst>
                      <a:ext uri="{FF2B5EF4-FFF2-40B4-BE49-F238E27FC236}">
                        <a16:creationId xmlns:a16="http://schemas.microsoft.com/office/drawing/2014/main" id="{6AD98272-0FC0-49AC-9877-8D2BAA5148B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42" name="Line 80">
                    <a:extLst>
                      <a:ext uri="{FF2B5EF4-FFF2-40B4-BE49-F238E27FC236}">
                        <a16:creationId xmlns:a16="http://schemas.microsoft.com/office/drawing/2014/main" id="{D54770D9-48C7-4C76-9F40-65C9B9C05CE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43" name="Line 83">
                    <a:extLst>
                      <a:ext uri="{FF2B5EF4-FFF2-40B4-BE49-F238E27FC236}">
                        <a16:creationId xmlns:a16="http://schemas.microsoft.com/office/drawing/2014/main" id="{4B9C1A3A-3DED-4CC1-820C-16B358DF9EC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44" name="Line 86">
                    <a:extLst>
                      <a:ext uri="{FF2B5EF4-FFF2-40B4-BE49-F238E27FC236}">
                        <a16:creationId xmlns:a16="http://schemas.microsoft.com/office/drawing/2014/main" id="{2404A56E-8A81-48CB-9AC4-2CB6EA55DD7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45" name="Line 89">
                    <a:extLst>
                      <a:ext uri="{FF2B5EF4-FFF2-40B4-BE49-F238E27FC236}">
                        <a16:creationId xmlns:a16="http://schemas.microsoft.com/office/drawing/2014/main" id="{6D6A743B-85A5-41A8-9664-D654620D25D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grpSp>
          <p:grpSp>
            <p:nvGrpSpPr>
              <p:cNvPr id="98" name="Grupa 97">
                <a:extLst>
                  <a:ext uri="{FF2B5EF4-FFF2-40B4-BE49-F238E27FC236}">
                    <a16:creationId xmlns:a16="http://schemas.microsoft.com/office/drawing/2014/main" id="{23DAD9FD-AF99-4D89-9BC8-E6739BD17ACA}"/>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16" name="Grupa 115">
                  <a:extLst>
                    <a:ext uri="{FF2B5EF4-FFF2-40B4-BE49-F238E27FC236}">
                      <a16:creationId xmlns:a16="http://schemas.microsoft.com/office/drawing/2014/main" id="{D7170781-0173-4FAB-8358-42C469FC51A3}"/>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20" name="Łącznik prosty 119">
                    <a:extLst>
                      <a:ext uri="{FF2B5EF4-FFF2-40B4-BE49-F238E27FC236}">
                        <a16:creationId xmlns:a16="http://schemas.microsoft.com/office/drawing/2014/main" id="{03C55E22-B879-4AE0-BC46-BA8A4E950C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21" name="Łącznik prosty 120">
                    <a:extLst>
                      <a:ext uri="{FF2B5EF4-FFF2-40B4-BE49-F238E27FC236}">
                        <a16:creationId xmlns:a16="http://schemas.microsoft.com/office/drawing/2014/main" id="{AA07E073-1978-4DCC-9E5C-FF89EF524B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22" name="Rectangle 30">
                    <a:extLst>
                      <a:ext uri="{FF2B5EF4-FFF2-40B4-BE49-F238E27FC236}">
                        <a16:creationId xmlns:a16="http://schemas.microsoft.com/office/drawing/2014/main" id="{5691F80E-D2E0-4E78-AA76-8D827AE4101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sp>
                <p:nvSpPr>
                  <p:cNvPr id="123" name="Rectangle 30">
                    <a:extLst>
                      <a:ext uri="{FF2B5EF4-FFF2-40B4-BE49-F238E27FC236}">
                        <a16:creationId xmlns:a16="http://schemas.microsoft.com/office/drawing/2014/main" id="{E34C55D1-5C55-44D3-9C26-E1951DA3937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grpSp>
            <p:grpSp>
              <p:nvGrpSpPr>
                <p:cNvPr id="117" name="Grupa 116">
                  <a:extLst>
                    <a:ext uri="{FF2B5EF4-FFF2-40B4-BE49-F238E27FC236}">
                      <a16:creationId xmlns:a16="http://schemas.microsoft.com/office/drawing/2014/main" id="{4C9CB0E6-07EF-4140-926D-D380C1A88EB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18" name="Freeform: Shape 117">
                    <a:extLst>
                      <a:ext uri="{FF2B5EF4-FFF2-40B4-BE49-F238E27FC236}">
                        <a16:creationId xmlns:a16="http://schemas.microsoft.com/office/drawing/2014/main" id="{263BBD78-504D-435B-8933-2C460DC38E7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sp>
                <p:nvSpPr>
                  <p:cNvPr id="119" name="Freeform: Shape 118">
                    <a:extLst>
                      <a:ext uri="{FF2B5EF4-FFF2-40B4-BE49-F238E27FC236}">
                        <a16:creationId xmlns:a16="http://schemas.microsoft.com/office/drawing/2014/main" id="{1AD78D29-1FCF-4E88-A958-924F701D5E4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grpSp>
          </p:grpSp>
          <p:grpSp>
            <p:nvGrpSpPr>
              <p:cNvPr id="99" name="Grupa 98">
                <a:extLst>
                  <a:ext uri="{FF2B5EF4-FFF2-40B4-BE49-F238E27FC236}">
                    <a16:creationId xmlns:a16="http://schemas.microsoft.com/office/drawing/2014/main" id="{EA551A3F-69EF-45CC-87F7-867808A3FAD2}"/>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12" name="Grupa 111">
                  <a:extLst>
                    <a:ext uri="{FF2B5EF4-FFF2-40B4-BE49-F238E27FC236}">
                      <a16:creationId xmlns:a16="http://schemas.microsoft.com/office/drawing/2014/main" id="{12724B09-E74E-49FA-BB5D-583BB89B798C}"/>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14" name="Freeform 68">
                    <a:extLst>
                      <a:ext uri="{FF2B5EF4-FFF2-40B4-BE49-F238E27FC236}">
                        <a16:creationId xmlns:a16="http://schemas.microsoft.com/office/drawing/2014/main" id="{DA2788BF-64AD-4328-8CB9-8C2C98CF54E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15" name="Freeform 69">
                    <a:extLst>
                      <a:ext uri="{FF2B5EF4-FFF2-40B4-BE49-F238E27FC236}">
                        <a16:creationId xmlns:a16="http://schemas.microsoft.com/office/drawing/2014/main" id="{D9591CB5-16C9-44FC-B125-529D33F91BF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sp>
              <p:nvSpPr>
                <p:cNvPr id="113" name="Line 70">
                  <a:extLst>
                    <a:ext uri="{FF2B5EF4-FFF2-40B4-BE49-F238E27FC236}">
                      <a16:creationId xmlns:a16="http://schemas.microsoft.com/office/drawing/2014/main" id="{4F82A945-38F0-45AF-A28A-C6A0E6A2E7F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grpSp>
            <p:nvGrpSpPr>
              <p:cNvPr id="100" name="Grupa 99">
                <a:extLst>
                  <a:ext uri="{FF2B5EF4-FFF2-40B4-BE49-F238E27FC236}">
                    <a16:creationId xmlns:a16="http://schemas.microsoft.com/office/drawing/2014/main" id="{80FA6744-F48F-4652-86E5-BA3ABEF32274}"/>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11158635" y="5515533"/>
                <a:ext cx="317159" cy="932400"/>
                <a:chOff x="6376988" y="280988"/>
                <a:chExt cx="633413" cy="1862138"/>
              </a:xfrm>
            </p:grpSpPr>
            <p:sp>
              <p:nvSpPr>
                <p:cNvPr id="109" name="Freeform 68">
                  <a:extLst>
                    <a:ext uri="{FF2B5EF4-FFF2-40B4-BE49-F238E27FC236}">
                      <a16:creationId xmlns:a16="http://schemas.microsoft.com/office/drawing/2014/main" id="{FAC3DEAD-5797-4CA1-A8F2-3F487AAC6B1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10" name="Freeform 69">
                  <a:extLst>
                    <a:ext uri="{FF2B5EF4-FFF2-40B4-BE49-F238E27FC236}">
                      <a16:creationId xmlns:a16="http://schemas.microsoft.com/office/drawing/2014/main" id="{F9AF9D64-C9FB-4D32-993D-3423A2E55EE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11" name="Line 70">
                  <a:extLst>
                    <a:ext uri="{FF2B5EF4-FFF2-40B4-BE49-F238E27FC236}">
                      <a16:creationId xmlns:a16="http://schemas.microsoft.com/office/drawing/2014/main" id="{9097AC72-422F-4CE0-A772-A63E2294ACD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grpSp>
            <p:nvGrpSpPr>
              <p:cNvPr id="101" name="Grupa 100">
                <a:extLst>
                  <a:ext uri="{FF2B5EF4-FFF2-40B4-BE49-F238E27FC236}">
                    <a16:creationId xmlns:a16="http://schemas.microsoft.com/office/drawing/2014/main" id="{1A6B3F4D-48A0-4FC2-8720-2606D6AA04C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51633" y="4274501"/>
                <a:ext cx="903599" cy="2160000"/>
                <a:chOff x="9057947" y="3423463"/>
                <a:chExt cx="903599" cy="2160000"/>
              </a:xfrm>
            </p:grpSpPr>
            <p:grpSp>
              <p:nvGrpSpPr>
                <p:cNvPr id="102" name="Grupa 101">
                  <a:extLst>
                    <a:ext uri="{FF2B5EF4-FFF2-40B4-BE49-F238E27FC236}">
                      <a16:creationId xmlns:a16="http://schemas.microsoft.com/office/drawing/2014/main" id="{67E4FA26-563D-4D19-BAEB-A370818E51A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057947" y="3432856"/>
                  <a:ext cx="903599" cy="1872461"/>
                  <a:chOff x="10538626" y="3165838"/>
                  <a:chExt cx="936000" cy="1939601"/>
                </a:xfrm>
              </p:grpSpPr>
              <p:sp>
                <p:nvSpPr>
                  <p:cNvPr id="107" name="Freeform: Shape 106">
                    <a:extLst>
                      <a:ext uri="{FF2B5EF4-FFF2-40B4-BE49-F238E27FC236}">
                        <a16:creationId xmlns:a16="http://schemas.microsoft.com/office/drawing/2014/main" id="{03B51AAC-6B1D-43D1-8885-402653BA90F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538626" y="3183996"/>
                    <a:ext cx="453600" cy="1920288"/>
                  </a:xfrm>
                  <a:custGeom>
                    <a:avLst/>
                    <a:gdLst>
                      <a:gd name="connsiteX0" fmla="*/ 453600 w 453600"/>
                      <a:gd name="connsiteY0" fmla="*/ 0 h 1920288"/>
                      <a:gd name="connsiteX1" fmla="*/ 453600 w 453600"/>
                      <a:gd name="connsiteY1" fmla="*/ 1920288 h 1920288"/>
                      <a:gd name="connsiteX2" fmla="*/ 384059 w 453600"/>
                      <a:gd name="connsiteY2" fmla="*/ 1914152 h 1920288"/>
                      <a:gd name="connsiteX3" fmla="*/ 9354 w 453600"/>
                      <a:gd name="connsiteY3" fmla="*/ 1548700 h 1920288"/>
                      <a:gd name="connsiteX4" fmla="*/ 0 w 453600"/>
                      <a:gd name="connsiteY4" fmla="*/ 1455902 h 1920288"/>
                      <a:gd name="connsiteX5" fmla="*/ 146 w 453600"/>
                      <a:gd name="connsiteY5" fmla="*/ 1451885 h 1920288"/>
                      <a:gd name="connsiteX6" fmla="*/ 145 w 453600"/>
                      <a:gd name="connsiteY6" fmla="*/ 1451885 h 1920288"/>
                      <a:gd name="connsiteX7" fmla="*/ 7358 w 453600"/>
                      <a:gd name="connsiteY7" fmla="*/ 1253678 h 1920288"/>
                      <a:gd name="connsiteX8" fmla="*/ 424671 w 453600"/>
                      <a:gd name="connsiteY8" fmla="*/ 36480 h 1920288"/>
                      <a:gd name="connsiteX9" fmla="*/ 453600 w 453600"/>
                      <a:gd name="connsiteY9" fmla="*/ 0 h 1920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3600" h="1920288">
                        <a:moveTo>
                          <a:pt x="453600" y="0"/>
                        </a:moveTo>
                        <a:lnTo>
                          <a:pt x="453600" y="1920288"/>
                        </a:lnTo>
                        <a:lnTo>
                          <a:pt x="384059" y="1914152"/>
                        </a:lnTo>
                        <a:cubicBezTo>
                          <a:pt x="196308" y="1880615"/>
                          <a:pt x="47443" y="1734834"/>
                          <a:pt x="9354" y="1548700"/>
                        </a:cubicBezTo>
                        <a:lnTo>
                          <a:pt x="0" y="1455902"/>
                        </a:lnTo>
                        <a:lnTo>
                          <a:pt x="146" y="1451885"/>
                        </a:lnTo>
                        <a:lnTo>
                          <a:pt x="145" y="1451885"/>
                        </a:lnTo>
                        <a:lnTo>
                          <a:pt x="7358" y="1253678"/>
                        </a:lnTo>
                        <a:cubicBezTo>
                          <a:pt x="42019" y="780132"/>
                          <a:pt x="195015" y="355125"/>
                          <a:pt x="424671" y="36480"/>
                        </a:cubicBezTo>
                        <a:lnTo>
                          <a:pt x="453600"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sp>
                <p:nvSpPr>
                  <p:cNvPr id="108" name="Freeform: Shape 107">
                    <a:extLst>
                      <a:ext uri="{FF2B5EF4-FFF2-40B4-BE49-F238E27FC236}">
                        <a16:creationId xmlns:a16="http://schemas.microsoft.com/office/drawing/2014/main" id="{CF4180FB-7FBD-421F-A284-4C2CC61B384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992226" y="3165838"/>
                    <a:ext cx="482400" cy="1939601"/>
                  </a:xfrm>
                  <a:custGeom>
                    <a:avLst/>
                    <a:gdLst>
                      <a:gd name="connsiteX0" fmla="*/ 14399 w 482400"/>
                      <a:gd name="connsiteY0" fmla="*/ 0 h 1939601"/>
                      <a:gd name="connsiteX1" fmla="*/ 14399 w 482400"/>
                      <a:gd name="connsiteY1" fmla="*/ 689615 h 1939601"/>
                      <a:gd name="connsiteX2" fmla="*/ 14400 w 482400"/>
                      <a:gd name="connsiteY2" fmla="*/ 689615 h 1939601"/>
                      <a:gd name="connsiteX3" fmla="*/ 14401 w 482400"/>
                      <a:gd name="connsiteY3" fmla="*/ 689615 h 1939601"/>
                      <a:gd name="connsiteX4" fmla="*/ 14401 w 482400"/>
                      <a:gd name="connsiteY4" fmla="*/ 0 h 1939601"/>
                      <a:gd name="connsiteX5" fmla="*/ 57729 w 482400"/>
                      <a:gd name="connsiteY5" fmla="*/ 54638 h 1939601"/>
                      <a:gd name="connsiteX6" fmla="*/ 475042 w 482400"/>
                      <a:gd name="connsiteY6" fmla="*/ 1271836 h 1939601"/>
                      <a:gd name="connsiteX7" fmla="*/ 482255 w 482400"/>
                      <a:gd name="connsiteY7" fmla="*/ 1470043 h 1939601"/>
                      <a:gd name="connsiteX8" fmla="*/ 482254 w 482400"/>
                      <a:gd name="connsiteY8" fmla="*/ 1470043 h 1939601"/>
                      <a:gd name="connsiteX9" fmla="*/ 482400 w 482400"/>
                      <a:gd name="connsiteY9" fmla="*/ 1474060 h 1939601"/>
                      <a:gd name="connsiteX10" fmla="*/ 473046 w 482400"/>
                      <a:gd name="connsiteY10" fmla="*/ 1566858 h 1939601"/>
                      <a:gd name="connsiteX11" fmla="*/ 15706 w 482400"/>
                      <a:gd name="connsiteY11" fmla="*/ 1939601 h 1939601"/>
                      <a:gd name="connsiteX12" fmla="*/ 14400 w 482400"/>
                      <a:gd name="connsiteY12" fmla="*/ 1939469 h 1939601"/>
                      <a:gd name="connsiteX13" fmla="*/ 13094 w 482400"/>
                      <a:gd name="connsiteY13" fmla="*/ 1939601 h 1939601"/>
                      <a:gd name="connsiteX14" fmla="*/ 0 w 482400"/>
                      <a:gd name="connsiteY14" fmla="*/ 1938446 h 1939601"/>
                      <a:gd name="connsiteX15" fmla="*/ 0 w 482400"/>
                      <a:gd name="connsiteY15" fmla="*/ 18158 h 1939601"/>
                      <a:gd name="connsiteX16" fmla="*/ 14399 w 482400"/>
                      <a:gd name="connsiteY16" fmla="*/ 0 h 193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82400" h="1939601">
                        <a:moveTo>
                          <a:pt x="14399" y="0"/>
                        </a:moveTo>
                        <a:lnTo>
                          <a:pt x="14399" y="689615"/>
                        </a:lnTo>
                        <a:lnTo>
                          <a:pt x="14400" y="689615"/>
                        </a:lnTo>
                        <a:lnTo>
                          <a:pt x="14401" y="689615"/>
                        </a:lnTo>
                        <a:lnTo>
                          <a:pt x="14401" y="0"/>
                        </a:lnTo>
                        <a:lnTo>
                          <a:pt x="57729" y="54638"/>
                        </a:lnTo>
                        <a:cubicBezTo>
                          <a:pt x="287385" y="373283"/>
                          <a:pt x="440381" y="798290"/>
                          <a:pt x="475042" y="1271836"/>
                        </a:cubicBezTo>
                        <a:lnTo>
                          <a:pt x="482255" y="1470043"/>
                        </a:lnTo>
                        <a:lnTo>
                          <a:pt x="482254" y="1470043"/>
                        </a:lnTo>
                        <a:lnTo>
                          <a:pt x="482400" y="1474060"/>
                        </a:lnTo>
                        <a:lnTo>
                          <a:pt x="473046" y="1566858"/>
                        </a:lnTo>
                        <a:cubicBezTo>
                          <a:pt x="429516" y="1779582"/>
                          <a:pt x="241298" y="1939601"/>
                          <a:pt x="15706" y="1939601"/>
                        </a:cubicBezTo>
                        <a:lnTo>
                          <a:pt x="14400" y="1939469"/>
                        </a:lnTo>
                        <a:lnTo>
                          <a:pt x="13094" y="1939601"/>
                        </a:lnTo>
                        <a:lnTo>
                          <a:pt x="0" y="1938446"/>
                        </a:lnTo>
                        <a:lnTo>
                          <a:pt x="0" y="18158"/>
                        </a:lnTo>
                        <a:lnTo>
                          <a:pt x="14399"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grpSp>
            <p:grpSp>
              <p:nvGrpSpPr>
                <p:cNvPr id="103" name="Grupa 102">
                  <a:extLst>
                    <a:ext uri="{FF2B5EF4-FFF2-40B4-BE49-F238E27FC236}">
                      <a16:creationId xmlns:a16="http://schemas.microsoft.com/office/drawing/2014/main" id="{28E615C5-6A2E-4BF3-A3A8-9061C5B1B84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210264" y="3423463"/>
                  <a:ext cx="597126" cy="2160000"/>
                  <a:chOff x="9210264" y="3423463"/>
                  <a:chExt cx="597126" cy="2160000"/>
                </a:xfrm>
              </p:grpSpPr>
              <p:cxnSp>
                <p:nvCxnSpPr>
                  <p:cNvPr id="104" name="Łącznik prosty 103">
                    <a:extLst>
                      <a:ext uri="{FF2B5EF4-FFF2-40B4-BE49-F238E27FC236}">
                        <a16:creationId xmlns:a16="http://schemas.microsoft.com/office/drawing/2014/main" id="{B15A4CEB-6B8D-48C3-8484-3EC282A34A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508827" y="3423463"/>
                    <a:ext cx="0" cy="2160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05" name="Rectangle 5">
                    <a:extLst>
                      <a:ext uri="{FF2B5EF4-FFF2-40B4-BE49-F238E27FC236}">
                        <a16:creationId xmlns:a16="http://schemas.microsoft.com/office/drawing/2014/main" id="{38F7FD7D-E582-4214-B1B3-D289130553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10264" y="4162845"/>
                    <a:ext cx="597126" cy="597126"/>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sp>
                <p:nvSpPr>
                  <p:cNvPr id="106" name="Rectangle 5">
                    <a:extLst>
                      <a:ext uri="{FF2B5EF4-FFF2-40B4-BE49-F238E27FC236}">
                        <a16:creationId xmlns:a16="http://schemas.microsoft.com/office/drawing/2014/main" id="{B74D1DAC-C0D4-447E-8665-EAFF34F4E32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97710" y="3747070"/>
                    <a:ext cx="422234" cy="422234"/>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grpSp>
          </p:grpSp>
        </p:grpSp>
      </p:grpSp>
      <p:sp>
        <p:nvSpPr>
          <p:cNvPr id="7" name="Tekst — symbol zastępczy 6">
            <a:extLst>
              <a:ext uri="{FF2B5EF4-FFF2-40B4-BE49-F238E27FC236}">
                <a16:creationId xmlns:a16="http://schemas.microsoft.com/office/drawing/2014/main" id="{9CF2D931-86F8-40B1-B2C0-BE477572ECCA}"/>
              </a:ext>
            </a:extLst>
          </p:cNvPr>
          <p:cNvSpPr>
            <a:spLocks noGrp="1"/>
          </p:cNvSpPr>
          <p:nvPr>
            <p:ph type="body" sz="quarter" idx="14"/>
          </p:nvPr>
        </p:nvSpPr>
        <p:spPr>
          <a:xfrm>
            <a:off x="8181686" y="2876550"/>
            <a:ext cx="3059113" cy="2983947"/>
          </a:xfrm>
        </p:spPr>
        <p:txBody>
          <a:bodyPr rtlCol="0"/>
          <a:lstStyle>
            <a:lvl1pPr marL="0" indent="0" algn="ctr">
              <a:buNone/>
              <a:defRPr/>
            </a:lvl1pPr>
            <a:lvl2pPr marL="360000" indent="0">
              <a:buFont typeface="Arial" panose="020B0604020202020204" pitchFamily="34" charset="0"/>
              <a:buNone/>
              <a:defRPr/>
            </a:lvl2pPr>
            <a:lvl3pPr marL="720000" indent="0">
              <a:buNone/>
              <a:defRPr/>
            </a:lvl3pPr>
            <a:lvl4pPr marL="1080000" indent="0">
              <a:buFont typeface="Arial" panose="020B0604020202020204" pitchFamily="34" charset="0"/>
              <a:buNone/>
              <a:defRPr/>
            </a:lvl4pPr>
            <a:lvl5pPr marL="1440000" indent="0">
              <a:buNone/>
              <a:defRPr/>
            </a:lvl5pPr>
          </a:lstStyle>
          <a:p>
            <a:pPr lvl="0" rtl="0"/>
            <a:r>
              <a:rPr lang="pl-PL" noProof="0"/>
              <a:t>Kliknij, aby edytować style wzorca tekstu</a:t>
            </a:r>
          </a:p>
        </p:txBody>
      </p:sp>
    </p:spTree>
    <p:extLst>
      <p:ext uri="{BB962C8B-B14F-4D97-AF65-F5344CB8AC3E}">
        <p14:creationId xmlns:p14="http://schemas.microsoft.com/office/powerpoint/2010/main" val="1868871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ytuł — symbol zastępczy 1">
            <a:extLst>
              <a:ext uri="{FF2B5EF4-FFF2-40B4-BE49-F238E27FC236}">
                <a16:creationId xmlns:a16="http://schemas.microsoft.com/office/drawing/2014/main" id="{002DDA7E-8449-42D1-93BD-4E96C1BFC18D}"/>
              </a:ext>
            </a:extLst>
          </p:cNvPr>
          <p:cNvSpPr>
            <a:spLocks noGrp="1"/>
          </p:cNvSpPr>
          <p:nvPr>
            <p:ph type="title"/>
          </p:nvPr>
        </p:nvSpPr>
        <p:spPr>
          <a:xfrm>
            <a:off x="989400" y="395289"/>
            <a:ext cx="10213200" cy="1112836"/>
          </a:xfrm>
          <a:prstGeom prst="rect">
            <a:avLst/>
          </a:prstGeom>
        </p:spPr>
        <p:txBody>
          <a:bodyPr vert="horz" lIns="91440" tIns="45720" rIns="91440" bIns="45720" rtlCol="0" anchor="b" anchorCtr="0">
            <a:normAutofit/>
          </a:bodyPr>
          <a:lstStyle/>
          <a:p>
            <a:pPr rtl="0"/>
            <a:r>
              <a:rPr lang="pl-PL" noProof="0"/>
              <a:t>Kliknij, aby edytować styl wzorca tytułu</a:t>
            </a:r>
          </a:p>
        </p:txBody>
      </p:sp>
      <p:sp>
        <p:nvSpPr>
          <p:cNvPr id="3" name="Tekst — symbol zastępczy 2">
            <a:extLst>
              <a:ext uri="{FF2B5EF4-FFF2-40B4-BE49-F238E27FC236}">
                <a16:creationId xmlns:a16="http://schemas.microsoft.com/office/drawing/2014/main" id="{1172EB64-DBC0-4012-830E-9166670D17C5}"/>
              </a:ext>
            </a:extLst>
          </p:cNvPr>
          <p:cNvSpPr>
            <a:spLocks noGrp="1"/>
          </p:cNvSpPr>
          <p:nvPr>
            <p:ph type="body" idx="1"/>
          </p:nvPr>
        </p:nvSpPr>
        <p:spPr>
          <a:xfrm>
            <a:off x="989400" y="1685925"/>
            <a:ext cx="10213200" cy="4040191"/>
          </a:xfrm>
          <a:prstGeom prst="rect">
            <a:avLst/>
          </a:prstGeom>
        </p:spPr>
        <p:txBody>
          <a:bodyPr vert="horz" lIns="91440" tIns="45720" rIns="91440" bIns="45720" rtlCol="0">
            <a:normAutofit/>
          </a:bodyPr>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4" name="Data — symbol zastępczy 3">
            <a:extLst>
              <a:ext uri="{FF2B5EF4-FFF2-40B4-BE49-F238E27FC236}">
                <a16:creationId xmlns:a16="http://schemas.microsoft.com/office/drawing/2014/main" id="{2749A3E9-8704-4E26-A519-8215B3E943F5}"/>
              </a:ext>
            </a:extLst>
          </p:cNvPr>
          <p:cNvSpPr>
            <a:spLocks noGrp="1"/>
          </p:cNvSpPr>
          <p:nvPr>
            <p:ph type="dt" sz="half" idx="2"/>
          </p:nvPr>
        </p:nvSpPr>
        <p:spPr>
          <a:xfrm>
            <a:off x="450000" y="6357168"/>
            <a:ext cx="1760150" cy="461665"/>
          </a:xfrm>
          <a:prstGeom prst="rect">
            <a:avLst/>
          </a:prstGeom>
        </p:spPr>
        <p:txBody>
          <a:bodyPr vert="horz" lIns="91440" tIns="45720" rIns="91440" bIns="45720" rtlCol="0" anchor="ctr">
            <a:normAutofit/>
          </a:bodyPr>
          <a:lstStyle>
            <a:lvl1pPr algn="l">
              <a:defRPr sz="1000" cap="all" spc="200" baseline="0">
                <a:solidFill>
                  <a:schemeClr val="tx1">
                    <a:alpha val="60000"/>
                  </a:schemeClr>
                </a:solidFill>
                <a:latin typeface="Times New Roman" panose="02020603050405020304" pitchFamily="18" charset="0"/>
                <a:cs typeface="Times New Roman" panose="02020603050405020304" pitchFamily="18" charset="0"/>
              </a:defRPr>
            </a:lvl1pPr>
          </a:lstStyle>
          <a:p>
            <a:r>
              <a:rPr lang="pl-PL" noProof="0"/>
              <a:t>20XX</a:t>
            </a:r>
            <a:endParaRPr lang="pl-PL" noProof="0">
              <a:latin typeface="Times New Roman" panose="02020603050405020304" pitchFamily="18" charset="0"/>
              <a:cs typeface="Times New Roman" panose="02020603050405020304" pitchFamily="18" charset="0"/>
            </a:endParaRPr>
          </a:p>
        </p:txBody>
      </p:sp>
      <p:sp>
        <p:nvSpPr>
          <p:cNvPr id="5" name="Stopka — symbol zastępczy 4">
            <a:extLst>
              <a:ext uri="{FF2B5EF4-FFF2-40B4-BE49-F238E27FC236}">
                <a16:creationId xmlns:a16="http://schemas.microsoft.com/office/drawing/2014/main" id="{C8590E32-87A0-44C2-A299-D45FAB146E08}"/>
              </a:ext>
            </a:extLst>
          </p:cNvPr>
          <p:cNvSpPr>
            <a:spLocks noGrp="1"/>
          </p:cNvSpPr>
          <p:nvPr>
            <p:ph type="ftr" sz="quarter" idx="3"/>
          </p:nvPr>
        </p:nvSpPr>
        <p:spPr>
          <a:xfrm>
            <a:off x="2754312" y="6357600"/>
            <a:ext cx="6683376" cy="460800"/>
          </a:xfrm>
          <a:prstGeom prst="rect">
            <a:avLst/>
          </a:prstGeom>
        </p:spPr>
        <p:txBody>
          <a:bodyPr vert="horz" lIns="91440" tIns="45720" rIns="91440" bIns="45720" rtlCol="0" anchor="ctr"/>
          <a:lstStyle>
            <a:lvl1pPr algn="ctr">
              <a:defRPr sz="1000" cap="all" spc="300" baseline="0">
                <a:solidFill>
                  <a:schemeClr val="tx1">
                    <a:alpha val="60000"/>
                  </a:schemeClr>
                </a:solidFill>
                <a:latin typeface="Times New Roman" panose="02020603050405020304" pitchFamily="18" charset="0"/>
                <a:cs typeface="Times New Roman" panose="02020603050405020304" pitchFamily="18" charset="0"/>
              </a:defRPr>
            </a:lvl1pPr>
          </a:lstStyle>
          <a:p>
            <a:endParaRPr lang="pl-PL" noProof="0">
              <a:latin typeface="Times New Roman" panose="02020603050405020304" pitchFamily="18" charset="0"/>
              <a:cs typeface="Times New Roman" panose="02020603050405020304" pitchFamily="18" charset="0"/>
            </a:endParaRPr>
          </a:p>
        </p:txBody>
      </p:sp>
      <p:sp>
        <p:nvSpPr>
          <p:cNvPr id="6" name="Numer slajdu — symbol zastępczy 5">
            <a:extLst>
              <a:ext uri="{FF2B5EF4-FFF2-40B4-BE49-F238E27FC236}">
                <a16:creationId xmlns:a16="http://schemas.microsoft.com/office/drawing/2014/main" id="{BE1C1A41-01A7-44E2-965B-ACFD4F2806FC}"/>
              </a:ext>
            </a:extLst>
          </p:cNvPr>
          <p:cNvSpPr>
            <a:spLocks noGrp="1"/>
          </p:cNvSpPr>
          <p:nvPr>
            <p:ph type="sldNum" sz="quarter" idx="4"/>
          </p:nvPr>
        </p:nvSpPr>
        <p:spPr>
          <a:xfrm>
            <a:off x="9982800" y="6357600"/>
            <a:ext cx="1760150" cy="460800"/>
          </a:xfrm>
          <a:prstGeom prst="rect">
            <a:avLst/>
          </a:prstGeom>
        </p:spPr>
        <p:txBody>
          <a:bodyPr vert="horz" lIns="91440" tIns="45720" rIns="91440" bIns="45720" rtlCol="0" anchor="ctr"/>
          <a:lstStyle>
            <a:lvl1pPr algn="r">
              <a:defRPr sz="1000" cap="all" spc="200" baseline="0">
                <a:solidFill>
                  <a:schemeClr val="tx1">
                    <a:alpha val="60000"/>
                  </a:schemeClr>
                </a:solidFill>
                <a:latin typeface="Times New Roman" panose="02020603050405020304" pitchFamily="18" charset="0"/>
                <a:cs typeface="Times New Roman" panose="02020603050405020304" pitchFamily="18" charset="0"/>
              </a:defRPr>
            </a:lvl1pPr>
          </a:lstStyle>
          <a:p>
            <a:fld id="{294A09A9-5501-47C1-A89A-A340965A2BE2}" type="slidenum">
              <a:rPr lang="pl-PL" noProof="0" smtClean="0"/>
              <a:pPr/>
              <a:t>‹#›</a:t>
            </a:fld>
            <a:endParaRPr lang="pl-PL" noProof="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1974659"/>
      </p:ext>
    </p:extLst>
  </p:cSld>
  <p:clrMap bg1="lt1" tx1="dk1" bg2="lt2" tx2="dk2" accent1="accent1" accent2="accent2" accent3="accent3" accent4="accent4" accent5="accent5" accent6="accent6" hlink="hlink" folHlink="folHlink"/>
  <p:sldLayoutIdLst>
    <p:sldLayoutId id="2147483672" r:id="rId1"/>
    <p:sldLayoutId id="2147483675" r:id="rId2"/>
    <p:sldLayoutId id="2147483673" r:id="rId3"/>
    <p:sldLayoutId id="2147483678" r:id="rId4"/>
    <p:sldLayoutId id="2147483660" r:id="rId5"/>
    <p:sldLayoutId id="2147483680" r:id="rId6"/>
    <p:sldLayoutId id="2147483679" r:id="rId7"/>
    <p:sldLayoutId id="2147483677" r:id="rId8"/>
    <p:sldLayoutId id="2147483662" r:id="rId9"/>
    <p:sldLayoutId id="2147483663" r:id="rId10"/>
    <p:sldLayoutId id="2147483671" r:id="rId11"/>
    <p:sldLayoutId id="2147483676" r:id="rId12"/>
    <p:sldLayoutId id="2147483674" r:id="rId13"/>
  </p:sldLayoutIdLst>
  <p:hf hdr="0"/>
  <p:txStyles>
    <p:titleStyle>
      <a:lvl1pPr algn="l" defTabSz="914400" rtl="0" eaLnBrk="1" latinLnBrk="0" hangingPunct="1">
        <a:lnSpc>
          <a:spcPct val="100000"/>
        </a:lnSpc>
        <a:spcBef>
          <a:spcPct val="0"/>
        </a:spcBef>
        <a:buNone/>
        <a:defRPr sz="3200" kern="1200" cap="none" spc="0" baseline="0">
          <a:solidFill>
            <a:schemeClr val="tx1"/>
          </a:solidFill>
          <a:latin typeface="Times New Roman" panose="02020603050405020304" pitchFamily="18" charset="0"/>
          <a:ea typeface="+mj-ea"/>
          <a:cs typeface="Times New Roman" panose="02020603050405020304" pitchFamily="18" charset="0"/>
        </a:defRPr>
      </a:lvl1pPr>
    </p:titleStyle>
    <p:bodyStyle>
      <a:lvl1pPr marL="360000" indent="-360000" algn="l" defTabSz="914400" rtl="0" eaLnBrk="1" latinLnBrk="0" hangingPunct="1">
        <a:lnSpc>
          <a:spcPct val="150000"/>
        </a:lnSpc>
        <a:spcBef>
          <a:spcPts val="1000"/>
        </a:spcBef>
        <a:buClr>
          <a:schemeClr val="accent3"/>
        </a:buClr>
        <a:buFont typeface="Wingdings" panose="05000000000000000000" pitchFamily="2" charset="2"/>
        <a:buChar char=""/>
        <a:defRPr sz="2000" kern="1200" spc="50">
          <a:solidFill>
            <a:schemeClr val="tx1">
              <a:alpha val="60000"/>
            </a:schemeClr>
          </a:solidFill>
          <a:latin typeface="Calibri" panose="020F0502020204030204" pitchFamily="34" charset="0"/>
          <a:ea typeface="+mn-ea"/>
          <a:cs typeface="Calibri" panose="020F0502020204030204" pitchFamily="34" charset="0"/>
        </a:defRPr>
      </a:lvl1pPr>
      <a:lvl2pPr marL="360000" indent="0" algn="l" defTabSz="914400" rtl="0" eaLnBrk="1" latinLnBrk="0" hangingPunct="1">
        <a:lnSpc>
          <a:spcPct val="150000"/>
        </a:lnSpc>
        <a:spcBef>
          <a:spcPts val="500"/>
        </a:spcBef>
        <a:buFontTx/>
        <a:buNone/>
        <a:defRPr sz="2000" b="0" i="1" kern="1200" spc="50" baseline="0">
          <a:solidFill>
            <a:schemeClr val="tx1">
              <a:alpha val="60000"/>
            </a:schemeClr>
          </a:solidFill>
          <a:latin typeface="Calibri" panose="020F0502020204030204" pitchFamily="34" charset="0"/>
          <a:ea typeface="+mn-ea"/>
          <a:cs typeface="Calibri" panose="020F0502020204030204" pitchFamily="34" charset="0"/>
        </a:defRPr>
      </a:lvl2pPr>
      <a:lvl3pPr marL="1080000" indent="-360000" algn="l" defTabSz="914400" rtl="0" eaLnBrk="1" latinLnBrk="0" hangingPunct="1">
        <a:lnSpc>
          <a:spcPct val="150000"/>
        </a:lnSpc>
        <a:spcBef>
          <a:spcPts val="500"/>
        </a:spcBef>
        <a:buClr>
          <a:schemeClr val="accent3"/>
        </a:buClr>
        <a:buFont typeface="Wingdings" panose="05000000000000000000" pitchFamily="2" charset="2"/>
        <a:buChar char=""/>
        <a:defRPr sz="2000" kern="1200" spc="50">
          <a:solidFill>
            <a:schemeClr val="tx1">
              <a:alpha val="60000"/>
            </a:schemeClr>
          </a:solidFill>
          <a:latin typeface="Calibri" panose="020F0502020204030204" pitchFamily="34" charset="0"/>
          <a:ea typeface="+mn-ea"/>
          <a:cs typeface="Calibri" panose="020F0502020204030204" pitchFamily="34" charset="0"/>
        </a:defRPr>
      </a:lvl3pPr>
      <a:lvl4pPr marL="1080000" indent="0" algn="l" defTabSz="914400" rtl="0" eaLnBrk="1" latinLnBrk="0" hangingPunct="1">
        <a:lnSpc>
          <a:spcPct val="150000"/>
        </a:lnSpc>
        <a:spcBef>
          <a:spcPts val="500"/>
        </a:spcBef>
        <a:buClr>
          <a:schemeClr val="accent3"/>
        </a:buClr>
        <a:buFontTx/>
        <a:buNone/>
        <a:defRPr sz="2000" b="0" i="1" kern="1200" spc="50" baseline="0">
          <a:solidFill>
            <a:schemeClr val="tx1">
              <a:alpha val="60000"/>
            </a:schemeClr>
          </a:solidFill>
          <a:latin typeface="Calibri" panose="020F0502020204030204" pitchFamily="34" charset="0"/>
          <a:ea typeface="+mn-ea"/>
          <a:cs typeface="Calibri" panose="020F0502020204030204" pitchFamily="34" charset="0"/>
        </a:defRPr>
      </a:lvl4pPr>
      <a:lvl5pPr marL="1800000" indent="-360000" algn="l" defTabSz="914400" rtl="0" eaLnBrk="1" latinLnBrk="0" hangingPunct="1">
        <a:lnSpc>
          <a:spcPct val="150000"/>
        </a:lnSpc>
        <a:spcBef>
          <a:spcPts val="500"/>
        </a:spcBef>
        <a:buClr>
          <a:schemeClr val="accent3"/>
        </a:buClr>
        <a:buFont typeface="Wingdings" panose="05000000000000000000" pitchFamily="2" charset="2"/>
        <a:buChar char=""/>
        <a:defRPr sz="2000" kern="1200" spc="50">
          <a:solidFill>
            <a:schemeClr val="tx1">
              <a:alpha val="60000"/>
            </a:schemeClr>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137">
          <p15:clr>
            <a:srgbClr val="F26B43"/>
          </p15:clr>
        </p15:guide>
        <p15:guide id="3" pos="680">
          <p15:clr>
            <a:srgbClr val="F26B43"/>
          </p15:clr>
        </p15:guide>
        <p15:guide id="4" pos="7000">
          <p15:clr>
            <a:srgbClr val="F26B43"/>
          </p15:clr>
        </p15:guide>
        <p15:guide id="5" orient="horz" pos="679">
          <p15:clr>
            <a:srgbClr val="F26B43"/>
          </p15:clr>
        </p15:guide>
        <p15:guide id="6" orient="horz" pos="3640">
          <p15:clr>
            <a:srgbClr val="F26B43"/>
          </p15:clr>
        </p15:guide>
        <p15:guide id="7" pos="6644">
          <p15:clr>
            <a:srgbClr val="F26B43"/>
          </p15:clr>
        </p15:guide>
        <p15:guide id="8" pos="6289">
          <p15:clr>
            <a:srgbClr val="F26B43"/>
          </p15:clr>
        </p15:guide>
        <p15:guide id="9" pos="5945">
          <p15:clr>
            <a:srgbClr val="F26B43"/>
          </p15:clr>
        </p15:guide>
        <p15:guide id="10" pos="1391">
          <p15:clr>
            <a:srgbClr val="F26B43"/>
          </p15:clr>
        </p15:guide>
        <p15:guide id="11" pos="1032">
          <p15:clr>
            <a:srgbClr val="F26B43"/>
          </p15:clr>
        </p15:guide>
        <p15:guide id="12" pos="1732">
          <p15:clr>
            <a:srgbClr val="F26B43"/>
          </p15:clr>
        </p15:guide>
        <p15:guide id="13" pos="2084">
          <p15:clr>
            <a:srgbClr val="F26B43"/>
          </p15:clr>
        </p15:guide>
        <p15:guide id="14" pos="5596">
          <p15:clr>
            <a:srgbClr val="F26B43"/>
          </p15:clr>
        </p15:guide>
        <p15:guide id="15" pos="2436">
          <p15:clr>
            <a:srgbClr val="F26B43"/>
          </p15:clr>
        </p15:guide>
        <p15:guide id="16" pos="5244">
          <p15:clr>
            <a:srgbClr val="F26B43"/>
          </p15:clr>
        </p15:guide>
        <p15:guide id="17" pos="2792">
          <p15:clr>
            <a:srgbClr val="F26B43"/>
          </p15:clr>
        </p15:guide>
        <p15:guide id="18" pos="4892">
          <p15:clr>
            <a:srgbClr val="F26B43"/>
          </p15:clr>
        </p15:guide>
        <p15:guide id="19" pos="4543">
          <p15:clr>
            <a:srgbClr val="F26B43"/>
          </p15:clr>
        </p15:guide>
        <p15:guide id="20" pos="3488">
          <p15:clr>
            <a:srgbClr val="F26B43"/>
          </p15:clr>
        </p15:guide>
        <p15:guide id="21" pos="4192">
          <p15:clr>
            <a:srgbClr val="F26B43"/>
          </p15:clr>
        </p15:guide>
        <p15:guide id="23" pos="340">
          <p15:clr>
            <a:srgbClr val="A4A3A4"/>
          </p15:clr>
        </p15:guide>
        <p15:guide id="24" pos="7340">
          <p15:clr>
            <a:srgbClr val="A4A3A4"/>
          </p15:clr>
        </p15:guide>
        <p15:guide id="25" orient="horz" pos="1062">
          <p15:clr>
            <a:srgbClr val="5ACBF0"/>
          </p15:clr>
        </p15:guide>
        <p15:guide id="26" orient="horz" pos="3982">
          <p15:clr>
            <a:srgbClr val="A4A3A4"/>
          </p15:clr>
        </p15:guide>
        <p15:guide id="27" orient="horz" pos="338">
          <p15:clr>
            <a:srgbClr val="A4A3A4"/>
          </p15:clr>
        </p15:guide>
        <p15:guide id="28" orient="horz" pos="950">
          <p15:clr>
            <a:srgbClr val="5ACBF0"/>
          </p15:clr>
        </p15:guide>
        <p15:guide id="29" orient="horz" pos="249">
          <p15:clr>
            <a:srgbClr val="5ACBF0"/>
          </p15:clr>
        </p15:guide>
        <p15:guide id="30" orient="horz" pos="2160" userDrawn="1">
          <p15:clr>
            <a:srgbClr val="A4A3A4"/>
          </p15:clr>
        </p15:guide>
        <p15:guide id="31" pos="3840" userDrawn="1">
          <p15:clr>
            <a:srgbClr val="A4A3A4"/>
          </p15:clr>
        </p15:guide>
        <p15:guide id="32" pos="240" userDrawn="1">
          <p15:clr>
            <a:srgbClr val="547EBF"/>
          </p15:clr>
        </p15:guide>
        <p15:guide id="33" orient="horz" pos="240" userDrawn="1">
          <p15:clr>
            <a:srgbClr val="547EBF"/>
          </p15:clr>
        </p15:guide>
        <p15:guide id="34" pos="7440" userDrawn="1">
          <p15:clr>
            <a:srgbClr val="547EBF"/>
          </p15:clr>
        </p15:guide>
        <p15:guide id="35" orient="horz" pos="4080" userDrawn="1">
          <p15:clr>
            <a:srgbClr val="547EBF"/>
          </p15:clr>
        </p15:guide>
        <p15:guide id="36" pos="3960" userDrawn="1">
          <p15:clr>
            <a:srgbClr val="547EBF"/>
          </p15:clr>
        </p15:guide>
        <p15:guide id="37" pos="3720" userDrawn="1">
          <p15:clr>
            <a:srgbClr val="547EBF"/>
          </p15:clr>
        </p15:guide>
        <p15:guide id="38" pos="2112" userDrawn="1">
          <p15:clr>
            <a:srgbClr val="547EBF"/>
          </p15:clr>
        </p15:guide>
        <p15:guide id="39" pos="1848" userDrawn="1">
          <p15:clr>
            <a:srgbClr val="547EBF"/>
          </p15:clr>
        </p15:guide>
        <p15:guide id="40" pos="5568" userDrawn="1">
          <p15:clr>
            <a:srgbClr val="547EBF"/>
          </p15:clr>
        </p15:guide>
        <p15:guide id="41" pos="5832" userDrawn="1">
          <p15:clr>
            <a:srgbClr val="547EBF"/>
          </p15:clr>
        </p15:guide>
        <p15:guide id="42" pos="4968" userDrawn="1">
          <p15:clr>
            <a:srgbClr val="9FCC3B"/>
          </p15:clr>
        </p15:guide>
        <p15:guide id="43" pos="5208" userDrawn="1">
          <p15:clr>
            <a:srgbClr val="9FCC3B"/>
          </p15:clr>
        </p15:guide>
        <p15:guide id="44" pos="2712" userDrawn="1">
          <p15:clr>
            <a:srgbClr val="9FCC3B"/>
          </p15:clr>
        </p15:guide>
        <p15:guide id="45" pos="2472"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6.sv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6.xml"/><Relationship Id="rId1" Type="http://schemas.openxmlformats.org/officeDocument/2006/relationships/slideLayout" Target="../slideLayouts/slideLayout13.xml"/><Relationship Id="rId4" Type="http://schemas.openxmlformats.org/officeDocument/2006/relationships/image" Target="../media/image15.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1DF3D98-3C30-4CFC-8643-C81E829C8C25}"/>
              </a:ext>
            </a:extLst>
          </p:cNvPr>
          <p:cNvSpPr>
            <a:spLocks noGrp="1"/>
          </p:cNvSpPr>
          <p:nvPr>
            <p:ph type="title"/>
          </p:nvPr>
        </p:nvSpPr>
        <p:spPr>
          <a:xfrm>
            <a:off x="572568" y="874663"/>
            <a:ext cx="5523432" cy="2334637"/>
          </a:xfrm>
        </p:spPr>
        <p:txBody>
          <a:bodyPr rtlCol="0">
            <a:noAutofit/>
          </a:bodyPr>
          <a:lstStyle/>
          <a:p>
            <a:pPr rtl="0"/>
            <a:r>
              <a:rPr lang="pl-PL" sz="5500" dirty="0" err="1">
                <a:latin typeface="Tenorite" panose="00000500000000000000" pitchFamily="2" charset="0"/>
              </a:rPr>
              <a:t>Introduction</a:t>
            </a:r>
            <a:r>
              <a:rPr lang="pl-PL" sz="5500" dirty="0">
                <a:latin typeface="Tenorite" panose="00000500000000000000" pitchFamily="2" charset="0"/>
              </a:rPr>
              <a:t> </a:t>
            </a:r>
            <a:br>
              <a:rPr lang="pl-PL" sz="5500" dirty="0">
                <a:latin typeface="Tenorite" panose="00000500000000000000" pitchFamily="2" charset="0"/>
              </a:rPr>
            </a:br>
            <a:r>
              <a:rPr lang="pl-PL" sz="5500" dirty="0">
                <a:latin typeface="Tenorite" panose="00000500000000000000" pitchFamily="2" charset="0"/>
              </a:rPr>
              <a:t>to management</a:t>
            </a:r>
          </a:p>
        </p:txBody>
      </p:sp>
      <p:sp>
        <p:nvSpPr>
          <p:cNvPr id="3" name="Podtytuł 2">
            <a:extLst>
              <a:ext uri="{FF2B5EF4-FFF2-40B4-BE49-F238E27FC236}">
                <a16:creationId xmlns:a16="http://schemas.microsoft.com/office/drawing/2014/main" id="{A068D447-28D3-4F5F-B2DC-FD67E9015868}"/>
              </a:ext>
            </a:extLst>
          </p:cNvPr>
          <p:cNvSpPr>
            <a:spLocks noGrp="1"/>
          </p:cNvSpPr>
          <p:nvPr>
            <p:ph type="subTitle" idx="1"/>
          </p:nvPr>
        </p:nvSpPr>
        <p:spPr/>
        <p:txBody>
          <a:bodyPr rtlCol="0">
            <a:normAutofit/>
          </a:bodyPr>
          <a:lstStyle/>
          <a:p>
            <a:pPr rtl="0"/>
            <a:r>
              <a:rPr lang="pl-PL" sz="2800" dirty="0">
                <a:solidFill>
                  <a:srgbClr val="663300"/>
                </a:solidFill>
                <a:latin typeface="Tenorite" panose="00000500000000000000" pitchFamily="2" charset="0"/>
                <a:cs typeface="Calibri"/>
              </a:rPr>
              <a:t>Class no. 3</a:t>
            </a:r>
          </a:p>
          <a:p>
            <a:pPr rtl="0"/>
            <a:r>
              <a:rPr lang="pl-PL" sz="2800" dirty="0" err="1">
                <a:solidFill>
                  <a:srgbClr val="663300"/>
                </a:solidFill>
                <a:latin typeface="Tenorite" panose="00000500000000000000" pitchFamily="2" charset="0"/>
              </a:rPr>
              <a:t>Organization’s</a:t>
            </a:r>
            <a:r>
              <a:rPr lang="pl-PL" sz="2800" dirty="0">
                <a:solidFill>
                  <a:srgbClr val="663300"/>
                </a:solidFill>
                <a:latin typeface="Tenorite" panose="00000500000000000000" pitchFamily="2" charset="0"/>
              </a:rPr>
              <a:t> environment</a:t>
            </a:r>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4056600" y="536573"/>
            <a:ext cx="4078800" cy="1453003"/>
          </a:xfrm>
        </p:spPr>
        <p:txBody>
          <a:bodyPr wrap="square" rtlCol="0" anchor="b">
            <a:normAutofit fontScale="90000"/>
          </a:bodyPr>
          <a:lstStyle/>
          <a:p>
            <a:pPr rtl="0"/>
            <a:r>
              <a:rPr lang="pl-PL" sz="5000" dirty="0" err="1">
                <a:latin typeface="Tenorite" panose="00000500000000000000" pitchFamily="2" charset="0"/>
              </a:rPr>
              <a:t>Definitions</a:t>
            </a:r>
            <a:r>
              <a:rPr lang="pl-PL" sz="5000" dirty="0">
                <a:latin typeface="Tenorite" panose="00000500000000000000" pitchFamily="2" charset="0"/>
              </a:rPr>
              <a:t> </a:t>
            </a:r>
            <a:br>
              <a:rPr lang="pl-PL" sz="5000" dirty="0">
                <a:latin typeface="Tenorite" panose="00000500000000000000" pitchFamily="2" charset="0"/>
              </a:rPr>
            </a:br>
            <a:r>
              <a:rPr lang="pl-PL" sz="5000" dirty="0">
                <a:latin typeface="Tenorite" panose="00000500000000000000" pitchFamily="2" charset="0"/>
              </a:rPr>
              <a:t>of </a:t>
            </a:r>
            <a:r>
              <a:rPr lang="pl-PL" sz="5000" dirty="0" err="1">
                <a:latin typeface="Tenorite" panose="00000500000000000000" pitchFamily="2" charset="0"/>
              </a:rPr>
              <a:t>organization</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2042193" y="2679032"/>
            <a:ext cx="8107613" cy="3361597"/>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2000" b="1" dirty="0">
                <a:solidFill>
                  <a:srgbClr val="663300"/>
                </a:solidFill>
                <a:latin typeface="Tenorite" panose="00000500000000000000" pitchFamily="2" charset="0"/>
              </a:rPr>
              <a:t>Organization</a:t>
            </a:r>
            <a:r>
              <a:rPr lang="en-US" sz="2000" dirty="0">
                <a:solidFill>
                  <a:srgbClr val="663300"/>
                </a:solidFill>
                <a:latin typeface="Tenorite" panose="00000500000000000000" pitchFamily="2" charset="0"/>
              </a:rPr>
              <a:t> - social unit (or human grouping) deliberately constructed and reconstructed to seek specific goals. </a:t>
            </a:r>
          </a:p>
          <a:p>
            <a:pPr algn="r" rtl="0">
              <a:lnSpc>
                <a:spcPct val="100000"/>
              </a:lnSpc>
              <a:buClr>
                <a:srgbClr val="663300"/>
              </a:buClr>
            </a:pPr>
            <a:r>
              <a:rPr lang="en-US" sz="2000" dirty="0">
                <a:solidFill>
                  <a:srgbClr val="663300"/>
                </a:solidFill>
                <a:latin typeface="Tenorite" panose="00000500000000000000" pitchFamily="2" charset="0"/>
              </a:rPr>
              <a:t>[Etzioni, 1964]</a:t>
            </a:r>
          </a:p>
          <a:p>
            <a:pPr marL="457200" indent="-457200" algn="just" rtl="0">
              <a:lnSpc>
                <a:spcPct val="100000"/>
              </a:lnSpc>
              <a:buClr>
                <a:srgbClr val="663300"/>
              </a:buClr>
              <a:buFont typeface="Arial" panose="020B0604020202020204" pitchFamily="34" charset="0"/>
              <a:buChar char="•"/>
            </a:pPr>
            <a:r>
              <a:rPr lang="en-US" sz="2000" b="1" dirty="0">
                <a:solidFill>
                  <a:srgbClr val="663300"/>
                </a:solidFill>
                <a:latin typeface="Tenorite" panose="00000500000000000000" pitchFamily="2" charset="0"/>
              </a:rPr>
              <a:t>Organization</a:t>
            </a:r>
            <a:r>
              <a:rPr lang="en-US" sz="2000" dirty="0">
                <a:solidFill>
                  <a:srgbClr val="663300"/>
                </a:solidFill>
                <a:latin typeface="Tenorite" panose="00000500000000000000" pitchFamily="2" charset="0"/>
              </a:rPr>
              <a:t> - social invention for accomplishing goals through group effort.</a:t>
            </a:r>
          </a:p>
          <a:p>
            <a:pPr algn="r" rtl="0">
              <a:lnSpc>
                <a:spcPct val="100000"/>
              </a:lnSpc>
              <a:buClr>
                <a:srgbClr val="663300"/>
              </a:buClr>
            </a:pPr>
            <a:r>
              <a:rPr lang="en-US" sz="2000" dirty="0">
                <a:solidFill>
                  <a:srgbClr val="663300"/>
                </a:solidFill>
                <a:latin typeface="Tenorite" panose="00000500000000000000" pitchFamily="2" charset="0"/>
              </a:rPr>
              <a:t>[Johns, 1992]</a:t>
            </a:r>
          </a:p>
          <a:p>
            <a:pPr marL="457200" indent="-457200" algn="just" rtl="0">
              <a:lnSpc>
                <a:spcPct val="100000"/>
              </a:lnSpc>
              <a:buClr>
                <a:srgbClr val="663300"/>
              </a:buClr>
              <a:buFont typeface="Arial" panose="020B0604020202020204" pitchFamily="34" charset="0"/>
              <a:buChar char="•"/>
            </a:pPr>
            <a:r>
              <a:rPr lang="en-US" sz="2000" b="1" dirty="0">
                <a:solidFill>
                  <a:srgbClr val="663300"/>
                </a:solidFill>
                <a:latin typeface="Tenorite" panose="00000500000000000000" pitchFamily="2" charset="0"/>
              </a:rPr>
              <a:t>Organization</a:t>
            </a:r>
            <a:r>
              <a:rPr lang="en-US" sz="2000" dirty="0">
                <a:solidFill>
                  <a:srgbClr val="663300"/>
                </a:solidFill>
                <a:latin typeface="Tenorite" panose="00000500000000000000" pitchFamily="2" charset="0"/>
              </a:rPr>
              <a:t> - collections of people (two or more) who work together to achieve a wide variety of goals.</a:t>
            </a:r>
          </a:p>
          <a:p>
            <a:pPr algn="r" rtl="0">
              <a:lnSpc>
                <a:spcPct val="100000"/>
              </a:lnSpc>
              <a:buClr>
                <a:srgbClr val="663300"/>
              </a:buClr>
            </a:pPr>
            <a:r>
              <a:rPr lang="en-US" sz="2000" dirty="0">
                <a:solidFill>
                  <a:srgbClr val="663300"/>
                </a:solidFill>
                <a:latin typeface="Tenorite" panose="00000500000000000000" pitchFamily="2" charset="0"/>
              </a:rPr>
              <a:t>[George and Jones, 2005]</a:t>
            </a:r>
          </a:p>
          <a:p>
            <a:pPr algn="l" rtl="0">
              <a:buClr>
                <a:srgbClr val="663300"/>
              </a:buClr>
            </a:pPr>
            <a:endParaRPr lang="pl-PL" sz="2100" dirty="0">
              <a:solidFill>
                <a:srgbClr val="663300"/>
              </a:solidFill>
              <a:latin typeface="Tenorite" panose="00000500000000000000" pitchFamily="2" charset="0"/>
            </a:endParaRPr>
          </a:p>
          <a:p>
            <a:pPr marL="285750" indent="-285750" rtl="0">
              <a:buFont typeface="Arial" panose="020B0604020202020204" pitchFamily="34" charset="0"/>
              <a:buChar char="•"/>
            </a:pPr>
            <a:endParaRPr lang="pl-PL" sz="2100" dirty="0"/>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a:t>
            </a:r>
            <a:r>
              <a:rPr lang="pl-PL" sz="1100" noProof="0" dirty="0">
                <a:solidFill>
                  <a:srgbClr val="5E5441"/>
                </a:solidFill>
                <a:latin typeface="Tenorite" panose="00000500000000000000" pitchFamily="2" charset="0"/>
              </a:rPr>
              <a:t>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Organization’s</a:t>
            </a:r>
            <a:r>
              <a:rPr lang="pl-PL" sz="1100" dirty="0">
                <a:solidFill>
                  <a:srgbClr val="5E5441"/>
                </a:solidFill>
                <a:latin typeface="Tenorite" panose="00000500000000000000" pitchFamily="2" charset="0"/>
              </a:rPr>
              <a:t> environment</a:t>
            </a: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13665157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4056600" y="536573"/>
            <a:ext cx="4078800" cy="1453003"/>
          </a:xfrm>
        </p:spPr>
        <p:txBody>
          <a:bodyPr wrap="square" rtlCol="0" anchor="b">
            <a:normAutofit fontScale="90000"/>
          </a:bodyPr>
          <a:lstStyle/>
          <a:p>
            <a:pPr rtl="0"/>
            <a:r>
              <a:rPr lang="pl-PL" sz="5000" dirty="0">
                <a:latin typeface="Tenorite" panose="00000500000000000000" pitchFamily="2" charset="0"/>
              </a:rPr>
              <a:t>Components</a:t>
            </a:r>
            <a:br>
              <a:rPr lang="pl-PL" sz="5000" dirty="0">
                <a:latin typeface="Tenorite" panose="00000500000000000000" pitchFamily="2" charset="0"/>
              </a:rPr>
            </a:br>
            <a:r>
              <a:rPr lang="pl-PL" sz="5000" dirty="0">
                <a:latin typeface="Tenorite" panose="00000500000000000000" pitchFamily="2" charset="0"/>
              </a:rPr>
              <a:t>of </a:t>
            </a:r>
            <a:r>
              <a:rPr lang="pl-PL" sz="5000" dirty="0" err="1">
                <a:latin typeface="Tenorite" panose="00000500000000000000" pitchFamily="2" charset="0"/>
              </a:rPr>
              <a:t>organization</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Organization’s</a:t>
            </a:r>
            <a:r>
              <a:rPr lang="pl-PL" sz="1100" dirty="0">
                <a:solidFill>
                  <a:srgbClr val="5E5441"/>
                </a:solidFill>
                <a:latin typeface="Tenorite" panose="00000500000000000000" pitchFamily="2" charset="0"/>
              </a:rPr>
              <a:t> environment</a:t>
            </a: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3</a:t>
            </a:fld>
            <a:endParaRPr lang="pl-PL" sz="1100" noProof="0" dirty="0">
              <a:latin typeface="Tenorite" panose="00000500000000000000" pitchFamily="2" charset="0"/>
            </a:endParaRPr>
          </a:p>
        </p:txBody>
      </p:sp>
      <p:sp>
        <p:nvSpPr>
          <p:cNvPr id="9" name="Oval 3">
            <a:extLst>
              <a:ext uri="{FF2B5EF4-FFF2-40B4-BE49-F238E27FC236}">
                <a16:creationId xmlns:a16="http://schemas.microsoft.com/office/drawing/2014/main" id="{74022AFC-DF6A-AAAC-B60D-2CF8A4134C86}"/>
              </a:ext>
            </a:extLst>
          </p:cNvPr>
          <p:cNvSpPr>
            <a:spLocks noChangeArrowheads="1"/>
          </p:cNvSpPr>
          <p:nvPr/>
        </p:nvSpPr>
        <p:spPr bwMode="auto">
          <a:xfrm>
            <a:off x="3224463" y="2839453"/>
            <a:ext cx="4495800" cy="2362200"/>
          </a:xfrm>
          <a:prstGeom prst="ellipse">
            <a:avLst/>
          </a:prstGeom>
          <a:solidFill>
            <a:schemeClr val="accent2">
              <a:lumMod val="75000"/>
            </a:schemeClr>
          </a:solidFill>
          <a:ln w="2857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0"/>
              </a:spcBef>
              <a:buClrTx/>
              <a:buSzTx/>
              <a:buFontTx/>
              <a:buNone/>
            </a:pPr>
            <a:endParaRPr lang="pl-PL" altLang="pl-PL" sz="1800" u="none">
              <a:latin typeface="Tenorite" panose="00000500000000000000" pitchFamily="2" charset="0"/>
            </a:endParaRPr>
          </a:p>
        </p:txBody>
      </p:sp>
      <p:sp>
        <p:nvSpPr>
          <p:cNvPr id="10" name="Text Box 4">
            <a:extLst>
              <a:ext uri="{FF2B5EF4-FFF2-40B4-BE49-F238E27FC236}">
                <a16:creationId xmlns:a16="http://schemas.microsoft.com/office/drawing/2014/main" id="{8B004169-C773-F279-ABA1-A0E9A6D31405}"/>
              </a:ext>
            </a:extLst>
          </p:cNvPr>
          <p:cNvSpPr txBox="1">
            <a:spLocks noChangeArrowheads="1"/>
          </p:cNvSpPr>
          <p:nvPr/>
        </p:nvSpPr>
        <p:spPr bwMode="auto">
          <a:xfrm>
            <a:off x="3605463" y="4287253"/>
            <a:ext cx="1447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50000"/>
              </a:spcBef>
              <a:buClrTx/>
              <a:buSzTx/>
              <a:buFontTx/>
              <a:buNone/>
            </a:pPr>
            <a:r>
              <a:rPr lang="pl-PL" altLang="pl-PL" sz="1600" b="1" u="none">
                <a:latin typeface="Tenorite" panose="00000500000000000000" pitchFamily="2" charset="0"/>
              </a:rPr>
              <a:t>STRUCTURE</a:t>
            </a:r>
          </a:p>
        </p:txBody>
      </p:sp>
      <p:sp>
        <p:nvSpPr>
          <p:cNvPr id="11" name="Text Box 5">
            <a:extLst>
              <a:ext uri="{FF2B5EF4-FFF2-40B4-BE49-F238E27FC236}">
                <a16:creationId xmlns:a16="http://schemas.microsoft.com/office/drawing/2014/main" id="{8F555F69-A024-04E2-E9DF-AAE770CE12F5}"/>
              </a:ext>
            </a:extLst>
          </p:cNvPr>
          <p:cNvSpPr txBox="1">
            <a:spLocks noChangeArrowheads="1"/>
          </p:cNvSpPr>
          <p:nvPr/>
        </p:nvSpPr>
        <p:spPr bwMode="auto">
          <a:xfrm>
            <a:off x="5891463" y="4269791"/>
            <a:ext cx="18288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50000"/>
              </a:spcBef>
              <a:buClrTx/>
              <a:buSzTx/>
              <a:buFontTx/>
              <a:buNone/>
            </a:pPr>
            <a:r>
              <a:rPr lang="pl-PL" altLang="pl-PL" sz="1600" b="1" u="none">
                <a:latin typeface="Tenorite" panose="00000500000000000000" pitchFamily="2" charset="0"/>
              </a:rPr>
              <a:t>TECHNOLOGY</a:t>
            </a:r>
          </a:p>
        </p:txBody>
      </p:sp>
      <p:sp>
        <p:nvSpPr>
          <p:cNvPr id="12" name="Text Box 6">
            <a:extLst>
              <a:ext uri="{FF2B5EF4-FFF2-40B4-BE49-F238E27FC236}">
                <a16:creationId xmlns:a16="http://schemas.microsoft.com/office/drawing/2014/main" id="{25101C0C-3DCD-5805-CDE7-AE140FB54E54}"/>
              </a:ext>
            </a:extLst>
          </p:cNvPr>
          <p:cNvSpPr txBox="1">
            <a:spLocks noChangeArrowheads="1"/>
          </p:cNvSpPr>
          <p:nvPr/>
        </p:nvSpPr>
        <p:spPr bwMode="auto">
          <a:xfrm>
            <a:off x="4030913" y="3220453"/>
            <a:ext cx="1447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50000"/>
              </a:spcBef>
              <a:buClrTx/>
              <a:buSzTx/>
              <a:buFontTx/>
              <a:buNone/>
            </a:pPr>
            <a:r>
              <a:rPr lang="pl-PL" altLang="pl-PL" sz="1600" b="1" u="none">
                <a:latin typeface="Tenorite" panose="00000500000000000000" pitchFamily="2" charset="0"/>
              </a:rPr>
              <a:t>TASK</a:t>
            </a:r>
          </a:p>
        </p:txBody>
      </p:sp>
      <p:sp>
        <p:nvSpPr>
          <p:cNvPr id="13" name="Text Box 7">
            <a:extLst>
              <a:ext uri="{FF2B5EF4-FFF2-40B4-BE49-F238E27FC236}">
                <a16:creationId xmlns:a16="http://schemas.microsoft.com/office/drawing/2014/main" id="{1F3514F2-1587-5D01-56BD-4178B7C9474E}"/>
              </a:ext>
            </a:extLst>
          </p:cNvPr>
          <p:cNvSpPr txBox="1">
            <a:spLocks noChangeArrowheads="1"/>
          </p:cNvSpPr>
          <p:nvPr/>
        </p:nvSpPr>
        <p:spPr bwMode="auto">
          <a:xfrm>
            <a:off x="5967663" y="3220453"/>
            <a:ext cx="1447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50000"/>
              </a:spcBef>
              <a:buClrTx/>
              <a:buSzTx/>
              <a:buFontTx/>
              <a:buNone/>
            </a:pPr>
            <a:r>
              <a:rPr lang="pl-PL" altLang="pl-PL" sz="1600" b="1" u="none">
                <a:latin typeface="Tenorite" panose="00000500000000000000" pitchFamily="2" charset="0"/>
              </a:rPr>
              <a:t>PEOPLE</a:t>
            </a:r>
          </a:p>
        </p:txBody>
      </p:sp>
      <p:sp>
        <p:nvSpPr>
          <p:cNvPr id="14" name="Line 8">
            <a:extLst>
              <a:ext uri="{FF2B5EF4-FFF2-40B4-BE49-F238E27FC236}">
                <a16:creationId xmlns:a16="http://schemas.microsoft.com/office/drawing/2014/main" id="{2F3ED3D2-9DE3-F4B4-8D50-28EEF6B9BEAA}"/>
              </a:ext>
            </a:extLst>
          </p:cNvPr>
          <p:cNvSpPr>
            <a:spLocks noChangeShapeType="1"/>
          </p:cNvSpPr>
          <p:nvPr/>
        </p:nvSpPr>
        <p:spPr bwMode="auto">
          <a:xfrm rot="16200000">
            <a:off x="5471569" y="2954547"/>
            <a:ext cx="1588" cy="838200"/>
          </a:xfrm>
          <a:prstGeom prst="line">
            <a:avLst/>
          </a:prstGeom>
          <a:noFill/>
          <a:ln w="2857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pl-PL">
              <a:latin typeface="Tenorite" panose="00000500000000000000" pitchFamily="2" charset="0"/>
            </a:endParaRPr>
          </a:p>
        </p:txBody>
      </p:sp>
      <p:sp>
        <p:nvSpPr>
          <p:cNvPr id="15" name="Line 9">
            <a:extLst>
              <a:ext uri="{FF2B5EF4-FFF2-40B4-BE49-F238E27FC236}">
                <a16:creationId xmlns:a16="http://schemas.microsoft.com/office/drawing/2014/main" id="{502872F3-E262-25E9-C600-E192FBB2AC91}"/>
              </a:ext>
            </a:extLst>
          </p:cNvPr>
          <p:cNvSpPr>
            <a:spLocks noChangeShapeType="1"/>
          </p:cNvSpPr>
          <p:nvPr/>
        </p:nvSpPr>
        <p:spPr bwMode="auto">
          <a:xfrm rot="5388982">
            <a:off x="5471569" y="4021347"/>
            <a:ext cx="1588" cy="838200"/>
          </a:xfrm>
          <a:prstGeom prst="line">
            <a:avLst/>
          </a:prstGeom>
          <a:noFill/>
          <a:ln w="2857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pl-PL">
              <a:latin typeface="Tenorite" panose="00000500000000000000" pitchFamily="2" charset="0"/>
            </a:endParaRPr>
          </a:p>
        </p:txBody>
      </p:sp>
      <p:sp>
        <p:nvSpPr>
          <p:cNvPr id="16" name="Line 10">
            <a:extLst>
              <a:ext uri="{FF2B5EF4-FFF2-40B4-BE49-F238E27FC236}">
                <a16:creationId xmlns:a16="http://schemas.microsoft.com/office/drawing/2014/main" id="{DF4536EA-F8CA-B7CF-001A-400CF48BFBF7}"/>
              </a:ext>
            </a:extLst>
          </p:cNvPr>
          <p:cNvSpPr>
            <a:spLocks noChangeShapeType="1"/>
          </p:cNvSpPr>
          <p:nvPr/>
        </p:nvSpPr>
        <p:spPr bwMode="auto">
          <a:xfrm>
            <a:off x="4443663" y="3601453"/>
            <a:ext cx="0" cy="685800"/>
          </a:xfrm>
          <a:prstGeom prst="line">
            <a:avLst/>
          </a:prstGeom>
          <a:noFill/>
          <a:ln w="2857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pl-PL">
              <a:latin typeface="Tenorite" panose="00000500000000000000" pitchFamily="2" charset="0"/>
            </a:endParaRPr>
          </a:p>
        </p:txBody>
      </p:sp>
      <p:sp>
        <p:nvSpPr>
          <p:cNvPr id="17" name="Line 11">
            <a:extLst>
              <a:ext uri="{FF2B5EF4-FFF2-40B4-BE49-F238E27FC236}">
                <a16:creationId xmlns:a16="http://schemas.microsoft.com/office/drawing/2014/main" id="{E239F796-4727-296B-77A9-CA1A0004C477}"/>
              </a:ext>
            </a:extLst>
          </p:cNvPr>
          <p:cNvSpPr>
            <a:spLocks noChangeShapeType="1"/>
          </p:cNvSpPr>
          <p:nvPr/>
        </p:nvSpPr>
        <p:spPr bwMode="auto">
          <a:xfrm rot="121241" flipV="1">
            <a:off x="5205663" y="3753853"/>
            <a:ext cx="609600" cy="533400"/>
          </a:xfrm>
          <a:prstGeom prst="line">
            <a:avLst/>
          </a:prstGeom>
          <a:noFill/>
          <a:ln w="2857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pl-PL">
              <a:latin typeface="Tenorite" panose="00000500000000000000" pitchFamily="2" charset="0"/>
            </a:endParaRPr>
          </a:p>
        </p:txBody>
      </p:sp>
      <p:sp>
        <p:nvSpPr>
          <p:cNvPr id="18" name="Line 18">
            <a:extLst>
              <a:ext uri="{FF2B5EF4-FFF2-40B4-BE49-F238E27FC236}">
                <a16:creationId xmlns:a16="http://schemas.microsoft.com/office/drawing/2014/main" id="{5B0DDC14-3A40-C92D-19DE-99FD47423D68}"/>
              </a:ext>
            </a:extLst>
          </p:cNvPr>
          <p:cNvSpPr>
            <a:spLocks noChangeShapeType="1"/>
          </p:cNvSpPr>
          <p:nvPr/>
        </p:nvSpPr>
        <p:spPr bwMode="auto">
          <a:xfrm>
            <a:off x="6348663" y="3601453"/>
            <a:ext cx="0" cy="685800"/>
          </a:xfrm>
          <a:prstGeom prst="line">
            <a:avLst/>
          </a:prstGeom>
          <a:noFill/>
          <a:ln w="2857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pl-PL">
              <a:latin typeface="Tenorite" panose="00000500000000000000" pitchFamily="2" charset="0"/>
            </a:endParaRPr>
          </a:p>
        </p:txBody>
      </p:sp>
      <p:sp>
        <p:nvSpPr>
          <p:cNvPr id="19" name="Line 19">
            <a:extLst>
              <a:ext uri="{FF2B5EF4-FFF2-40B4-BE49-F238E27FC236}">
                <a16:creationId xmlns:a16="http://schemas.microsoft.com/office/drawing/2014/main" id="{75898ED8-2DB6-0842-F3B0-D7D6A4CF73E2}"/>
              </a:ext>
            </a:extLst>
          </p:cNvPr>
          <p:cNvSpPr>
            <a:spLocks noChangeShapeType="1"/>
          </p:cNvSpPr>
          <p:nvPr/>
        </p:nvSpPr>
        <p:spPr bwMode="auto">
          <a:xfrm rot="15413833" flipV="1">
            <a:off x="5167563" y="3791953"/>
            <a:ext cx="609600" cy="533400"/>
          </a:xfrm>
          <a:prstGeom prst="line">
            <a:avLst/>
          </a:prstGeom>
          <a:noFill/>
          <a:ln w="2857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pl-PL">
              <a:latin typeface="Tenorite" panose="00000500000000000000" pitchFamily="2" charset="0"/>
            </a:endParaRPr>
          </a:p>
        </p:txBody>
      </p:sp>
      <p:sp>
        <p:nvSpPr>
          <p:cNvPr id="20" name="Line 28">
            <a:extLst>
              <a:ext uri="{FF2B5EF4-FFF2-40B4-BE49-F238E27FC236}">
                <a16:creationId xmlns:a16="http://schemas.microsoft.com/office/drawing/2014/main" id="{3D94DF23-F235-A2AA-4AE4-FDD8EBFDE868}"/>
              </a:ext>
            </a:extLst>
          </p:cNvPr>
          <p:cNvSpPr>
            <a:spLocks noChangeShapeType="1"/>
          </p:cNvSpPr>
          <p:nvPr/>
        </p:nvSpPr>
        <p:spPr bwMode="auto">
          <a:xfrm>
            <a:off x="7720263" y="4058653"/>
            <a:ext cx="2286000" cy="0"/>
          </a:xfrm>
          <a:prstGeom prst="line">
            <a:avLst/>
          </a:prstGeom>
          <a:noFill/>
          <a:ln w="28575">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pl-PL">
              <a:latin typeface="Tenorite" panose="00000500000000000000" pitchFamily="2" charset="0"/>
            </a:endParaRPr>
          </a:p>
        </p:txBody>
      </p:sp>
      <p:sp>
        <p:nvSpPr>
          <p:cNvPr id="21" name="Line 29">
            <a:extLst>
              <a:ext uri="{FF2B5EF4-FFF2-40B4-BE49-F238E27FC236}">
                <a16:creationId xmlns:a16="http://schemas.microsoft.com/office/drawing/2014/main" id="{5C9879CB-53A6-4980-AF1E-C567A51615E6}"/>
              </a:ext>
            </a:extLst>
          </p:cNvPr>
          <p:cNvSpPr>
            <a:spLocks noChangeShapeType="1"/>
          </p:cNvSpPr>
          <p:nvPr/>
        </p:nvSpPr>
        <p:spPr bwMode="auto">
          <a:xfrm>
            <a:off x="8183813" y="2174291"/>
            <a:ext cx="0" cy="424815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pl-PL"/>
          </a:p>
        </p:txBody>
      </p:sp>
      <p:sp>
        <p:nvSpPr>
          <p:cNvPr id="22" name="Text Box 30">
            <a:extLst>
              <a:ext uri="{FF2B5EF4-FFF2-40B4-BE49-F238E27FC236}">
                <a16:creationId xmlns:a16="http://schemas.microsoft.com/office/drawing/2014/main" id="{360AF3ED-8531-C3D4-97B8-9FB4052C5BEF}"/>
              </a:ext>
            </a:extLst>
          </p:cNvPr>
          <p:cNvSpPr txBox="1">
            <a:spLocks noChangeArrowheads="1"/>
          </p:cNvSpPr>
          <p:nvPr/>
        </p:nvSpPr>
        <p:spPr bwMode="auto">
          <a:xfrm>
            <a:off x="8399713" y="3144253"/>
            <a:ext cx="16065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50000"/>
              </a:spcBef>
              <a:buClrTx/>
              <a:buSzTx/>
              <a:buFontTx/>
              <a:buNone/>
            </a:pPr>
            <a:r>
              <a:rPr lang="pl-PL" altLang="pl-PL" sz="1600" b="1" u="none" dirty="0" err="1">
                <a:latin typeface="Tenorite" panose="00000500000000000000" pitchFamily="2" charset="0"/>
              </a:rPr>
              <a:t>Social</a:t>
            </a:r>
            <a:r>
              <a:rPr lang="pl-PL" altLang="pl-PL" sz="1600" b="1" u="none" dirty="0">
                <a:latin typeface="Tenorite" panose="00000500000000000000" pitchFamily="2" charset="0"/>
              </a:rPr>
              <a:t> </a:t>
            </a:r>
            <a:r>
              <a:rPr lang="pl-PL" altLang="pl-PL" sz="1600" b="1" u="none" dirty="0" err="1">
                <a:latin typeface="Tenorite" panose="00000500000000000000" pitchFamily="2" charset="0"/>
              </a:rPr>
              <a:t>components</a:t>
            </a:r>
            <a:endParaRPr lang="pl-PL" altLang="pl-PL" sz="1600" b="1" u="none" dirty="0">
              <a:latin typeface="Tenorite" panose="00000500000000000000" pitchFamily="2" charset="0"/>
            </a:endParaRPr>
          </a:p>
        </p:txBody>
      </p:sp>
      <p:sp>
        <p:nvSpPr>
          <p:cNvPr id="23" name="Text Box 31">
            <a:extLst>
              <a:ext uri="{FF2B5EF4-FFF2-40B4-BE49-F238E27FC236}">
                <a16:creationId xmlns:a16="http://schemas.microsoft.com/office/drawing/2014/main" id="{456143C8-F74E-D733-2009-5076499E709D}"/>
              </a:ext>
            </a:extLst>
          </p:cNvPr>
          <p:cNvSpPr txBox="1">
            <a:spLocks noChangeArrowheads="1"/>
          </p:cNvSpPr>
          <p:nvPr/>
        </p:nvSpPr>
        <p:spPr bwMode="auto">
          <a:xfrm>
            <a:off x="8399713" y="4287253"/>
            <a:ext cx="16827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50000"/>
              </a:spcBef>
              <a:buClrTx/>
              <a:buSzTx/>
              <a:buFontTx/>
              <a:buNone/>
            </a:pPr>
            <a:r>
              <a:rPr lang="pl-PL" altLang="pl-PL" sz="1600" b="1" u="none">
                <a:latin typeface="Tenorite" panose="00000500000000000000" pitchFamily="2" charset="0"/>
              </a:rPr>
              <a:t>Technological components</a:t>
            </a:r>
          </a:p>
        </p:txBody>
      </p:sp>
      <p:sp>
        <p:nvSpPr>
          <p:cNvPr id="24" name="Line 16">
            <a:extLst>
              <a:ext uri="{FF2B5EF4-FFF2-40B4-BE49-F238E27FC236}">
                <a16:creationId xmlns:a16="http://schemas.microsoft.com/office/drawing/2014/main" id="{45AE4336-B109-67FC-876E-5A4D0C61A696}"/>
              </a:ext>
            </a:extLst>
          </p:cNvPr>
          <p:cNvSpPr>
            <a:spLocks noChangeShapeType="1"/>
          </p:cNvSpPr>
          <p:nvPr/>
        </p:nvSpPr>
        <p:spPr bwMode="auto">
          <a:xfrm>
            <a:off x="5510463" y="2823411"/>
            <a:ext cx="0" cy="23622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pl-PL">
              <a:latin typeface="Tenorite" panose="00000500000000000000" pitchFamily="2" charset="0"/>
            </a:endParaRPr>
          </a:p>
        </p:txBody>
      </p:sp>
      <p:sp>
        <p:nvSpPr>
          <p:cNvPr id="25" name="Line 17">
            <a:extLst>
              <a:ext uri="{FF2B5EF4-FFF2-40B4-BE49-F238E27FC236}">
                <a16:creationId xmlns:a16="http://schemas.microsoft.com/office/drawing/2014/main" id="{A1D5219C-3585-1103-FD06-B37D8EA02991}"/>
              </a:ext>
            </a:extLst>
          </p:cNvPr>
          <p:cNvSpPr>
            <a:spLocks noChangeShapeType="1"/>
          </p:cNvSpPr>
          <p:nvPr/>
        </p:nvSpPr>
        <p:spPr bwMode="auto">
          <a:xfrm>
            <a:off x="3224463" y="4042611"/>
            <a:ext cx="44958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pl-PL">
              <a:latin typeface="Tenorite" panose="00000500000000000000" pitchFamily="2" charset="0"/>
            </a:endParaRPr>
          </a:p>
        </p:txBody>
      </p:sp>
    </p:spTree>
    <p:extLst>
      <p:ext uri="{BB962C8B-B14F-4D97-AF65-F5344CB8AC3E}">
        <p14:creationId xmlns:p14="http://schemas.microsoft.com/office/powerpoint/2010/main" val="2356761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4056600" y="536573"/>
            <a:ext cx="4078800" cy="1453003"/>
          </a:xfrm>
        </p:spPr>
        <p:txBody>
          <a:bodyPr wrap="square" rtlCol="0" anchor="b">
            <a:normAutofit fontScale="90000"/>
          </a:bodyPr>
          <a:lstStyle/>
          <a:p>
            <a:pPr rtl="0"/>
            <a:r>
              <a:rPr lang="pl-PL" sz="5000" dirty="0">
                <a:latin typeface="Tenorite" panose="00000500000000000000" pitchFamily="2" charset="0"/>
              </a:rPr>
              <a:t>Components</a:t>
            </a:r>
            <a:br>
              <a:rPr lang="pl-PL" sz="5000" dirty="0">
                <a:latin typeface="Tenorite" panose="00000500000000000000" pitchFamily="2" charset="0"/>
              </a:rPr>
            </a:br>
            <a:r>
              <a:rPr lang="pl-PL" sz="5000" dirty="0">
                <a:latin typeface="Tenorite" panose="00000500000000000000" pitchFamily="2" charset="0"/>
              </a:rPr>
              <a:t>of </a:t>
            </a:r>
            <a:r>
              <a:rPr lang="pl-PL" sz="5000" dirty="0" err="1">
                <a:latin typeface="Tenorite" panose="00000500000000000000" pitchFamily="2" charset="0"/>
              </a:rPr>
              <a:t>organization</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Organization’s</a:t>
            </a:r>
            <a:r>
              <a:rPr lang="pl-PL" sz="1100" dirty="0">
                <a:solidFill>
                  <a:srgbClr val="5E5441"/>
                </a:solidFill>
                <a:latin typeface="Tenorite" panose="00000500000000000000" pitchFamily="2" charset="0"/>
              </a:rPr>
              <a:t> environment</a:t>
            </a: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4</a:t>
            </a:fld>
            <a:endParaRPr lang="pl-PL" sz="1100" noProof="0" dirty="0">
              <a:latin typeface="Tenorite" panose="00000500000000000000" pitchFamily="2" charset="0"/>
            </a:endParaRPr>
          </a:p>
        </p:txBody>
      </p:sp>
      <p:sp>
        <p:nvSpPr>
          <p:cNvPr id="9" name="Oval 3">
            <a:extLst>
              <a:ext uri="{FF2B5EF4-FFF2-40B4-BE49-F238E27FC236}">
                <a16:creationId xmlns:a16="http://schemas.microsoft.com/office/drawing/2014/main" id="{74022AFC-DF6A-AAAC-B60D-2CF8A4134C86}"/>
              </a:ext>
            </a:extLst>
          </p:cNvPr>
          <p:cNvSpPr>
            <a:spLocks noChangeArrowheads="1"/>
          </p:cNvSpPr>
          <p:nvPr/>
        </p:nvSpPr>
        <p:spPr bwMode="auto">
          <a:xfrm>
            <a:off x="7097824" y="1904626"/>
            <a:ext cx="4495800" cy="2362200"/>
          </a:xfrm>
          <a:prstGeom prst="ellipse">
            <a:avLst/>
          </a:prstGeom>
          <a:solidFill>
            <a:schemeClr val="accent2">
              <a:lumMod val="75000"/>
            </a:schemeClr>
          </a:solidFill>
          <a:ln w="2857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0"/>
              </a:spcBef>
              <a:buClrTx/>
              <a:buSzTx/>
              <a:buFontTx/>
              <a:buNone/>
            </a:pPr>
            <a:endParaRPr lang="pl-PL" altLang="pl-PL" sz="1800" u="none"/>
          </a:p>
        </p:txBody>
      </p:sp>
      <p:sp>
        <p:nvSpPr>
          <p:cNvPr id="10" name="Text Box 4">
            <a:extLst>
              <a:ext uri="{FF2B5EF4-FFF2-40B4-BE49-F238E27FC236}">
                <a16:creationId xmlns:a16="http://schemas.microsoft.com/office/drawing/2014/main" id="{8B004169-C773-F279-ABA1-A0E9A6D31405}"/>
              </a:ext>
            </a:extLst>
          </p:cNvPr>
          <p:cNvSpPr txBox="1">
            <a:spLocks noChangeArrowheads="1"/>
          </p:cNvSpPr>
          <p:nvPr/>
        </p:nvSpPr>
        <p:spPr bwMode="auto">
          <a:xfrm>
            <a:off x="7478824" y="3352426"/>
            <a:ext cx="1447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50000"/>
              </a:spcBef>
              <a:buClrTx/>
              <a:buSzTx/>
              <a:buFontTx/>
              <a:buNone/>
            </a:pPr>
            <a:r>
              <a:rPr lang="pl-PL" altLang="pl-PL" sz="1600" b="1" u="none" dirty="0">
                <a:latin typeface="Tenorite" panose="00000500000000000000" pitchFamily="2" charset="0"/>
              </a:rPr>
              <a:t>STRUCTURE</a:t>
            </a:r>
          </a:p>
        </p:txBody>
      </p:sp>
      <p:sp>
        <p:nvSpPr>
          <p:cNvPr id="11" name="Text Box 5">
            <a:extLst>
              <a:ext uri="{FF2B5EF4-FFF2-40B4-BE49-F238E27FC236}">
                <a16:creationId xmlns:a16="http://schemas.microsoft.com/office/drawing/2014/main" id="{8F555F69-A024-04E2-E9DF-AAE770CE12F5}"/>
              </a:ext>
            </a:extLst>
          </p:cNvPr>
          <p:cNvSpPr txBox="1">
            <a:spLocks noChangeArrowheads="1"/>
          </p:cNvSpPr>
          <p:nvPr/>
        </p:nvSpPr>
        <p:spPr bwMode="auto">
          <a:xfrm>
            <a:off x="9764824" y="3334964"/>
            <a:ext cx="18288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50000"/>
              </a:spcBef>
              <a:buClrTx/>
              <a:buSzTx/>
              <a:buFontTx/>
              <a:buNone/>
            </a:pPr>
            <a:r>
              <a:rPr lang="pl-PL" altLang="pl-PL" sz="1600" b="1" u="none">
                <a:latin typeface="Tenorite" panose="00000500000000000000" pitchFamily="2" charset="0"/>
              </a:rPr>
              <a:t>TECHNOLOGY</a:t>
            </a:r>
          </a:p>
        </p:txBody>
      </p:sp>
      <p:sp>
        <p:nvSpPr>
          <p:cNvPr id="12" name="Text Box 6">
            <a:extLst>
              <a:ext uri="{FF2B5EF4-FFF2-40B4-BE49-F238E27FC236}">
                <a16:creationId xmlns:a16="http://schemas.microsoft.com/office/drawing/2014/main" id="{25101C0C-3DCD-5805-CDE7-AE140FB54E54}"/>
              </a:ext>
            </a:extLst>
          </p:cNvPr>
          <p:cNvSpPr txBox="1">
            <a:spLocks noChangeArrowheads="1"/>
          </p:cNvSpPr>
          <p:nvPr/>
        </p:nvSpPr>
        <p:spPr bwMode="auto">
          <a:xfrm>
            <a:off x="7904274" y="2285626"/>
            <a:ext cx="1447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50000"/>
              </a:spcBef>
              <a:buClrTx/>
              <a:buSzTx/>
              <a:buFontTx/>
              <a:buNone/>
            </a:pPr>
            <a:r>
              <a:rPr lang="pl-PL" altLang="pl-PL" sz="1600" b="1" u="none" dirty="0">
                <a:latin typeface="Tenorite" panose="00000500000000000000" pitchFamily="2" charset="0"/>
              </a:rPr>
              <a:t>TASK</a:t>
            </a:r>
          </a:p>
        </p:txBody>
      </p:sp>
      <p:sp>
        <p:nvSpPr>
          <p:cNvPr id="13" name="Text Box 7">
            <a:extLst>
              <a:ext uri="{FF2B5EF4-FFF2-40B4-BE49-F238E27FC236}">
                <a16:creationId xmlns:a16="http://schemas.microsoft.com/office/drawing/2014/main" id="{1F3514F2-1587-5D01-56BD-4178B7C9474E}"/>
              </a:ext>
            </a:extLst>
          </p:cNvPr>
          <p:cNvSpPr txBox="1">
            <a:spLocks noChangeArrowheads="1"/>
          </p:cNvSpPr>
          <p:nvPr/>
        </p:nvSpPr>
        <p:spPr bwMode="auto">
          <a:xfrm>
            <a:off x="9841024" y="2285626"/>
            <a:ext cx="1447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50000"/>
              </a:spcBef>
              <a:buClrTx/>
              <a:buSzTx/>
              <a:buFontTx/>
              <a:buNone/>
            </a:pPr>
            <a:r>
              <a:rPr lang="pl-PL" altLang="pl-PL" sz="1600" b="1" u="none" dirty="0">
                <a:solidFill>
                  <a:srgbClr val="C00000"/>
                </a:solidFill>
                <a:latin typeface="Tenorite" panose="00000500000000000000" pitchFamily="2" charset="0"/>
              </a:rPr>
              <a:t>PEOPLE</a:t>
            </a:r>
          </a:p>
        </p:txBody>
      </p:sp>
      <p:sp>
        <p:nvSpPr>
          <p:cNvPr id="14" name="Line 8">
            <a:extLst>
              <a:ext uri="{FF2B5EF4-FFF2-40B4-BE49-F238E27FC236}">
                <a16:creationId xmlns:a16="http://schemas.microsoft.com/office/drawing/2014/main" id="{2F3ED3D2-9DE3-F4B4-8D50-28EEF6B9BEAA}"/>
              </a:ext>
            </a:extLst>
          </p:cNvPr>
          <p:cNvSpPr>
            <a:spLocks noChangeShapeType="1"/>
          </p:cNvSpPr>
          <p:nvPr/>
        </p:nvSpPr>
        <p:spPr bwMode="auto">
          <a:xfrm rot="16200000">
            <a:off x="9344930" y="2019720"/>
            <a:ext cx="1588" cy="838200"/>
          </a:xfrm>
          <a:prstGeom prst="line">
            <a:avLst/>
          </a:prstGeom>
          <a:noFill/>
          <a:ln w="2857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pl-PL">
              <a:latin typeface="Tenorite" panose="00000500000000000000" pitchFamily="2" charset="0"/>
            </a:endParaRPr>
          </a:p>
        </p:txBody>
      </p:sp>
      <p:sp>
        <p:nvSpPr>
          <p:cNvPr id="15" name="Line 9">
            <a:extLst>
              <a:ext uri="{FF2B5EF4-FFF2-40B4-BE49-F238E27FC236}">
                <a16:creationId xmlns:a16="http://schemas.microsoft.com/office/drawing/2014/main" id="{502872F3-E262-25E9-C600-E192FBB2AC91}"/>
              </a:ext>
            </a:extLst>
          </p:cNvPr>
          <p:cNvSpPr>
            <a:spLocks noChangeShapeType="1"/>
          </p:cNvSpPr>
          <p:nvPr/>
        </p:nvSpPr>
        <p:spPr bwMode="auto">
          <a:xfrm rot="5388982">
            <a:off x="9344930" y="3086520"/>
            <a:ext cx="1588" cy="838200"/>
          </a:xfrm>
          <a:prstGeom prst="line">
            <a:avLst/>
          </a:prstGeom>
          <a:noFill/>
          <a:ln w="2857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pl-PL">
              <a:latin typeface="Tenorite" panose="00000500000000000000" pitchFamily="2" charset="0"/>
            </a:endParaRPr>
          </a:p>
        </p:txBody>
      </p:sp>
      <p:sp>
        <p:nvSpPr>
          <p:cNvPr id="16" name="Line 10">
            <a:extLst>
              <a:ext uri="{FF2B5EF4-FFF2-40B4-BE49-F238E27FC236}">
                <a16:creationId xmlns:a16="http://schemas.microsoft.com/office/drawing/2014/main" id="{DF4536EA-F8CA-B7CF-001A-400CF48BFBF7}"/>
              </a:ext>
            </a:extLst>
          </p:cNvPr>
          <p:cNvSpPr>
            <a:spLocks noChangeShapeType="1"/>
          </p:cNvSpPr>
          <p:nvPr/>
        </p:nvSpPr>
        <p:spPr bwMode="auto">
          <a:xfrm>
            <a:off x="8317024" y="2666626"/>
            <a:ext cx="0" cy="685800"/>
          </a:xfrm>
          <a:prstGeom prst="line">
            <a:avLst/>
          </a:prstGeom>
          <a:noFill/>
          <a:ln w="2857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pl-PL">
              <a:latin typeface="Tenorite" panose="00000500000000000000" pitchFamily="2" charset="0"/>
            </a:endParaRPr>
          </a:p>
        </p:txBody>
      </p:sp>
      <p:sp>
        <p:nvSpPr>
          <p:cNvPr id="17" name="Line 11">
            <a:extLst>
              <a:ext uri="{FF2B5EF4-FFF2-40B4-BE49-F238E27FC236}">
                <a16:creationId xmlns:a16="http://schemas.microsoft.com/office/drawing/2014/main" id="{E239F796-4727-296B-77A9-CA1A0004C477}"/>
              </a:ext>
            </a:extLst>
          </p:cNvPr>
          <p:cNvSpPr>
            <a:spLocks noChangeShapeType="1"/>
          </p:cNvSpPr>
          <p:nvPr/>
        </p:nvSpPr>
        <p:spPr bwMode="auto">
          <a:xfrm rot="121241" flipV="1">
            <a:off x="9079024" y="2819026"/>
            <a:ext cx="609600" cy="533400"/>
          </a:xfrm>
          <a:prstGeom prst="line">
            <a:avLst/>
          </a:prstGeom>
          <a:noFill/>
          <a:ln w="2857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pl-PL">
              <a:latin typeface="Tenorite" panose="00000500000000000000" pitchFamily="2" charset="0"/>
            </a:endParaRPr>
          </a:p>
        </p:txBody>
      </p:sp>
      <p:sp>
        <p:nvSpPr>
          <p:cNvPr id="18" name="Line 18">
            <a:extLst>
              <a:ext uri="{FF2B5EF4-FFF2-40B4-BE49-F238E27FC236}">
                <a16:creationId xmlns:a16="http://schemas.microsoft.com/office/drawing/2014/main" id="{5B0DDC14-3A40-C92D-19DE-99FD47423D68}"/>
              </a:ext>
            </a:extLst>
          </p:cNvPr>
          <p:cNvSpPr>
            <a:spLocks noChangeShapeType="1"/>
          </p:cNvSpPr>
          <p:nvPr/>
        </p:nvSpPr>
        <p:spPr bwMode="auto">
          <a:xfrm>
            <a:off x="10222024" y="2666626"/>
            <a:ext cx="0" cy="685800"/>
          </a:xfrm>
          <a:prstGeom prst="line">
            <a:avLst/>
          </a:prstGeom>
          <a:noFill/>
          <a:ln w="2857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pl-PL">
              <a:latin typeface="Tenorite" panose="00000500000000000000" pitchFamily="2" charset="0"/>
            </a:endParaRPr>
          </a:p>
        </p:txBody>
      </p:sp>
      <p:sp>
        <p:nvSpPr>
          <p:cNvPr id="19" name="Line 19">
            <a:extLst>
              <a:ext uri="{FF2B5EF4-FFF2-40B4-BE49-F238E27FC236}">
                <a16:creationId xmlns:a16="http://schemas.microsoft.com/office/drawing/2014/main" id="{75898ED8-2DB6-0842-F3B0-D7D6A4CF73E2}"/>
              </a:ext>
            </a:extLst>
          </p:cNvPr>
          <p:cNvSpPr>
            <a:spLocks noChangeShapeType="1"/>
          </p:cNvSpPr>
          <p:nvPr/>
        </p:nvSpPr>
        <p:spPr bwMode="auto">
          <a:xfrm rot="15413833" flipV="1">
            <a:off x="9040924" y="2857126"/>
            <a:ext cx="609600" cy="533400"/>
          </a:xfrm>
          <a:prstGeom prst="line">
            <a:avLst/>
          </a:prstGeom>
          <a:noFill/>
          <a:ln w="2857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pl-PL">
              <a:latin typeface="Tenorite" panose="00000500000000000000" pitchFamily="2" charset="0"/>
            </a:endParaRPr>
          </a:p>
        </p:txBody>
      </p:sp>
      <p:sp>
        <p:nvSpPr>
          <p:cNvPr id="24" name="Line 16">
            <a:extLst>
              <a:ext uri="{FF2B5EF4-FFF2-40B4-BE49-F238E27FC236}">
                <a16:creationId xmlns:a16="http://schemas.microsoft.com/office/drawing/2014/main" id="{45AE4336-B109-67FC-876E-5A4D0C61A696}"/>
              </a:ext>
            </a:extLst>
          </p:cNvPr>
          <p:cNvSpPr>
            <a:spLocks noChangeShapeType="1"/>
          </p:cNvSpPr>
          <p:nvPr/>
        </p:nvSpPr>
        <p:spPr bwMode="auto">
          <a:xfrm>
            <a:off x="9345724" y="1926684"/>
            <a:ext cx="0" cy="23622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pl-PL"/>
          </a:p>
        </p:txBody>
      </p:sp>
      <p:sp>
        <p:nvSpPr>
          <p:cNvPr id="25" name="Line 17">
            <a:extLst>
              <a:ext uri="{FF2B5EF4-FFF2-40B4-BE49-F238E27FC236}">
                <a16:creationId xmlns:a16="http://schemas.microsoft.com/office/drawing/2014/main" id="{A1D5219C-3585-1103-FD06-B37D8EA02991}"/>
              </a:ext>
            </a:extLst>
          </p:cNvPr>
          <p:cNvSpPr>
            <a:spLocks noChangeShapeType="1"/>
          </p:cNvSpPr>
          <p:nvPr/>
        </p:nvSpPr>
        <p:spPr bwMode="auto">
          <a:xfrm>
            <a:off x="7097824" y="3107784"/>
            <a:ext cx="44958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pl-PL">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1261997" y="2580775"/>
            <a:ext cx="5529959" cy="1392568"/>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1900" b="1" dirty="0">
                <a:solidFill>
                  <a:srgbClr val="663300"/>
                </a:solidFill>
                <a:latin typeface="Tenorite" panose="00000500000000000000" pitchFamily="2" charset="0"/>
              </a:rPr>
              <a:t>People</a:t>
            </a:r>
            <a:r>
              <a:rPr lang="en-US" sz="1900" dirty="0">
                <a:solidFill>
                  <a:srgbClr val="663300"/>
                </a:solidFill>
                <a:latin typeface="Tenorite" panose="00000500000000000000" pitchFamily="2" charset="0"/>
              </a:rPr>
              <a:t> are often the key consideration in any change initiative, because skill sets and staff attitudes greatly affect the success of change in any organization.</a:t>
            </a:r>
          </a:p>
        </p:txBody>
      </p:sp>
      <p:sp>
        <p:nvSpPr>
          <p:cNvPr id="20" name="Zawartość — symbol zastępczy 2">
            <a:extLst>
              <a:ext uri="{FF2B5EF4-FFF2-40B4-BE49-F238E27FC236}">
                <a16:creationId xmlns:a16="http://schemas.microsoft.com/office/drawing/2014/main" id="{B56211BC-1E68-3CBE-0D87-C09EFEF8F3C6}"/>
              </a:ext>
            </a:extLst>
          </p:cNvPr>
          <p:cNvSpPr txBox="1">
            <a:spLocks/>
          </p:cNvSpPr>
          <p:nvPr/>
        </p:nvSpPr>
        <p:spPr>
          <a:xfrm>
            <a:off x="1261996" y="4215606"/>
            <a:ext cx="9368967" cy="2110562"/>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Clr>
                <a:schemeClr val="accent3"/>
              </a:buClr>
              <a:buFont typeface="Wingdings" panose="05000000000000000000" pitchFamily="2" charset="2"/>
              <a:buNone/>
              <a:defRPr sz="1600" kern="1200" spc="50" baseline="0">
                <a:solidFill>
                  <a:schemeClr val="tx1">
                    <a:alpha val="60000"/>
                  </a:schemeClr>
                </a:solidFill>
                <a:latin typeface="Calibri" panose="020F0502020204030204" pitchFamily="34" charset="0"/>
                <a:ea typeface="+mn-ea"/>
                <a:cs typeface="Calibri" panose="020F0502020204030204" pitchFamily="34" charset="0"/>
              </a:defRPr>
            </a:lvl1pPr>
            <a:lvl2pPr marL="360000" indent="0" algn="ctr" defTabSz="914400" rtl="0" eaLnBrk="1" latinLnBrk="0" hangingPunct="1">
              <a:lnSpc>
                <a:spcPct val="150000"/>
              </a:lnSpc>
              <a:spcBef>
                <a:spcPts val="500"/>
              </a:spcBef>
              <a:buFont typeface="Arial" panose="020B0604020202020204" pitchFamily="34" charset="0"/>
              <a:buNone/>
              <a:defRPr sz="2000" b="0" i="1" kern="1200" spc="50" baseline="0">
                <a:solidFill>
                  <a:schemeClr val="tx1">
                    <a:alpha val="60000"/>
                  </a:schemeClr>
                </a:solidFill>
                <a:latin typeface="Calibri" panose="020F0502020204030204" pitchFamily="34" charset="0"/>
                <a:ea typeface="+mn-ea"/>
                <a:cs typeface="Calibri" panose="020F0502020204030204" pitchFamily="34" charset="0"/>
              </a:defRPr>
            </a:lvl2pPr>
            <a:lvl3pPr marL="720000" indent="0" algn="ctr" defTabSz="914400" rtl="0" eaLnBrk="1" latinLnBrk="0" hangingPunct="1">
              <a:lnSpc>
                <a:spcPct val="150000"/>
              </a:lnSpc>
              <a:spcBef>
                <a:spcPts val="500"/>
              </a:spcBef>
              <a:buClr>
                <a:schemeClr val="accent3"/>
              </a:buClr>
              <a:buFont typeface="Wingdings" panose="05000000000000000000" pitchFamily="2" charset="2"/>
              <a:buNone/>
              <a:defRPr sz="2000" kern="1200" spc="50">
                <a:solidFill>
                  <a:schemeClr val="tx1">
                    <a:alpha val="60000"/>
                  </a:schemeClr>
                </a:solidFill>
                <a:latin typeface="Calibri" panose="020F0502020204030204" pitchFamily="34" charset="0"/>
                <a:ea typeface="+mn-ea"/>
                <a:cs typeface="Calibri" panose="020F0502020204030204" pitchFamily="34" charset="0"/>
              </a:defRPr>
            </a:lvl3pPr>
            <a:lvl4pPr marL="1080000" indent="0" algn="ctr" defTabSz="914400" rtl="0" eaLnBrk="1" latinLnBrk="0" hangingPunct="1">
              <a:lnSpc>
                <a:spcPct val="150000"/>
              </a:lnSpc>
              <a:spcBef>
                <a:spcPts val="500"/>
              </a:spcBef>
              <a:buClr>
                <a:schemeClr val="accent3"/>
              </a:buClr>
              <a:buFont typeface="Arial" panose="020B0604020202020204" pitchFamily="34" charset="0"/>
              <a:buNone/>
              <a:defRPr sz="2000" b="0" i="1" kern="1200" spc="50" baseline="0">
                <a:solidFill>
                  <a:schemeClr val="tx1">
                    <a:alpha val="60000"/>
                  </a:schemeClr>
                </a:solidFill>
                <a:latin typeface="Calibri" panose="020F0502020204030204" pitchFamily="34" charset="0"/>
                <a:ea typeface="+mn-ea"/>
                <a:cs typeface="Calibri" panose="020F0502020204030204" pitchFamily="34" charset="0"/>
              </a:defRPr>
            </a:lvl4pPr>
            <a:lvl5pPr marL="1440000" indent="0" algn="ctr" defTabSz="914400" rtl="0" eaLnBrk="1" latinLnBrk="0" hangingPunct="1">
              <a:lnSpc>
                <a:spcPct val="150000"/>
              </a:lnSpc>
              <a:spcBef>
                <a:spcPts val="500"/>
              </a:spcBef>
              <a:buClr>
                <a:schemeClr val="accent3"/>
              </a:buClr>
              <a:buFont typeface="Wingdings" panose="05000000000000000000" pitchFamily="2" charset="2"/>
              <a:buNone/>
              <a:defRPr sz="2000" kern="1200" spc="50">
                <a:solidFill>
                  <a:schemeClr val="tx1">
                    <a:alpha val="60000"/>
                  </a:schemeClr>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rtl="0">
              <a:lnSpc>
                <a:spcPct val="100000"/>
              </a:lnSpc>
              <a:buClr>
                <a:srgbClr val="663300"/>
              </a:buClr>
              <a:buFont typeface="Arial" panose="020B0604020202020204" pitchFamily="34" charset="0"/>
              <a:buChar char="•"/>
            </a:pPr>
            <a:r>
              <a:rPr lang="en-US" sz="1900" dirty="0">
                <a:solidFill>
                  <a:srgbClr val="663300"/>
                </a:solidFill>
                <a:latin typeface="Tenorite" panose="00000500000000000000" pitchFamily="2" charset="0"/>
              </a:rPr>
              <a:t>To help define your "people" component,</a:t>
            </a:r>
            <a:r>
              <a:rPr lang="pl-PL" sz="1900" dirty="0">
                <a:solidFill>
                  <a:srgbClr val="663300"/>
                </a:solidFill>
                <a:latin typeface="Tenorite" panose="00000500000000000000" pitchFamily="2" charset="0"/>
              </a:rPr>
              <a:t> </a:t>
            </a:r>
            <a:r>
              <a:rPr lang="en-US" sz="1900" dirty="0">
                <a:solidFill>
                  <a:srgbClr val="663300"/>
                </a:solidFill>
                <a:latin typeface="Tenorite" panose="00000500000000000000" pitchFamily="2" charset="0"/>
              </a:rPr>
              <a:t>consider the following:</a:t>
            </a:r>
          </a:p>
          <a:p>
            <a:pPr marL="1177200" lvl="2" indent="-457200" algn="just">
              <a:lnSpc>
                <a:spcPct val="100000"/>
              </a:lnSpc>
              <a:spcBef>
                <a:spcPts val="600"/>
              </a:spcBef>
              <a:buClr>
                <a:srgbClr val="663300"/>
              </a:buClr>
              <a:buFont typeface="+mj-lt"/>
              <a:buAutoNum type="arabicPeriod"/>
            </a:pPr>
            <a:r>
              <a:rPr lang="en-US" sz="1800" dirty="0">
                <a:solidFill>
                  <a:srgbClr val="663300"/>
                </a:solidFill>
                <a:latin typeface="Tenorite" panose="00000500000000000000" pitchFamily="2" charset="0"/>
              </a:rPr>
              <a:t>What are their beliefs, attitudes, and behaviors?</a:t>
            </a:r>
          </a:p>
          <a:p>
            <a:pPr marL="1177200" lvl="2" indent="-457200" algn="just">
              <a:lnSpc>
                <a:spcPct val="100000"/>
              </a:lnSpc>
              <a:spcBef>
                <a:spcPts val="0"/>
              </a:spcBef>
              <a:buClr>
                <a:srgbClr val="663300"/>
              </a:buClr>
              <a:buFont typeface="+mj-lt"/>
              <a:buAutoNum type="arabicPeriod"/>
            </a:pPr>
            <a:r>
              <a:rPr lang="en-US" sz="1800" dirty="0">
                <a:solidFill>
                  <a:srgbClr val="663300"/>
                </a:solidFill>
                <a:latin typeface="Tenorite" panose="00000500000000000000" pitchFamily="2" charset="0"/>
              </a:rPr>
              <a:t>What is their response to the proposed change?</a:t>
            </a:r>
          </a:p>
          <a:p>
            <a:pPr marL="1177200" lvl="2" indent="-457200" algn="just">
              <a:lnSpc>
                <a:spcPct val="100000"/>
              </a:lnSpc>
              <a:spcBef>
                <a:spcPts val="0"/>
              </a:spcBef>
              <a:buClr>
                <a:srgbClr val="663300"/>
              </a:buClr>
              <a:buFont typeface="+mj-lt"/>
              <a:buAutoNum type="arabicPeriod"/>
            </a:pPr>
            <a:r>
              <a:rPr lang="en-US" sz="1800" dirty="0">
                <a:solidFill>
                  <a:srgbClr val="663300"/>
                </a:solidFill>
                <a:latin typeface="Tenorite" panose="00000500000000000000" pitchFamily="2" charset="0"/>
              </a:rPr>
              <a:t>What are their skill levels?</a:t>
            </a:r>
          </a:p>
          <a:p>
            <a:pPr marL="1177200" lvl="2" indent="-457200" algn="just">
              <a:lnSpc>
                <a:spcPct val="100000"/>
              </a:lnSpc>
              <a:spcBef>
                <a:spcPts val="0"/>
              </a:spcBef>
              <a:buClr>
                <a:srgbClr val="663300"/>
              </a:buClr>
              <a:buFont typeface="+mj-lt"/>
              <a:buAutoNum type="arabicPeriod"/>
            </a:pPr>
            <a:r>
              <a:rPr lang="en-US" sz="1800" dirty="0">
                <a:solidFill>
                  <a:srgbClr val="663300"/>
                </a:solidFill>
                <a:latin typeface="Tenorite" panose="00000500000000000000" pitchFamily="2" charset="0"/>
              </a:rPr>
              <a:t>What are they trained to do?</a:t>
            </a:r>
          </a:p>
          <a:p>
            <a:pPr marL="1177200" lvl="2" indent="-457200" algn="just">
              <a:lnSpc>
                <a:spcPct val="100000"/>
              </a:lnSpc>
              <a:spcBef>
                <a:spcPts val="0"/>
              </a:spcBef>
              <a:buClr>
                <a:srgbClr val="663300"/>
              </a:buClr>
              <a:buFont typeface="+mj-lt"/>
              <a:buAutoNum type="arabicPeriod"/>
            </a:pPr>
            <a:r>
              <a:rPr lang="en-US" sz="1800" dirty="0">
                <a:solidFill>
                  <a:srgbClr val="663300"/>
                </a:solidFill>
                <a:latin typeface="Tenorite" panose="00000500000000000000" pitchFamily="2" charset="0"/>
              </a:rPr>
              <a:t>What are the rewards that motivate them?</a:t>
            </a:r>
          </a:p>
          <a:p>
            <a:pPr marL="1177200" lvl="2" indent="-457200" algn="just">
              <a:lnSpc>
                <a:spcPct val="100000"/>
              </a:lnSpc>
              <a:spcBef>
                <a:spcPts val="0"/>
              </a:spcBef>
              <a:buClr>
                <a:srgbClr val="663300"/>
              </a:buClr>
              <a:buFont typeface="+mj-lt"/>
              <a:buAutoNum type="arabicPeriod"/>
            </a:pPr>
            <a:r>
              <a:rPr lang="en-US" sz="1800" dirty="0">
                <a:solidFill>
                  <a:srgbClr val="663300"/>
                </a:solidFill>
                <a:latin typeface="Tenorite" panose="00000500000000000000" pitchFamily="2" charset="0"/>
              </a:rPr>
              <a:t>What is their work culture?</a:t>
            </a:r>
            <a:endParaRPr lang="pl-PL" sz="1800" dirty="0">
              <a:latin typeface="Tenorite" panose="00000500000000000000" pitchFamily="2" charset="0"/>
            </a:endParaRPr>
          </a:p>
        </p:txBody>
      </p:sp>
    </p:spTree>
    <p:extLst>
      <p:ext uri="{BB962C8B-B14F-4D97-AF65-F5344CB8AC3E}">
        <p14:creationId xmlns:p14="http://schemas.microsoft.com/office/powerpoint/2010/main" val="64955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4056600" y="536573"/>
            <a:ext cx="4078800" cy="1453003"/>
          </a:xfrm>
        </p:spPr>
        <p:txBody>
          <a:bodyPr wrap="square" rtlCol="0" anchor="b">
            <a:normAutofit fontScale="90000"/>
          </a:bodyPr>
          <a:lstStyle/>
          <a:p>
            <a:pPr rtl="0"/>
            <a:r>
              <a:rPr lang="pl-PL" sz="5000" dirty="0">
                <a:latin typeface="Tenorite" panose="00000500000000000000" pitchFamily="2" charset="0"/>
              </a:rPr>
              <a:t>Components</a:t>
            </a:r>
            <a:br>
              <a:rPr lang="pl-PL" sz="5000" dirty="0">
                <a:latin typeface="Tenorite" panose="00000500000000000000" pitchFamily="2" charset="0"/>
              </a:rPr>
            </a:br>
            <a:r>
              <a:rPr lang="pl-PL" sz="5000" dirty="0">
                <a:latin typeface="Tenorite" panose="00000500000000000000" pitchFamily="2" charset="0"/>
              </a:rPr>
              <a:t>of </a:t>
            </a:r>
            <a:r>
              <a:rPr lang="pl-PL" sz="5000" dirty="0" err="1">
                <a:latin typeface="Tenorite" panose="00000500000000000000" pitchFamily="2" charset="0"/>
              </a:rPr>
              <a:t>organization</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Organization’s</a:t>
            </a:r>
            <a:r>
              <a:rPr lang="pl-PL" sz="1100" dirty="0">
                <a:solidFill>
                  <a:srgbClr val="5E5441"/>
                </a:solidFill>
                <a:latin typeface="Tenorite" panose="00000500000000000000" pitchFamily="2" charset="0"/>
              </a:rPr>
              <a:t> environment</a:t>
            </a: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5</a:t>
            </a:fld>
            <a:endParaRPr lang="pl-PL" sz="1100" noProof="0" dirty="0">
              <a:latin typeface="Tenorite" panose="00000500000000000000" pitchFamily="2" charset="0"/>
            </a:endParaRPr>
          </a:p>
        </p:txBody>
      </p:sp>
      <p:sp>
        <p:nvSpPr>
          <p:cNvPr id="9" name="Oval 3">
            <a:extLst>
              <a:ext uri="{FF2B5EF4-FFF2-40B4-BE49-F238E27FC236}">
                <a16:creationId xmlns:a16="http://schemas.microsoft.com/office/drawing/2014/main" id="{74022AFC-DF6A-AAAC-B60D-2CF8A4134C86}"/>
              </a:ext>
            </a:extLst>
          </p:cNvPr>
          <p:cNvSpPr>
            <a:spLocks noChangeArrowheads="1"/>
          </p:cNvSpPr>
          <p:nvPr/>
        </p:nvSpPr>
        <p:spPr bwMode="auto">
          <a:xfrm>
            <a:off x="6845082" y="1811388"/>
            <a:ext cx="4495800" cy="2362200"/>
          </a:xfrm>
          <a:prstGeom prst="ellipse">
            <a:avLst/>
          </a:prstGeom>
          <a:solidFill>
            <a:schemeClr val="accent2">
              <a:lumMod val="75000"/>
            </a:schemeClr>
          </a:solidFill>
          <a:ln w="2857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0"/>
              </a:spcBef>
              <a:buClrTx/>
              <a:buSzTx/>
              <a:buFontTx/>
              <a:buNone/>
            </a:pPr>
            <a:endParaRPr lang="pl-PL" altLang="pl-PL" sz="1800" u="none"/>
          </a:p>
        </p:txBody>
      </p:sp>
      <p:sp>
        <p:nvSpPr>
          <p:cNvPr id="10" name="Text Box 4">
            <a:extLst>
              <a:ext uri="{FF2B5EF4-FFF2-40B4-BE49-F238E27FC236}">
                <a16:creationId xmlns:a16="http://schemas.microsoft.com/office/drawing/2014/main" id="{8B004169-C773-F279-ABA1-A0E9A6D31405}"/>
              </a:ext>
            </a:extLst>
          </p:cNvPr>
          <p:cNvSpPr txBox="1">
            <a:spLocks noChangeArrowheads="1"/>
          </p:cNvSpPr>
          <p:nvPr/>
        </p:nvSpPr>
        <p:spPr bwMode="auto">
          <a:xfrm>
            <a:off x="7226082" y="3259188"/>
            <a:ext cx="1447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50000"/>
              </a:spcBef>
              <a:buClrTx/>
              <a:buSzTx/>
              <a:buFontTx/>
              <a:buNone/>
            </a:pPr>
            <a:r>
              <a:rPr lang="pl-PL" altLang="pl-PL" sz="1600" b="1" u="none" dirty="0">
                <a:latin typeface="Tenorite" panose="00000500000000000000" pitchFamily="2" charset="0"/>
              </a:rPr>
              <a:t>STRUCTURE</a:t>
            </a:r>
          </a:p>
        </p:txBody>
      </p:sp>
      <p:sp>
        <p:nvSpPr>
          <p:cNvPr id="11" name="Text Box 5">
            <a:extLst>
              <a:ext uri="{FF2B5EF4-FFF2-40B4-BE49-F238E27FC236}">
                <a16:creationId xmlns:a16="http://schemas.microsoft.com/office/drawing/2014/main" id="{8F555F69-A024-04E2-E9DF-AAE770CE12F5}"/>
              </a:ext>
            </a:extLst>
          </p:cNvPr>
          <p:cNvSpPr txBox="1">
            <a:spLocks noChangeArrowheads="1"/>
          </p:cNvSpPr>
          <p:nvPr/>
        </p:nvSpPr>
        <p:spPr bwMode="auto">
          <a:xfrm>
            <a:off x="9512082" y="3241726"/>
            <a:ext cx="18288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50000"/>
              </a:spcBef>
              <a:buClrTx/>
              <a:buSzTx/>
              <a:buFontTx/>
              <a:buNone/>
            </a:pPr>
            <a:r>
              <a:rPr lang="pl-PL" altLang="pl-PL" sz="1600" b="1" u="none">
                <a:latin typeface="Tenorite" panose="00000500000000000000" pitchFamily="2" charset="0"/>
              </a:rPr>
              <a:t>TECHNOLOGY</a:t>
            </a:r>
          </a:p>
        </p:txBody>
      </p:sp>
      <p:sp>
        <p:nvSpPr>
          <p:cNvPr id="12" name="Text Box 6">
            <a:extLst>
              <a:ext uri="{FF2B5EF4-FFF2-40B4-BE49-F238E27FC236}">
                <a16:creationId xmlns:a16="http://schemas.microsoft.com/office/drawing/2014/main" id="{25101C0C-3DCD-5805-CDE7-AE140FB54E54}"/>
              </a:ext>
            </a:extLst>
          </p:cNvPr>
          <p:cNvSpPr txBox="1">
            <a:spLocks noChangeArrowheads="1"/>
          </p:cNvSpPr>
          <p:nvPr/>
        </p:nvSpPr>
        <p:spPr bwMode="auto">
          <a:xfrm>
            <a:off x="7651532" y="2192388"/>
            <a:ext cx="1447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50000"/>
              </a:spcBef>
              <a:buClrTx/>
              <a:buSzTx/>
              <a:buFontTx/>
              <a:buNone/>
            </a:pPr>
            <a:r>
              <a:rPr lang="pl-PL" altLang="pl-PL" sz="1600" b="1" u="none" dirty="0">
                <a:solidFill>
                  <a:srgbClr val="C00000"/>
                </a:solidFill>
                <a:latin typeface="Tenorite" panose="00000500000000000000" pitchFamily="2" charset="0"/>
              </a:rPr>
              <a:t>TASK</a:t>
            </a:r>
          </a:p>
        </p:txBody>
      </p:sp>
      <p:sp>
        <p:nvSpPr>
          <p:cNvPr id="13" name="Text Box 7">
            <a:extLst>
              <a:ext uri="{FF2B5EF4-FFF2-40B4-BE49-F238E27FC236}">
                <a16:creationId xmlns:a16="http://schemas.microsoft.com/office/drawing/2014/main" id="{1F3514F2-1587-5D01-56BD-4178B7C9474E}"/>
              </a:ext>
            </a:extLst>
          </p:cNvPr>
          <p:cNvSpPr txBox="1">
            <a:spLocks noChangeArrowheads="1"/>
          </p:cNvSpPr>
          <p:nvPr/>
        </p:nvSpPr>
        <p:spPr bwMode="auto">
          <a:xfrm>
            <a:off x="9588282" y="2192388"/>
            <a:ext cx="1447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50000"/>
              </a:spcBef>
              <a:buClrTx/>
              <a:buSzTx/>
              <a:buFontTx/>
              <a:buNone/>
            </a:pPr>
            <a:r>
              <a:rPr lang="pl-PL" altLang="pl-PL" sz="1600" b="1" u="none" dirty="0">
                <a:latin typeface="Tenorite" panose="00000500000000000000" pitchFamily="2" charset="0"/>
              </a:rPr>
              <a:t>PEOPLE</a:t>
            </a:r>
          </a:p>
        </p:txBody>
      </p:sp>
      <p:sp>
        <p:nvSpPr>
          <p:cNvPr id="14" name="Line 8">
            <a:extLst>
              <a:ext uri="{FF2B5EF4-FFF2-40B4-BE49-F238E27FC236}">
                <a16:creationId xmlns:a16="http://schemas.microsoft.com/office/drawing/2014/main" id="{2F3ED3D2-9DE3-F4B4-8D50-28EEF6B9BEAA}"/>
              </a:ext>
            </a:extLst>
          </p:cNvPr>
          <p:cNvSpPr>
            <a:spLocks noChangeShapeType="1"/>
          </p:cNvSpPr>
          <p:nvPr/>
        </p:nvSpPr>
        <p:spPr bwMode="auto">
          <a:xfrm rot="16200000">
            <a:off x="9092188" y="1926482"/>
            <a:ext cx="1588" cy="838200"/>
          </a:xfrm>
          <a:prstGeom prst="line">
            <a:avLst/>
          </a:prstGeom>
          <a:noFill/>
          <a:ln w="2857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pl-PL">
              <a:latin typeface="Tenorite" panose="00000500000000000000" pitchFamily="2" charset="0"/>
            </a:endParaRPr>
          </a:p>
        </p:txBody>
      </p:sp>
      <p:sp>
        <p:nvSpPr>
          <p:cNvPr id="15" name="Line 9">
            <a:extLst>
              <a:ext uri="{FF2B5EF4-FFF2-40B4-BE49-F238E27FC236}">
                <a16:creationId xmlns:a16="http://schemas.microsoft.com/office/drawing/2014/main" id="{502872F3-E262-25E9-C600-E192FBB2AC91}"/>
              </a:ext>
            </a:extLst>
          </p:cNvPr>
          <p:cNvSpPr>
            <a:spLocks noChangeShapeType="1"/>
          </p:cNvSpPr>
          <p:nvPr/>
        </p:nvSpPr>
        <p:spPr bwMode="auto">
          <a:xfrm rot="5388982">
            <a:off x="9092188" y="2993282"/>
            <a:ext cx="1588" cy="838200"/>
          </a:xfrm>
          <a:prstGeom prst="line">
            <a:avLst/>
          </a:prstGeom>
          <a:noFill/>
          <a:ln w="2857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pl-PL">
              <a:latin typeface="Tenorite" panose="00000500000000000000" pitchFamily="2" charset="0"/>
            </a:endParaRPr>
          </a:p>
        </p:txBody>
      </p:sp>
      <p:sp>
        <p:nvSpPr>
          <p:cNvPr id="16" name="Line 10">
            <a:extLst>
              <a:ext uri="{FF2B5EF4-FFF2-40B4-BE49-F238E27FC236}">
                <a16:creationId xmlns:a16="http://schemas.microsoft.com/office/drawing/2014/main" id="{DF4536EA-F8CA-B7CF-001A-400CF48BFBF7}"/>
              </a:ext>
            </a:extLst>
          </p:cNvPr>
          <p:cNvSpPr>
            <a:spLocks noChangeShapeType="1"/>
          </p:cNvSpPr>
          <p:nvPr/>
        </p:nvSpPr>
        <p:spPr bwMode="auto">
          <a:xfrm>
            <a:off x="8064282" y="2573388"/>
            <a:ext cx="0" cy="685800"/>
          </a:xfrm>
          <a:prstGeom prst="line">
            <a:avLst/>
          </a:prstGeom>
          <a:noFill/>
          <a:ln w="2857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pl-PL">
              <a:latin typeface="Tenorite" panose="00000500000000000000" pitchFamily="2" charset="0"/>
            </a:endParaRPr>
          </a:p>
        </p:txBody>
      </p:sp>
      <p:sp>
        <p:nvSpPr>
          <p:cNvPr id="17" name="Line 11">
            <a:extLst>
              <a:ext uri="{FF2B5EF4-FFF2-40B4-BE49-F238E27FC236}">
                <a16:creationId xmlns:a16="http://schemas.microsoft.com/office/drawing/2014/main" id="{E239F796-4727-296B-77A9-CA1A0004C477}"/>
              </a:ext>
            </a:extLst>
          </p:cNvPr>
          <p:cNvSpPr>
            <a:spLocks noChangeShapeType="1"/>
          </p:cNvSpPr>
          <p:nvPr/>
        </p:nvSpPr>
        <p:spPr bwMode="auto">
          <a:xfrm rot="121241" flipV="1">
            <a:off x="8826282" y="2725788"/>
            <a:ext cx="609600" cy="533400"/>
          </a:xfrm>
          <a:prstGeom prst="line">
            <a:avLst/>
          </a:prstGeom>
          <a:noFill/>
          <a:ln w="2857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pl-PL">
              <a:latin typeface="Tenorite" panose="00000500000000000000" pitchFamily="2" charset="0"/>
            </a:endParaRPr>
          </a:p>
        </p:txBody>
      </p:sp>
      <p:sp>
        <p:nvSpPr>
          <p:cNvPr id="18" name="Line 18">
            <a:extLst>
              <a:ext uri="{FF2B5EF4-FFF2-40B4-BE49-F238E27FC236}">
                <a16:creationId xmlns:a16="http://schemas.microsoft.com/office/drawing/2014/main" id="{5B0DDC14-3A40-C92D-19DE-99FD47423D68}"/>
              </a:ext>
            </a:extLst>
          </p:cNvPr>
          <p:cNvSpPr>
            <a:spLocks noChangeShapeType="1"/>
          </p:cNvSpPr>
          <p:nvPr/>
        </p:nvSpPr>
        <p:spPr bwMode="auto">
          <a:xfrm>
            <a:off x="9969282" y="2573388"/>
            <a:ext cx="0" cy="685800"/>
          </a:xfrm>
          <a:prstGeom prst="line">
            <a:avLst/>
          </a:prstGeom>
          <a:noFill/>
          <a:ln w="2857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pl-PL">
              <a:latin typeface="Tenorite" panose="00000500000000000000" pitchFamily="2" charset="0"/>
            </a:endParaRPr>
          </a:p>
        </p:txBody>
      </p:sp>
      <p:sp>
        <p:nvSpPr>
          <p:cNvPr id="19" name="Line 19">
            <a:extLst>
              <a:ext uri="{FF2B5EF4-FFF2-40B4-BE49-F238E27FC236}">
                <a16:creationId xmlns:a16="http://schemas.microsoft.com/office/drawing/2014/main" id="{75898ED8-2DB6-0842-F3B0-D7D6A4CF73E2}"/>
              </a:ext>
            </a:extLst>
          </p:cNvPr>
          <p:cNvSpPr>
            <a:spLocks noChangeShapeType="1"/>
          </p:cNvSpPr>
          <p:nvPr/>
        </p:nvSpPr>
        <p:spPr bwMode="auto">
          <a:xfrm rot="15413833" flipV="1">
            <a:off x="8788182" y="2763888"/>
            <a:ext cx="609600" cy="533400"/>
          </a:xfrm>
          <a:prstGeom prst="line">
            <a:avLst/>
          </a:prstGeom>
          <a:noFill/>
          <a:ln w="2857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pl-PL">
              <a:latin typeface="Tenorite" panose="00000500000000000000" pitchFamily="2" charset="0"/>
            </a:endParaRPr>
          </a:p>
        </p:txBody>
      </p:sp>
      <p:sp>
        <p:nvSpPr>
          <p:cNvPr id="24" name="Line 16">
            <a:extLst>
              <a:ext uri="{FF2B5EF4-FFF2-40B4-BE49-F238E27FC236}">
                <a16:creationId xmlns:a16="http://schemas.microsoft.com/office/drawing/2014/main" id="{45AE4336-B109-67FC-876E-5A4D0C61A696}"/>
              </a:ext>
            </a:extLst>
          </p:cNvPr>
          <p:cNvSpPr>
            <a:spLocks noChangeShapeType="1"/>
          </p:cNvSpPr>
          <p:nvPr/>
        </p:nvSpPr>
        <p:spPr bwMode="auto">
          <a:xfrm>
            <a:off x="9092982" y="1833446"/>
            <a:ext cx="0" cy="23622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pl-PL"/>
          </a:p>
        </p:txBody>
      </p:sp>
      <p:sp>
        <p:nvSpPr>
          <p:cNvPr id="25" name="Line 17">
            <a:extLst>
              <a:ext uri="{FF2B5EF4-FFF2-40B4-BE49-F238E27FC236}">
                <a16:creationId xmlns:a16="http://schemas.microsoft.com/office/drawing/2014/main" id="{A1D5219C-3585-1103-FD06-B37D8EA02991}"/>
              </a:ext>
            </a:extLst>
          </p:cNvPr>
          <p:cNvSpPr>
            <a:spLocks noChangeShapeType="1"/>
          </p:cNvSpPr>
          <p:nvPr/>
        </p:nvSpPr>
        <p:spPr bwMode="auto">
          <a:xfrm>
            <a:off x="6845082" y="3014546"/>
            <a:ext cx="44958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pl-PL">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1409852" y="2648818"/>
            <a:ext cx="4495800" cy="3418696"/>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1900" b="1" dirty="0">
                <a:solidFill>
                  <a:srgbClr val="663300"/>
                </a:solidFill>
                <a:latin typeface="Tenorite" panose="00000500000000000000" pitchFamily="2" charset="0"/>
              </a:rPr>
              <a:t>Task</a:t>
            </a:r>
            <a:r>
              <a:rPr lang="en-US" sz="1900" dirty="0">
                <a:solidFill>
                  <a:srgbClr val="663300"/>
                </a:solidFill>
                <a:latin typeface="Tenorite" panose="00000500000000000000" pitchFamily="2" charset="0"/>
              </a:rPr>
              <a:t> - a mission or purpose of the existence of organization.</a:t>
            </a:r>
          </a:p>
          <a:p>
            <a:pPr marL="457200" indent="-457200" algn="just" rtl="0">
              <a:lnSpc>
                <a:spcPct val="100000"/>
              </a:lnSpc>
              <a:buClr>
                <a:srgbClr val="663300"/>
              </a:buClr>
              <a:buFont typeface="Arial" panose="020B0604020202020204" pitchFamily="34" charset="0"/>
              <a:buChar char="•"/>
            </a:pPr>
            <a:r>
              <a:rPr lang="en-US" sz="1900" dirty="0">
                <a:solidFill>
                  <a:srgbClr val="663300"/>
                </a:solidFill>
                <a:latin typeface="Tenorite" panose="00000500000000000000" pitchFamily="2" charset="0"/>
              </a:rPr>
              <a:t>Identify your work unit's main tasks, including both routine and key tasks. For example, if your work unit is a restaurant, the key tasks could be taking orders, preparing meals, and serving meals. The routine tasks could be cleaning, setting tables, and so on.</a:t>
            </a:r>
          </a:p>
        </p:txBody>
      </p:sp>
      <p:sp>
        <p:nvSpPr>
          <p:cNvPr id="7" name="Zawartość — symbol zastępczy 2">
            <a:extLst>
              <a:ext uri="{FF2B5EF4-FFF2-40B4-BE49-F238E27FC236}">
                <a16:creationId xmlns:a16="http://schemas.microsoft.com/office/drawing/2014/main" id="{F19F7B86-331B-C374-547A-A3B2EC29FBB3}"/>
              </a:ext>
            </a:extLst>
          </p:cNvPr>
          <p:cNvSpPr txBox="1">
            <a:spLocks/>
          </p:cNvSpPr>
          <p:nvPr/>
        </p:nvSpPr>
        <p:spPr>
          <a:xfrm>
            <a:off x="6183683" y="4265708"/>
            <a:ext cx="5157199" cy="2168167"/>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Clr>
                <a:schemeClr val="accent3"/>
              </a:buClr>
              <a:buFont typeface="Wingdings" panose="05000000000000000000" pitchFamily="2" charset="2"/>
              <a:buNone/>
              <a:defRPr sz="1600" kern="1200" spc="50" baseline="0">
                <a:solidFill>
                  <a:schemeClr val="tx1">
                    <a:alpha val="60000"/>
                  </a:schemeClr>
                </a:solidFill>
                <a:latin typeface="Calibri" panose="020F0502020204030204" pitchFamily="34" charset="0"/>
                <a:ea typeface="+mn-ea"/>
                <a:cs typeface="Calibri" panose="020F0502020204030204" pitchFamily="34" charset="0"/>
              </a:defRPr>
            </a:lvl1pPr>
            <a:lvl2pPr marL="360000" indent="0" algn="ctr" defTabSz="914400" rtl="0" eaLnBrk="1" latinLnBrk="0" hangingPunct="1">
              <a:lnSpc>
                <a:spcPct val="150000"/>
              </a:lnSpc>
              <a:spcBef>
                <a:spcPts val="500"/>
              </a:spcBef>
              <a:buFont typeface="Arial" panose="020B0604020202020204" pitchFamily="34" charset="0"/>
              <a:buNone/>
              <a:defRPr sz="2000" b="0" i="1" kern="1200" spc="50" baseline="0">
                <a:solidFill>
                  <a:schemeClr val="tx1">
                    <a:alpha val="60000"/>
                  </a:schemeClr>
                </a:solidFill>
                <a:latin typeface="Calibri" panose="020F0502020204030204" pitchFamily="34" charset="0"/>
                <a:ea typeface="+mn-ea"/>
                <a:cs typeface="Calibri" panose="020F0502020204030204" pitchFamily="34" charset="0"/>
              </a:defRPr>
            </a:lvl2pPr>
            <a:lvl3pPr marL="720000" indent="0" algn="ctr" defTabSz="914400" rtl="0" eaLnBrk="1" latinLnBrk="0" hangingPunct="1">
              <a:lnSpc>
                <a:spcPct val="150000"/>
              </a:lnSpc>
              <a:spcBef>
                <a:spcPts val="500"/>
              </a:spcBef>
              <a:buClr>
                <a:schemeClr val="accent3"/>
              </a:buClr>
              <a:buFont typeface="Wingdings" panose="05000000000000000000" pitchFamily="2" charset="2"/>
              <a:buNone/>
              <a:defRPr sz="2000" kern="1200" spc="50">
                <a:solidFill>
                  <a:schemeClr val="tx1">
                    <a:alpha val="60000"/>
                  </a:schemeClr>
                </a:solidFill>
                <a:latin typeface="Calibri" panose="020F0502020204030204" pitchFamily="34" charset="0"/>
                <a:ea typeface="+mn-ea"/>
                <a:cs typeface="Calibri" panose="020F0502020204030204" pitchFamily="34" charset="0"/>
              </a:defRPr>
            </a:lvl3pPr>
            <a:lvl4pPr marL="1080000" indent="0" algn="ctr" defTabSz="914400" rtl="0" eaLnBrk="1" latinLnBrk="0" hangingPunct="1">
              <a:lnSpc>
                <a:spcPct val="150000"/>
              </a:lnSpc>
              <a:spcBef>
                <a:spcPts val="500"/>
              </a:spcBef>
              <a:buClr>
                <a:schemeClr val="accent3"/>
              </a:buClr>
              <a:buFont typeface="Arial" panose="020B0604020202020204" pitchFamily="34" charset="0"/>
              <a:buNone/>
              <a:defRPr sz="2000" b="0" i="1" kern="1200" spc="50" baseline="0">
                <a:solidFill>
                  <a:schemeClr val="tx1">
                    <a:alpha val="60000"/>
                  </a:schemeClr>
                </a:solidFill>
                <a:latin typeface="Calibri" panose="020F0502020204030204" pitchFamily="34" charset="0"/>
                <a:ea typeface="+mn-ea"/>
                <a:cs typeface="Calibri" panose="020F0502020204030204" pitchFamily="34" charset="0"/>
              </a:defRPr>
            </a:lvl4pPr>
            <a:lvl5pPr marL="1440000" indent="0" algn="ctr" defTabSz="914400" rtl="0" eaLnBrk="1" latinLnBrk="0" hangingPunct="1">
              <a:lnSpc>
                <a:spcPct val="150000"/>
              </a:lnSpc>
              <a:spcBef>
                <a:spcPts val="500"/>
              </a:spcBef>
              <a:buClr>
                <a:schemeClr val="accent3"/>
              </a:buClr>
              <a:buFont typeface="Wingdings" panose="05000000000000000000" pitchFamily="2" charset="2"/>
              <a:buNone/>
              <a:defRPr sz="2000" kern="1200" spc="50">
                <a:solidFill>
                  <a:schemeClr val="tx1">
                    <a:alpha val="60000"/>
                  </a:schemeClr>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rtl="0">
              <a:lnSpc>
                <a:spcPct val="100000"/>
              </a:lnSpc>
              <a:buClr>
                <a:srgbClr val="663300"/>
              </a:buClr>
              <a:buFont typeface="Arial" panose="020B0604020202020204" pitchFamily="34" charset="0"/>
              <a:buChar char="•"/>
            </a:pPr>
            <a:r>
              <a:rPr lang="en-US" sz="1900" dirty="0">
                <a:solidFill>
                  <a:srgbClr val="663300"/>
                </a:solidFill>
                <a:latin typeface="Tenorite" panose="00000500000000000000" pitchFamily="2" charset="0"/>
              </a:rPr>
              <a:t>To help define your tasks, consider these questions:</a:t>
            </a:r>
          </a:p>
          <a:p>
            <a:pPr marL="1177200" lvl="2" indent="-457200" algn="just">
              <a:lnSpc>
                <a:spcPct val="100000"/>
              </a:lnSpc>
              <a:buClr>
                <a:srgbClr val="663300"/>
              </a:buClr>
              <a:buFont typeface="+mj-lt"/>
              <a:buAutoNum type="arabicPeriod"/>
            </a:pPr>
            <a:r>
              <a:rPr lang="en-US" sz="1900" dirty="0">
                <a:solidFill>
                  <a:srgbClr val="663300"/>
                </a:solidFill>
                <a:latin typeface="Tenorite" panose="00000500000000000000" pitchFamily="2" charset="0"/>
              </a:rPr>
              <a:t> What is the staff expected to do?</a:t>
            </a:r>
          </a:p>
          <a:p>
            <a:pPr marL="1177200" lvl="2" indent="-457200" algn="just">
              <a:lnSpc>
                <a:spcPct val="100000"/>
              </a:lnSpc>
              <a:buClr>
                <a:srgbClr val="663300"/>
              </a:buClr>
              <a:buFont typeface="+mj-lt"/>
              <a:buAutoNum type="arabicPeriod"/>
            </a:pPr>
            <a:r>
              <a:rPr lang="en-US" sz="1900" dirty="0">
                <a:solidFill>
                  <a:srgbClr val="663300"/>
                </a:solidFill>
                <a:latin typeface="Tenorite" panose="00000500000000000000" pitchFamily="2" charset="0"/>
              </a:rPr>
              <a:t> How do staff get work done?</a:t>
            </a:r>
          </a:p>
          <a:p>
            <a:pPr marL="1177200" lvl="2" indent="-457200" algn="just">
              <a:lnSpc>
                <a:spcPct val="100000"/>
              </a:lnSpc>
              <a:buClr>
                <a:srgbClr val="663300"/>
              </a:buClr>
              <a:buFont typeface="+mj-lt"/>
              <a:buAutoNum type="arabicPeriod"/>
            </a:pPr>
            <a:r>
              <a:rPr lang="en-US" sz="1900" dirty="0">
                <a:solidFill>
                  <a:srgbClr val="663300"/>
                </a:solidFill>
                <a:latin typeface="Tenorite" panose="00000500000000000000" pitchFamily="2" charset="0"/>
              </a:rPr>
              <a:t> Why does the work unit exist?</a:t>
            </a:r>
          </a:p>
        </p:txBody>
      </p:sp>
    </p:spTree>
    <p:extLst>
      <p:ext uri="{BB962C8B-B14F-4D97-AF65-F5344CB8AC3E}">
        <p14:creationId xmlns:p14="http://schemas.microsoft.com/office/powerpoint/2010/main" val="6202644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4056600" y="536573"/>
            <a:ext cx="4078800" cy="1453003"/>
          </a:xfrm>
        </p:spPr>
        <p:txBody>
          <a:bodyPr wrap="square" rtlCol="0" anchor="b">
            <a:normAutofit fontScale="90000"/>
          </a:bodyPr>
          <a:lstStyle/>
          <a:p>
            <a:pPr rtl="0"/>
            <a:r>
              <a:rPr lang="pl-PL" sz="5000" dirty="0">
                <a:latin typeface="Tenorite" panose="00000500000000000000" pitchFamily="2" charset="0"/>
              </a:rPr>
              <a:t>Components</a:t>
            </a:r>
            <a:br>
              <a:rPr lang="pl-PL" sz="5000" dirty="0">
                <a:latin typeface="Tenorite" panose="00000500000000000000" pitchFamily="2" charset="0"/>
              </a:rPr>
            </a:br>
            <a:r>
              <a:rPr lang="pl-PL" sz="5000" dirty="0">
                <a:latin typeface="Tenorite" panose="00000500000000000000" pitchFamily="2" charset="0"/>
              </a:rPr>
              <a:t>of </a:t>
            </a:r>
            <a:r>
              <a:rPr lang="pl-PL" sz="5000" dirty="0" err="1">
                <a:latin typeface="Tenorite" panose="00000500000000000000" pitchFamily="2" charset="0"/>
              </a:rPr>
              <a:t>organization</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Organization’s</a:t>
            </a:r>
            <a:r>
              <a:rPr lang="pl-PL" sz="1100" dirty="0">
                <a:solidFill>
                  <a:srgbClr val="5E5441"/>
                </a:solidFill>
                <a:latin typeface="Tenorite" panose="00000500000000000000" pitchFamily="2" charset="0"/>
              </a:rPr>
              <a:t> environment</a:t>
            </a: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6</a:t>
            </a:fld>
            <a:endParaRPr lang="pl-PL" sz="1100" noProof="0" dirty="0">
              <a:latin typeface="Tenorite" panose="00000500000000000000" pitchFamily="2" charset="0"/>
            </a:endParaRPr>
          </a:p>
        </p:txBody>
      </p:sp>
      <p:sp>
        <p:nvSpPr>
          <p:cNvPr id="9" name="Oval 3">
            <a:extLst>
              <a:ext uri="{FF2B5EF4-FFF2-40B4-BE49-F238E27FC236}">
                <a16:creationId xmlns:a16="http://schemas.microsoft.com/office/drawing/2014/main" id="{74022AFC-DF6A-AAAC-B60D-2CF8A4134C86}"/>
              </a:ext>
            </a:extLst>
          </p:cNvPr>
          <p:cNvSpPr>
            <a:spLocks noChangeArrowheads="1"/>
          </p:cNvSpPr>
          <p:nvPr/>
        </p:nvSpPr>
        <p:spPr bwMode="auto">
          <a:xfrm>
            <a:off x="7439655" y="2746186"/>
            <a:ext cx="4495800" cy="2362200"/>
          </a:xfrm>
          <a:prstGeom prst="ellipse">
            <a:avLst/>
          </a:prstGeom>
          <a:solidFill>
            <a:schemeClr val="accent2">
              <a:lumMod val="75000"/>
            </a:schemeClr>
          </a:solidFill>
          <a:ln w="2857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0"/>
              </a:spcBef>
              <a:buClrTx/>
              <a:buSzTx/>
              <a:buFontTx/>
              <a:buNone/>
            </a:pPr>
            <a:endParaRPr lang="pl-PL" altLang="pl-PL" sz="1800" u="none"/>
          </a:p>
        </p:txBody>
      </p:sp>
      <p:sp>
        <p:nvSpPr>
          <p:cNvPr id="10" name="Text Box 4">
            <a:extLst>
              <a:ext uri="{FF2B5EF4-FFF2-40B4-BE49-F238E27FC236}">
                <a16:creationId xmlns:a16="http://schemas.microsoft.com/office/drawing/2014/main" id="{8B004169-C773-F279-ABA1-A0E9A6D31405}"/>
              </a:ext>
            </a:extLst>
          </p:cNvPr>
          <p:cNvSpPr txBox="1">
            <a:spLocks noChangeArrowheads="1"/>
          </p:cNvSpPr>
          <p:nvPr/>
        </p:nvSpPr>
        <p:spPr bwMode="auto">
          <a:xfrm>
            <a:off x="7820655" y="4193986"/>
            <a:ext cx="1447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50000"/>
              </a:spcBef>
              <a:buClrTx/>
              <a:buSzTx/>
              <a:buFontTx/>
              <a:buNone/>
            </a:pPr>
            <a:r>
              <a:rPr lang="pl-PL" altLang="pl-PL" sz="1600" b="1" u="none" dirty="0">
                <a:solidFill>
                  <a:srgbClr val="C00000"/>
                </a:solidFill>
                <a:latin typeface="Tenorite" panose="00000500000000000000" pitchFamily="2" charset="0"/>
              </a:rPr>
              <a:t>STRUCTURE</a:t>
            </a:r>
          </a:p>
        </p:txBody>
      </p:sp>
      <p:sp>
        <p:nvSpPr>
          <p:cNvPr id="11" name="Text Box 5">
            <a:extLst>
              <a:ext uri="{FF2B5EF4-FFF2-40B4-BE49-F238E27FC236}">
                <a16:creationId xmlns:a16="http://schemas.microsoft.com/office/drawing/2014/main" id="{8F555F69-A024-04E2-E9DF-AAE770CE12F5}"/>
              </a:ext>
            </a:extLst>
          </p:cNvPr>
          <p:cNvSpPr txBox="1">
            <a:spLocks noChangeArrowheads="1"/>
          </p:cNvSpPr>
          <p:nvPr/>
        </p:nvSpPr>
        <p:spPr bwMode="auto">
          <a:xfrm>
            <a:off x="10106655" y="4176524"/>
            <a:ext cx="18288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50000"/>
              </a:spcBef>
              <a:buClrTx/>
              <a:buSzTx/>
              <a:buFontTx/>
              <a:buNone/>
            </a:pPr>
            <a:r>
              <a:rPr lang="pl-PL" altLang="pl-PL" sz="1600" b="1" u="none">
                <a:latin typeface="Tenorite" panose="00000500000000000000" pitchFamily="2" charset="0"/>
              </a:rPr>
              <a:t>TECHNOLOGY</a:t>
            </a:r>
          </a:p>
        </p:txBody>
      </p:sp>
      <p:sp>
        <p:nvSpPr>
          <p:cNvPr id="12" name="Text Box 6">
            <a:extLst>
              <a:ext uri="{FF2B5EF4-FFF2-40B4-BE49-F238E27FC236}">
                <a16:creationId xmlns:a16="http://schemas.microsoft.com/office/drawing/2014/main" id="{25101C0C-3DCD-5805-CDE7-AE140FB54E54}"/>
              </a:ext>
            </a:extLst>
          </p:cNvPr>
          <p:cNvSpPr txBox="1">
            <a:spLocks noChangeArrowheads="1"/>
          </p:cNvSpPr>
          <p:nvPr/>
        </p:nvSpPr>
        <p:spPr bwMode="auto">
          <a:xfrm>
            <a:off x="8246105" y="3127186"/>
            <a:ext cx="1447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50000"/>
              </a:spcBef>
              <a:buClrTx/>
              <a:buSzTx/>
              <a:buFontTx/>
              <a:buNone/>
            </a:pPr>
            <a:r>
              <a:rPr lang="pl-PL" altLang="pl-PL" sz="1600" b="1" u="none" dirty="0">
                <a:latin typeface="Tenorite" panose="00000500000000000000" pitchFamily="2" charset="0"/>
              </a:rPr>
              <a:t>TASK</a:t>
            </a:r>
          </a:p>
        </p:txBody>
      </p:sp>
      <p:sp>
        <p:nvSpPr>
          <p:cNvPr id="13" name="Text Box 7">
            <a:extLst>
              <a:ext uri="{FF2B5EF4-FFF2-40B4-BE49-F238E27FC236}">
                <a16:creationId xmlns:a16="http://schemas.microsoft.com/office/drawing/2014/main" id="{1F3514F2-1587-5D01-56BD-4178B7C9474E}"/>
              </a:ext>
            </a:extLst>
          </p:cNvPr>
          <p:cNvSpPr txBox="1">
            <a:spLocks noChangeArrowheads="1"/>
          </p:cNvSpPr>
          <p:nvPr/>
        </p:nvSpPr>
        <p:spPr bwMode="auto">
          <a:xfrm>
            <a:off x="10182855" y="3127186"/>
            <a:ext cx="1447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50000"/>
              </a:spcBef>
              <a:buClrTx/>
              <a:buSzTx/>
              <a:buFontTx/>
              <a:buNone/>
            </a:pPr>
            <a:r>
              <a:rPr lang="pl-PL" altLang="pl-PL" sz="1600" b="1" u="none" dirty="0">
                <a:latin typeface="Tenorite" panose="00000500000000000000" pitchFamily="2" charset="0"/>
              </a:rPr>
              <a:t>PEOPLE</a:t>
            </a:r>
          </a:p>
        </p:txBody>
      </p:sp>
      <p:sp>
        <p:nvSpPr>
          <p:cNvPr id="14" name="Line 8">
            <a:extLst>
              <a:ext uri="{FF2B5EF4-FFF2-40B4-BE49-F238E27FC236}">
                <a16:creationId xmlns:a16="http://schemas.microsoft.com/office/drawing/2014/main" id="{2F3ED3D2-9DE3-F4B4-8D50-28EEF6B9BEAA}"/>
              </a:ext>
            </a:extLst>
          </p:cNvPr>
          <p:cNvSpPr>
            <a:spLocks noChangeShapeType="1"/>
          </p:cNvSpPr>
          <p:nvPr/>
        </p:nvSpPr>
        <p:spPr bwMode="auto">
          <a:xfrm rot="16200000">
            <a:off x="9686761" y="2861280"/>
            <a:ext cx="1588" cy="838200"/>
          </a:xfrm>
          <a:prstGeom prst="line">
            <a:avLst/>
          </a:prstGeom>
          <a:noFill/>
          <a:ln w="2857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pl-PL">
              <a:latin typeface="Tenorite" panose="00000500000000000000" pitchFamily="2" charset="0"/>
            </a:endParaRPr>
          </a:p>
        </p:txBody>
      </p:sp>
      <p:sp>
        <p:nvSpPr>
          <p:cNvPr id="15" name="Line 9">
            <a:extLst>
              <a:ext uri="{FF2B5EF4-FFF2-40B4-BE49-F238E27FC236}">
                <a16:creationId xmlns:a16="http://schemas.microsoft.com/office/drawing/2014/main" id="{502872F3-E262-25E9-C600-E192FBB2AC91}"/>
              </a:ext>
            </a:extLst>
          </p:cNvPr>
          <p:cNvSpPr>
            <a:spLocks noChangeShapeType="1"/>
          </p:cNvSpPr>
          <p:nvPr/>
        </p:nvSpPr>
        <p:spPr bwMode="auto">
          <a:xfrm rot="5388982">
            <a:off x="9686761" y="3928080"/>
            <a:ext cx="1588" cy="838200"/>
          </a:xfrm>
          <a:prstGeom prst="line">
            <a:avLst/>
          </a:prstGeom>
          <a:noFill/>
          <a:ln w="2857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pl-PL">
              <a:latin typeface="Tenorite" panose="00000500000000000000" pitchFamily="2" charset="0"/>
            </a:endParaRPr>
          </a:p>
        </p:txBody>
      </p:sp>
      <p:sp>
        <p:nvSpPr>
          <p:cNvPr id="16" name="Line 10">
            <a:extLst>
              <a:ext uri="{FF2B5EF4-FFF2-40B4-BE49-F238E27FC236}">
                <a16:creationId xmlns:a16="http://schemas.microsoft.com/office/drawing/2014/main" id="{DF4536EA-F8CA-B7CF-001A-400CF48BFBF7}"/>
              </a:ext>
            </a:extLst>
          </p:cNvPr>
          <p:cNvSpPr>
            <a:spLocks noChangeShapeType="1"/>
          </p:cNvSpPr>
          <p:nvPr/>
        </p:nvSpPr>
        <p:spPr bwMode="auto">
          <a:xfrm>
            <a:off x="8658855" y="3508186"/>
            <a:ext cx="0" cy="685800"/>
          </a:xfrm>
          <a:prstGeom prst="line">
            <a:avLst/>
          </a:prstGeom>
          <a:noFill/>
          <a:ln w="2857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pl-PL">
              <a:latin typeface="Tenorite" panose="00000500000000000000" pitchFamily="2" charset="0"/>
            </a:endParaRPr>
          </a:p>
        </p:txBody>
      </p:sp>
      <p:sp>
        <p:nvSpPr>
          <p:cNvPr id="17" name="Line 11">
            <a:extLst>
              <a:ext uri="{FF2B5EF4-FFF2-40B4-BE49-F238E27FC236}">
                <a16:creationId xmlns:a16="http://schemas.microsoft.com/office/drawing/2014/main" id="{E239F796-4727-296B-77A9-CA1A0004C477}"/>
              </a:ext>
            </a:extLst>
          </p:cNvPr>
          <p:cNvSpPr>
            <a:spLocks noChangeShapeType="1"/>
          </p:cNvSpPr>
          <p:nvPr/>
        </p:nvSpPr>
        <p:spPr bwMode="auto">
          <a:xfrm rot="121241" flipV="1">
            <a:off x="9420855" y="3660586"/>
            <a:ext cx="609600" cy="533400"/>
          </a:xfrm>
          <a:prstGeom prst="line">
            <a:avLst/>
          </a:prstGeom>
          <a:noFill/>
          <a:ln w="2857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pl-PL">
              <a:latin typeface="Tenorite" panose="00000500000000000000" pitchFamily="2" charset="0"/>
            </a:endParaRPr>
          </a:p>
        </p:txBody>
      </p:sp>
      <p:sp>
        <p:nvSpPr>
          <p:cNvPr id="18" name="Line 18">
            <a:extLst>
              <a:ext uri="{FF2B5EF4-FFF2-40B4-BE49-F238E27FC236}">
                <a16:creationId xmlns:a16="http://schemas.microsoft.com/office/drawing/2014/main" id="{5B0DDC14-3A40-C92D-19DE-99FD47423D68}"/>
              </a:ext>
            </a:extLst>
          </p:cNvPr>
          <p:cNvSpPr>
            <a:spLocks noChangeShapeType="1"/>
          </p:cNvSpPr>
          <p:nvPr/>
        </p:nvSpPr>
        <p:spPr bwMode="auto">
          <a:xfrm>
            <a:off x="10563855" y="3508186"/>
            <a:ext cx="0" cy="685800"/>
          </a:xfrm>
          <a:prstGeom prst="line">
            <a:avLst/>
          </a:prstGeom>
          <a:noFill/>
          <a:ln w="2857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pl-PL">
              <a:latin typeface="Tenorite" panose="00000500000000000000" pitchFamily="2" charset="0"/>
            </a:endParaRPr>
          </a:p>
        </p:txBody>
      </p:sp>
      <p:sp>
        <p:nvSpPr>
          <p:cNvPr id="19" name="Line 19">
            <a:extLst>
              <a:ext uri="{FF2B5EF4-FFF2-40B4-BE49-F238E27FC236}">
                <a16:creationId xmlns:a16="http://schemas.microsoft.com/office/drawing/2014/main" id="{75898ED8-2DB6-0842-F3B0-D7D6A4CF73E2}"/>
              </a:ext>
            </a:extLst>
          </p:cNvPr>
          <p:cNvSpPr>
            <a:spLocks noChangeShapeType="1"/>
          </p:cNvSpPr>
          <p:nvPr/>
        </p:nvSpPr>
        <p:spPr bwMode="auto">
          <a:xfrm rot="15413833" flipV="1">
            <a:off x="9382755" y="3698686"/>
            <a:ext cx="609600" cy="533400"/>
          </a:xfrm>
          <a:prstGeom prst="line">
            <a:avLst/>
          </a:prstGeom>
          <a:noFill/>
          <a:ln w="2857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pl-PL">
              <a:latin typeface="Tenorite" panose="00000500000000000000" pitchFamily="2" charset="0"/>
            </a:endParaRPr>
          </a:p>
        </p:txBody>
      </p:sp>
      <p:sp>
        <p:nvSpPr>
          <p:cNvPr id="24" name="Line 16">
            <a:extLst>
              <a:ext uri="{FF2B5EF4-FFF2-40B4-BE49-F238E27FC236}">
                <a16:creationId xmlns:a16="http://schemas.microsoft.com/office/drawing/2014/main" id="{45AE4336-B109-67FC-876E-5A4D0C61A696}"/>
              </a:ext>
            </a:extLst>
          </p:cNvPr>
          <p:cNvSpPr>
            <a:spLocks noChangeShapeType="1"/>
          </p:cNvSpPr>
          <p:nvPr/>
        </p:nvSpPr>
        <p:spPr bwMode="auto">
          <a:xfrm>
            <a:off x="9687555" y="2768244"/>
            <a:ext cx="0" cy="23622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pl-PL"/>
          </a:p>
        </p:txBody>
      </p:sp>
      <p:sp>
        <p:nvSpPr>
          <p:cNvPr id="25" name="Line 17">
            <a:extLst>
              <a:ext uri="{FF2B5EF4-FFF2-40B4-BE49-F238E27FC236}">
                <a16:creationId xmlns:a16="http://schemas.microsoft.com/office/drawing/2014/main" id="{A1D5219C-3585-1103-FD06-B37D8EA02991}"/>
              </a:ext>
            </a:extLst>
          </p:cNvPr>
          <p:cNvSpPr>
            <a:spLocks noChangeShapeType="1"/>
          </p:cNvSpPr>
          <p:nvPr/>
        </p:nvSpPr>
        <p:spPr bwMode="auto">
          <a:xfrm>
            <a:off x="7439655" y="3949344"/>
            <a:ext cx="44958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pl-PL">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1924842" y="2693387"/>
            <a:ext cx="5286214" cy="1578657"/>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1900" b="1" dirty="0">
                <a:solidFill>
                  <a:srgbClr val="663300"/>
                </a:solidFill>
                <a:latin typeface="Tenorite" panose="00000500000000000000" pitchFamily="2" charset="0"/>
              </a:rPr>
              <a:t>Structure</a:t>
            </a:r>
            <a:r>
              <a:rPr lang="en-US" sz="1900" dirty="0">
                <a:solidFill>
                  <a:srgbClr val="663300"/>
                </a:solidFill>
                <a:latin typeface="Tenorite" panose="00000500000000000000" pitchFamily="2" charset="0"/>
              </a:rPr>
              <a:t> – basic arrangement of people in the organization. If we go back to our restaurant example, the structure could be defined in terms of waiters, chefs, managers, cleaners, and so on.</a:t>
            </a:r>
            <a:endParaRPr lang="pl-PL" sz="1900" dirty="0">
              <a:solidFill>
                <a:srgbClr val="663300"/>
              </a:solidFill>
              <a:latin typeface="Tenorite" panose="00000500000000000000" pitchFamily="2" charset="0"/>
            </a:endParaRPr>
          </a:p>
          <a:p>
            <a:pPr marL="457200" indent="-457200" algn="just" rtl="0">
              <a:lnSpc>
                <a:spcPct val="100000"/>
              </a:lnSpc>
              <a:buClr>
                <a:srgbClr val="663300"/>
              </a:buClr>
              <a:buFont typeface="Arial" panose="020B0604020202020204" pitchFamily="34" charset="0"/>
              <a:buChar char="•"/>
            </a:pPr>
            <a:endParaRPr lang="en-US" sz="1900" dirty="0">
              <a:solidFill>
                <a:srgbClr val="663300"/>
              </a:solidFill>
              <a:latin typeface="Tenorite" panose="00000500000000000000" pitchFamily="2" charset="0"/>
            </a:endParaRPr>
          </a:p>
        </p:txBody>
      </p:sp>
      <p:sp>
        <p:nvSpPr>
          <p:cNvPr id="8" name="Zawartość — symbol zastępczy 2">
            <a:extLst>
              <a:ext uri="{FF2B5EF4-FFF2-40B4-BE49-F238E27FC236}">
                <a16:creationId xmlns:a16="http://schemas.microsoft.com/office/drawing/2014/main" id="{CA63DE91-7A9E-CB79-120D-7CD6AC40824E}"/>
              </a:ext>
            </a:extLst>
          </p:cNvPr>
          <p:cNvSpPr txBox="1">
            <a:spLocks/>
          </p:cNvSpPr>
          <p:nvPr/>
        </p:nvSpPr>
        <p:spPr>
          <a:xfrm>
            <a:off x="1924842" y="4390503"/>
            <a:ext cx="8258013" cy="1825103"/>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Clr>
                <a:schemeClr val="accent3"/>
              </a:buClr>
              <a:buFont typeface="Wingdings" panose="05000000000000000000" pitchFamily="2" charset="2"/>
              <a:buNone/>
              <a:defRPr sz="1600" kern="1200" spc="50" baseline="0">
                <a:solidFill>
                  <a:schemeClr val="tx1">
                    <a:alpha val="60000"/>
                  </a:schemeClr>
                </a:solidFill>
                <a:latin typeface="Calibri" panose="020F0502020204030204" pitchFamily="34" charset="0"/>
                <a:ea typeface="+mn-ea"/>
                <a:cs typeface="Calibri" panose="020F0502020204030204" pitchFamily="34" charset="0"/>
              </a:defRPr>
            </a:lvl1pPr>
            <a:lvl2pPr marL="360000" indent="0" algn="ctr" defTabSz="914400" rtl="0" eaLnBrk="1" latinLnBrk="0" hangingPunct="1">
              <a:lnSpc>
                <a:spcPct val="150000"/>
              </a:lnSpc>
              <a:spcBef>
                <a:spcPts val="500"/>
              </a:spcBef>
              <a:buFont typeface="Arial" panose="020B0604020202020204" pitchFamily="34" charset="0"/>
              <a:buNone/>
              <a:defRPr sz="2000" b="0" i="1" kern="1200" spc="50" baseline="0">
                <a:solidFill>
                  <a:schemeClr val="tx1">
                    <a:alpha val="60000"/>
                  </a:schemeClr>
                </a:solidFill>
                <a:latin typeface="Calibri" panose="020F0502020204030204" pitchFamily="34" charset="0"/>
                <a:ea typeface="+mn-ea"/>
                <a:cs typeface="Calibri" panose="020F0502020204030204" pitchFamily="34" charset="0"/>
              </a:defRPr>
            </a:lvl2pPr>
            <a:lvl3pPr marL="720000" indent="0" algn="ctr" defTabSz="914400" rtl="0" eaLnBrk="1" latinLnBrk="0" hangingPunct="1">
              <a:lnSpc>
                <a:spcPct val="150000"/>
              </a:lnSpc>
              <a:spcBef>
                <a:spcPts val="500"/>
              </a:spcBef>
              <a:buClr>
                <a:schemeClr val="accent3"/>
              </a:buClr>
              <a:buFont typeface="Wingdings" panose="05000000000000000000" pitchFamily="2" charset="2"/>
              <a:buNone/>
              <a:defRPr sz="2000" kern="1200" spc="50">
                <a:solidFill>
                  <a:schemeClr val="tx1">
                    <a:alpha val="60000"/>
                  </a:schemeClr>
                </a:solidFill>
                <a:latin typeface="Calibri" panose="020F0502020204030204" pitchFamily="34" charset="0"/>
                <a:ea typeface="+mn-ea"/>
                <a:cs typeface="Calibri" panose="020F0502020204030204" pitchFamily="34" charset="0"/>
              </a:defRPr>
            </a:lvl3pPr>
            <a:lvl4pPr marL="1080000" indent="0" algn="ctr" defTabSz="914400" rtl="0" eaLnBrk="1" latinLnBrk="0" hangingPunct="1">
              <a:lnSpc>
                <a:spcPct val="150000"/>
              </a:lnSpc>
              <a:spcBef>
                <a:spcPts val="500"/>
              </a:spcBef>
              <a:buClr>
                <a:schemeClr val="accent3"/>
              </a:buClr>
              <a:buFont typeface="Arial" panose="020B0604020202020204" pitchFamily="34" charset="0"/>
              <a:buNone/>
              <a:defRPr sz="2000" b="0" i="1" kern="1200" spc="50" baseline="0">
                <a:solidFill>
                  <a:schemeClr val="tx1">
                    <a:alpha val="60000"/>
                  </a:schemeClr>
                </a:solidFill>
                <a:latin typeface="Calibri" panose="020F0502020204030204" pitchFamily="34" charset="0"/>
                <a:ea typeface="+mn-ea"/>
                <a:cs typeface="Calibri" panose="020F0502020204030204" pitchFamily="34" charset="0"/>
              </a:defRPr>
            </a:lvl4pPr>
            <a:lvl5pPr marL="1440000" indent="0" algn="ctr" defTabSz="914400" rtl="0" eaLnBrk="1" latinLnBrk="0" hangingPunct="1">
              <a:lnSpc>
                <a:spcPct val="150000"/>
              </a:lnSpc>
              <a:spcBef>
                <a:spcPts val="500"/>
              </a:spcBef>
              <a:buClr>
                <a:schemeClr val="accent3"/>
              </a:buClr>
              <a:buFont typeface="Wingdings" panose="05000000000000000000" pitchFamily="2" charset="2"/>
              <a:buNone/>
              <a:defRPr sz="2000" kern="1200" spc="50">
                <a:solidFill>
                  <a:schemeClr val="tx1">
                    <a:alpha val="60000"/>
                  </a:schemeClr>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lnSpc>
                <a:spcPct val="100000"/>
              </a:lnSpc>
              <a:buClr>
                <a:srgbClr val="663300"/>
              </a:buClr>
              <a:buFont typeface="Arial" panose="020B0604020202020204" pitchFamily="34" charset="0"/>
              <a:buChar char="•"/>
            </a:pPr>
            <a:r>
              <a:rPr lang="en-US" sz="1900" dirty="0">
                <a:solidFill>
                  <a:srgbClr val="663300"/>
                </a:solidFill>
                <a:latin typeface="Tenorite" panose="00000500000000000000" pitchFamily="2" charset="0"/>
              </a:rPr>
              <a:t>Ask yourself these questions:</a:t>
            </a:r>
          </a:p>
          <a:p>
            <a:pPr marL="1177200" lvl="2" indent="-457200" algn="just">
              <a:lnSpc>
                <a:spcPct val="100000"/>
              </a:lnSpc>
              <a:buClr>
                <a:srgbClr val="663300"/>
              </a:buClr>
              <a:buFont typeface="+mj-lt"/>
              <a:buAutoNum type="arabicPeriod"/>
            </a:pPr>
            <a:r>
              <a:rPr lang="en-US" sz="1900" dirty="0">
                <a:solidFill>
                  <a:srgbClr val="663300"/>
                </a:solidFill>
                <a:latin typeface="Tenorite" panose="00000500000000000000" pitchFamily="2" charset="0"/>
              </a:rPr>
              <a:t>What is the hierarchy in your work unit?</a:t>
            </a:r>
          </a:p>
          <a:p>
            <a:pPr marL="1177200" lvl="2" indent="-457200" algn="just">
              <a:lnSpc>
                <a:spcPct val="100000"/>
              </a:lnSpc>
              <a:buClr>
                <a:srgbClr val="663300"/>
              </a:buClr>
              <a:buFont typeface="+mj-lt"/>
              <a:buAutoNum type="arabicPeriod"/>
            </a:pPr>
            <a:r>
              <a:rPr lang="en-US" sz="1900" dirty="0">
                <a:solidFill>
                  <a:srgbClr val="663300"/>
                </a:solidFill>
                <a:latin typeface="Tenorite" panose="00000500000000000000" pitchFamily="2" charset="0"/>
              </a:rPr>
              <a:t>Is the unit centralized or decentralized?</a:t>
            </a:r>
          </a:p>
          <a:p>
            <a:pPr marL="1177200" lvl="2" indent="-457200" algn="just">
              <a:lnSpc>
                <a:spcPct val="100000"/>
              </a:lnSpc>
              <a:buClr>
                <a:srgbClr val="663300"/>
              </a:buClr>
              <a:buFont typeface="+mj-lt"/>
              <a:buAutoNum type="arabicPeriod"/>
            </a:pPr>
            <a:r>
              <a:rPr lang="en-US" sz="1900" dirty="0">
                <a:solidFill>
                  <a:srgbClr val="663300"/>
                </a:solidFill>
                <a:latin typeface="Tenorite" panose="00000500000000000000" pitchFamily="2" charset="0"/>
              </a:rPr>
              <a:t>Where is the control at each level?</a:t>
            </a:r>
          </a:p>
          <a:p>
            <a:pPr marL="1177200" lvl="2" indent="-457200" algn="just">
              <a:lnSpc>
                <a:spcPct val="100000"/>
              </a:lnSpc>
              <a:buClr>
                <a:srgbClr val="663300"/>
              </a:buClr>
              <a:buFont typeface="+mj-lt"/>
              <a:buAutoNum type="arabicPeriod"/>
            </a:pPr>
            <a:r>
              <a:rPr lang="en-US" sz="1900" dirty="0">
                <a:solidFill>
                  <a:srgbClr val="663300"/>
                </a:solidFill>
                <a:latin typeface="Tenorite" panose="00000500000000000000" pitchFamily="2" charset="0"/>
              </a:rPr>
              <a:t>How are the work units divided?</a:t>
            </a:r>
          </a:p>
          <a:p>
            <a:pPr marL="457200" indent="-457200" algn="just">
              <a:lnSpc>
                <a:spcPct val="100000"/>
              </a:lnSpc>
              <a:buClr>
                <a:srgbClr val="663300"/>
              </a:buClr>
              <a:buFont typeface="Arial" panose="020B0604020202020204" pitchFamily="34" charset="0"/>
              <a:buChar char="•"/>
            </a:pPr>
            <a:endParaRPr lang="en-US" sz="1900" dirty="0">
              <a:solidFill>
                <a:srgbClr val="663300"/>
              </a:solidFill>
              <a:latin typeface="Tenorite" panose="00000500000000000000" pitchFamily="2" charset="0"/>
            </a:endParaRPr>
          </a:p>
        </p:txBody>
      </p:sp>
    </p:spTree>
    <p:extLst>
      <p:ext uri="{BB962C8B-B14F-4D97-AF65-F5344CB8AC3E}">
        <p14:creationId xmlns:p14="http://schemas.microsoft.com/office/powerpoint/2010/main" val="1557572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4056600" y="536573"/>
            <a:ext cx="4078800" cy="1453003"/>
          </a:xfrm>
        </p:spPr>
        <p:txBody>
          <a:bodyPr wrap="square" rtlCol="0" anchor="b">
            <a:normAutofit fontScale="90000"/>
          </a:bodyPr>
          <a:lstStyle/>
          <a:p>
            <a:pPr rtl="0"/>
            <a:r>
              <a:rPr lang="pl-PL" sz="5000" dirty="0">
                <a:latin typeface="Tenorite" panose="00000500000000000000" pitchFamily="2" charset="0"/>
              </a:rPr>
              <a:t>Components</a:t>
            </a:r>
            <a:br>
              <a:rPr lang="pl-PL" sz="5000" dirty="0">
                <a:latin typeface="Tenorite" panose="00000500000000000000" pitchFamily="2" charset="0"/>
              </a:rPr>
            </a:br>
            <a:r>
              <a:rPr lang="pl-PL" sz="5000" dirty="0">
                <a:latin typeface="Tenorite" panose="00000500000000000000" pitchFamily="2" charset="0"/>
              </a:rPr>
              <a:t>of </a:t>
            </a:r>
            <a:r>
              <a:rPr lang="pl-PL" sz="5000" dirty="0" err="1">
                <a:latin typeface="Tenorite" panose="00000500000000000000" pitchFamily="2" charset="0"/>
              </a:rPr>
              <a:t>organization</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Organization’s</a:t>
            </a:r>
            <a:r>
              <a:rPr lang="pl-PL" sz="1100" dirty="0">
                <a:solidFill>
                  <a:srgbClr val="5E5441"/>
                </a:solidFill>
                <a:latin typeface="Tenorite" panose="00000500000000000000" pitchFamily="2" charset="0"/>
              </a:rPr>
              <a:t> environment</a:t>
            </a: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7</a:t>
            </a:fld>
            <a:endParaRPr lang="pl-PL" sz="1100" noProof="0" dirty="0">
              <a:latin typeface="Tenorite" panose="00000500000000000000" pitchFamily="2" charset="0"/>
            </a:endParaRPr>
          </a:p>
        </p:txBody>
      </p:sp>
      <p:sp>
        <p:nvSpPr>
          <p:cNvPr id="9" name="Oval 3">
            <a:extLst>
              <a:ext uri="{FF2B5EF4-FFF2-40B4-BE49-F238E27FC236}">
                <a16:creationId xmlns:a16="http://schemas.microsoft.com/office/drawing/2014/main" id="{74022AFC-DF6A-AAAC-B60D-2CF8A4134C86}"/>
              </a:ext>
            </a:extLst>
          </p:cNvPr>
          <p:cNvSpPr>
            <a:spLocks noChangeArrowheads="1"/>
          </p:cNvSpPr>
          <p:nvPr/>
        </p:nvSpPr>
        <p:spPr bwMode="auto">
          <a:xfrm>
            <a:off x="6708765" y="1912664"/>
            <a:ext cx="4495800" cy="2362200"/>
          </a:xfrm>
          <a:prstGeom prst="ellipse">
            <a:avLst/>
          </a:prstGeom>
          <a:solidFill>
            <a:schemeClr val="accent2">
              <a:lumMod val="75000"/>
            </a:schemeClr>
          </a:solidFill>
          <a:ln w="2857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0"/>
              </a:spcBef>
              <a:buClrTx/>
              <a:buSzTx/>
              <a:buFontTx/>
              <a:buNone/>
            </a:pPr>
            <a:endParaRPr lang="pl-PL" altLang="pl-PL" sz="1800" u="none"/>
          </a:p>
        </p:txBody>
      </p:sp>
      <p:sp>
        <p:nvSpPr>
          <p:cNvPr id="10" name="Text Box 4">
            <a:extLst>
              <a:ext uri="{FF2B5EF4-FFF2-40B4-BE49-F238E27FC236}">
                <a16:creationId xmlns:a16="http://schemas.microsoft.com/office/drawing/2014/main" id="{8B004169-C773-F279-ABA1-A0E9A6D31405}"/>
              </a:ext>
            </a:extLst>
          </p:cNvPr>
          <p:cNvSpPr txBox="1">
            <a:spLocks noChangeArrowheads="1"/>
          </p:cNvSpPr>
          <p:nvPr/>
        </p:nvSpPr>
        <p:spPr bwMode="auto">
          <a:xfrm>
            <a:off x="7089765" y="3360464"/>
            <a:ext cx="1447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50000"/>
              </a:spcBef>
              <a:buClrTx/>
              <a:buSzTx/>
              <a:buFontTx/>
              <a:buNone/>
            </a:pPr>
            <a:r>
              <a:rPr lang="pl-PL" altLang="pl-PL" sz="1600" b="1" u="none" dirty="0">
                <a:latin typeface="Tenorite" panose="00000500000000000000" pitchFamily="2" charset="0"/>
              </a:rPr>
              <a:t>STRUCTURE</a:t>
            </a:r>
          </a:p>
        </p:txBody>
      </p:sp>
      <p:sp>
        <p:nvSpPr>
          <p:cNvPr id="11" name="Text Box 5">
            <a:extLst>
              <a:ext uri="{FF2B5EF4-FFF2-40B4-BE49-F238E27FC236}">
                <a16:creationId xmlns:a16="http://schemas.microsoft.com/office/drawing/2014/main" id="{8F555F69-A024-04E2-E9DF-AAE770CE12F5}"/>
              </a:ext>
            </a:extLst>
          </p:cNvPr>
          <p:cNvSpPr txBox="1">
            <a:spLocks noChangeArrowheads="1"/>
          </p:cNvSpPr>
          <p:nvPr/>
        </p:nvSpPr>
        <p:spPr bwMode="auto">
          <a:xfrm>
            <a:off x="9375765" y="3343002"/>
            <a:ext cx="18288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50000"/>
              </a:spcBef>
              <a:buClrTx/>
              <a:buSzTx/>
              <a:buFontTx/>
              <a:buNone/>
            </a:pPr>
            <a:r>
              <a:rPr lang="pl-PL" altLang="pl-PL" sz="1600" b="1" u="none" dirty="0">
                <a:solidFill>
                  <a:srgbClr val="C00000"/>
                </a:solidFill>
                <a:latin typeface="Tenorite" panose="00000500000000000000" pitchFamily="2" charset="0"/>
              </a:rPr>
              <a:t>TECHNOLOGY</a:t>
            </a:r>
          </a:p>
        </p:txBody>
      </p:sp>
      <p:sp>
        <p:nvSpPr>
          <p:cNvPr id="12" name="Text Box 6">
            <a:extLst>
              <a:ext uri="{FF2B5EF4-FFF2-40B4-BE49-F238E27FC236}">
                <a16:creationId xmlns:a16="http://schemas.microsoft.com/office/drawing/2014/main" id="{25101C0C-3DCD-5805-CDE7-AE140FB54E54}"/>
              </a:ext>
            </a:extLst>
          </p:cNvPr>
          <p:cNvSpPr txBox="1">
            <a:spLocks noChangeArrowheads="1"/>
          </p:cNvSpPr>
          <p:nvPr/>
        </p:nvSpPr>
        <p:spPr bwMode="auto">
          <a:xfrm>
            <a:off x="7515215" y="2293664"/>
            <a:ext cx="1447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50000"/>
              </a:spcBef>
              <a:buClrTx/>
              <a:buSzTx/>
              <a:buFontTx/>
              <a:buNone/>
            </a:pPr>
            <a:r>
              <a:rPr lang="pl-PL" altLang="pl-PL" sz="1600" b="1" u="none" dirty="0">
                <a:latin typeface="Tenorite" panose="00000500000000000000" pitchFamily="2" charset="0"/>
              </a:rPr>
              <a:t>TASK</a:t>
            </a:r>
          </a:p>
        </p:txBody>
      </p:sp>
      <p:sp>
        <p:nvSpPr>
          <p:cNvPr id="13" name="Text Box 7">
            <a:extLst>
              <a:ext uri="{FF2B5EF4-FFF2-40B4-BE49-F238E27FC236}">
                <a16:creationId xmlns:a16="http://schemas.microsoft.com/office/drawing/2014/main" id="{1F3514F2-1587-5D01-56BD-4178B7C9474E}"/>
              </a:ext>
            </a:extLst>
          </p:cNvPr>
          <p:cNvSpPr txBox="1">
            <a:spLocks noChangeArrowheads="1"/>
          </p:cNvSpPr>
          <p:nvPr/>
        </p:nvSpPr>
        <p:spPr bwMode="auto">
          <a:xfrm>
            <a:off x="9451965" y="2293664"/>
            <a:ext cx="1447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50000"/>
              </a:spcBef>
              <a:buClrTx/>
              <a:buSzTx/>
              <a:buFontTx/>
              <a:buNone/>
            </a:pPr>
            <a:r>
              <a:rPr lang="pl-PL" altLang="pl-PL" sz="1600" b="1" u="none" dirty="0">
                <a:latin typeface="Tenorite" panose="00000500000000000000" pitchFamily="2" charset="0"/>
              </a:rPr>
              <a:t>PEOPLE</a:t>
            </a:r>
          </a:p>
        </p:txBody>
      </p:sp>
      <p:sp>
        <p:nvSpPr>
          <p:cNvPr id="14" name="Line 8">
            <a:extLst>
              <a:ext uri="{FF2B5EF4-FFF2-40B4-BE49-F238E27FC236}">
                <a16:creationId xmlns:a16="http://schemas.microsoft.com/office/drawing/2014/main" id="{2F3ED3D2-9DE3-F4B4-8D50-28EEF6B9BEAA}"/>
              </a:ext>
            </a:extLst>
          </p:cNvPr>
          <p:cNvSpPr>
            <a:spLocks noChangeShapeType="1"/>
          </p:cNvSpPr>
          <p:nvPr/>
        </p:nvSpPr>
        <p:spPr bwMode="auto">
          <a:xfrm rot="16200000">
            <a:off x="8955871" y="2027758"/>
            <a:ext cx="1588" cy="838200"/>
          </a:xfrm>
          <a:prstGeom prst="line">
            <a:avLst/>
          </a:prstGeom>
          <a:noFill/>
          <a:ln w="2857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pl-PL">
              <a:latin typeface="Tenorite" panose="00000500000000000000" pitchFamily="2" charset="0"/>
            </a:endParaRPr>
          </a:p>
        </p:txBody>
      </p:sp>
      <p:sp>
        <p:nvSpPr>
          <p:cNvPr id="15" name="Line 9">
            <a:extLst>
              <a:ext uri="{FF2B5EF4-FFF2-40B4-BE49-F238E27FC236}">
                <a16:creationId xmlns:a16="http://schemas.microsoft.com/office/drawing/2014/main" id="{502872F3-E262-25E9-C600-E192FBB2AC91}"/>
              </a:ext>
            </a:extLst>
          </p:cNvPr>
          <p:cNvSpPr>
            <a:spLocks noChangeShapeType="1"/>
          </p:cNvSpPr>
          <p:nvPr/>
        </p:nvSpPr>
        <p:spPr bwMode="auto">
          <a:xfrm rot="5388982">
            <a:off x="8955871" y="3094558"/>
            <a:ext cx="1588" cy="838200"/>
          </a:xfrm>
          <a:prstGeom prst="line">
            <a:avLst/>
          </a:prstGeom>
          <a:noFill/>
          <a:ln w="2857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pl-PL">
              <a:latin typeface="Tenorite" panose="00000500000000000000" pitchFamily="2" charset="0"/>
            </a:endParaRPr>
          </a:p>
        </p:txBody>
      </p:sp>
      <p:sp>
        <p:nvSpPr>
          <p:cNvPr id="16" name="Line 10">
            <a:extLst>
              <a:ext uri="{FF2B5EF4-FFF2-40B4-BE49-F238E27FC236}">
                <a16:creationId xmlns:a16="http://schemas.microsoft.com/office/drawing/2014/main" id="{DF4536EA-F8CA-B7CF-001A-400CF48BFBF7}"/>
              </a:ext>
            </a:extLst>
          </p:cNvPr>
          <p:cNvSpPr>
            <a:spLocks noChangeShapeType="1"/>
          </p:cNvSpPr>
          <p:nvPr/>
        </p:nvSpPr>
        <p:spPr bwMode="auto">
          <a:xfrm>
            <a:off x="7927965" y="2674664"/>
            <a:ext cx="0" cy="685800"/>
          </a:xfrm>
          <a:prstGeom prst="line">
            <a:avLst/>
          </a:prstGeom>
          <a:noFill/>
          <a:ln w="2857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pl-PL">
              <a:latin typeface="Tenorite" panose="00000500000000000000" pitchFamily="2" charset="0"/>
            </a:endParaRPr>
          </a:p>
        </p:txBody>
      </p:sp>
      <p:sp>
        <p:nvSpPr>
          <p:cNvPr id="17" name="Line 11">
            <a:extLst>
              <a:ext uri="{FF2B5EF4-FFF2-40B4-BE49-F238E27FC236}">
                <a16:creationId xmlns:a16="http://schemas.microsoft.com/office/drawing/2014/main" id="{E239F796-4727-296B-77A9-CA1A0004C477}"/>
              </a:ext>
            </a:extLst>
          </p:cNvPr>
          <p:cNvSpPr>
            <a:spLocks noChangeShapeType="1"/>
          </p:cNvSpPr>
          <p:nvPr/>
        </p:nvSpPr>
        <p:spPr bwMode="auto">
          <a:xfrm rot="121241" flipV="1">
            <a:off x="8689965" y="2827064"/>
            <a:ext cx="609600" cy="533400"/>
          </a:xfrm>
          <a:prstGeom prst="line">
            <a:avLst/>
          </a:prstGeom>
          <a:noFill/>
          <a:ln w="2857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pl-PL">
              <a:latin typeface="Tenorite" panose="00000500000000000000" pitchFamily="2" charset="0"/>
            </a:endParaRPr>
          </a:p>
        </p:txBody>
      </p:sp>
      <p:sp>
        <p:nvSpPr>
          <p:cNvPr id="18" name="Line 18">
            <a:extLst>
              <a:ext uri="{FF2B5EF4-FFF2-40B4-BE49-F238E27FC236}">
                <a16:creationId xmlns:a16="http://schemas.microsoft.com/office/drawing/2014/main" id="{5B0DDC14-3A40-C92D-19DE-99FD47423D68}"/>
              </a:ext>
            </a:extLst>
          </p:cNvPr>
          <p:cNvSpPr>
            <a:spLocks noChangeShapeType="1"/>
          </p:cNvSpPr>
          <p:nvPr/>
        </p:nvSpPr>
        <p:spPr bwMode="auto">
          <a:xfrm>
            <a:off x="9832965" y="2674664"/>
            <a:ext cx="0" cy="685800"/>
          </a:xfrm>
          <a:prstGeom prst="line">
            <a:avLst/>
          </a:prstGeom>
          <a:noFill/>
          <a:ln w="2857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pl-PL">
              <a:latin typeface="Tenorite" panose="00000500000000000000" pitchFamily="2" charset="0"/>
            </a:endParaRPr>
          </a:p>
        </p:txBody>
      </p:sp>
      <p:sp>
        <p:nvSpPr>
          <p:cNvPr id="19" name="Line 19">
            <a:extLst>
              <a:ext uri="{FF2B5EF4-FFF2-40B4-BE49-F238E27FC236}">
                <a16:creationId xmlns:a16="http://schemas.microsoft.com/office/drawing/2014/main" id="{75898ED8-2DB6-0842-F3B0-D7D6A4CF73E2}"/>
              </a:ext>
            </a:extLst>
          </p:cNvPr>
          <p:cNvSpPr>
            <a:spLocks noChangeShapeType="1"/>
          </p:cNvSpPr>
          <p:nvPr/>
        </p:nvSpPr>
        <p:spPr bwMode="auto">
          <a:xfrm rot="15413833" flipV="1">
            <a:off x="8651865" y="2865164"/>
            <a:ext cx="609600" cy="533400"/>
          </a:xfrm>
          <a:prstGeom prst="line">
            <a:avLst/>
          </a:prstGeom>
          <a:noFill/>
          <a:ln w="2857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pl-PL">
              <a:latin typeface="Tenorite" panose="00000500000000000000" pitchFamily="2" charset="0"/>
            </a:endParaRPr>
          </a:p>
        </p:txBody>
      </p:sp>
      <p:sp>
        <p:nvSpPr>
          <p:cNvPr id="24" name="Line 16">
            <a:extLst>
              <a:ext uri="{FF2B5EF4-FFF2-40B4-BE49-F238E27FC236}">
                <a16:creationId xmlns:a16="http://schemas.microsoft.com/office/drawing/2014/main" id="{45AE4336-B109-67FC-876E-5A4D0C61A696}"/>
              </a:ext>
            </a:extLst>
          </p:cNvPr>
          <p:cNvSpPr>
            <a:spLocks noChangeShapeType="1"/>
          </p:cNvSpPr>
          <p:nvPr/>
        </p:nvSpPr>
        <p:spPr bwMode="auto">
          <a:xfrm>
            <a:off x="8956665" y="1934722"/>
            <a:ext cx="0" cy="23622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pl-PL"/>
          </a:p>
        </p:txBody>
      </p:sp>
      <p:sp>
        <p:nvSpPr>
          <p:cNvPr id="25" name="Line 17">
            <a:extLst>
              <a:ext uri="{FF2B5EF4-FFF2-40B4-BE49-F238E27FC236}">
                <a16:creationId xmlns:a16="http://schemas.microsoft.com/office/drawing/2014/main" id="{A1D5219C-3585-1103-FD06-B37D8EA02991}"/>
              </a:ext>
            </a:extLst>
          </p:cNvPr>
          <p:cNvSpPr>
            <a:spLocks noChangeShapeType="1"/>
          </p:cNvSpPr>
          <p:nvPr/>
        </p:nvSpPr>
        <p:spPr bwMode="auto">
          <a:xfrm>
            <a:off x="6708765" y="3115822"/>
            <a:ext cx="44958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pl-PL">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1924842" y="2693388"/>
            <a:ext cx="4446009" cy="1280124"/>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1900" b="1" dirty="0">
                <a:solidFill>
                  <a:srgbClr val="663300"/>
                </a:solidFill>
                <a:latin typeface="Tenorite" panose="00000500000000000000" pitchFamily="2" charset="0"/>
              </a:rPr>
              <a:t>Technology</a:t>
            </a:r>
            <a:r>
              <a:rPr lang="en-US" sz="1900" dirty="0">
                <a:solidFill>
                  <a:srgbClr val="663300"/>
                </a:solidFill>
                <a:latin typeface="Tenorite" panose="00000500000000000000" pitchFamily="2" charset="0"/>
              </a:rPr>
              <a:t> – intellectual and mechanical process used by an organization to transform inputs into products, services or ideas.</a:t>
            </a:r>
          </a:p>
        </p:txBody>
      </p:sp>
      <p:sp>
        <p:nvSpPr>
          <p:cNvPr id="8" name="Zawartość — symbol zastępczy 2">
            <a:extLst>
              <a:ext uri="{FF2B5EF4-FFF2-40B4-BE49-F238E27FC236}">
                <a16:creationId xmlns:a16="http://schemas.microsoft.com/office/drawing/2014/main" id="{CA63DE91-7A9E-CB79-120D-7CD6AC40824E}"/>
              </a:ext>
            </a:extLst>
          </p:cNvPr>
          <p:cNvSpPr txBox="1">
            <a:spLocks/>
          </p:cNvSpPr>
          <p:nvPr/>
        </p:nvSpPr>
        <p:spPr>
          <a:xfrm>
            <a:off x="1924842" y="4351470"/>
            <a:ext cx="8919620" cy="200582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Clr>
                <a:schemeClr val="accent3"/>
              </a:buClr>
              <a:buFont typeface="Wingdings" panose="05000000000000000000" pitchFamily="2" charset="2"/>
              <a:buNone/>
              <a:defRPr sz="1600" kern="1200" spc="50" baseline="0">
                <a:solidFill>
                  <a:schemeClr val="tx1">
                    <a:alpha val="60000"/>
                  </a:schemeClr>
                </a:solidFill>
                <a:latin typeface="Calibri" panose="020F0502020204030204" pitchFamily="34" charset="0"/>
                <a:ea typeface="+mn-ea"/>
                <a:cs typeface="Calibri" panose="020F0502020204030204" pitchFamily="34" charset="0"/>
              </a:defRPr>
            </a:lvl1pPr>
            <a:lvl2pPr marL="360000" indent="0" algn="ctr" defTabSz="914400" rtl="0" eaLnBrk="1" latinLnBrk="0" hangingPunct="1">
              <a:lnSpc>
                <a:spcPct val="150000"/>
              </a:lnSpc>
              <a:spcBef>
                <a:spcPts val="500"/>
              </a:spcBef>
              <a:buFont typeface="Arial" panose="020B0604020202020204" pitchFamily="34" charset="0"/>
              <a:buNone/>
              <a:defRPr sz="2000" b="0" i="1" kern="1200" spc="50" baseline="0">
                <a:solidFill>
                  <a:schemeClr val="tx1">
                    <a:alpha val="60000"/>
                  </a:schemeClr>
                </a:solidFill>
                <a:latin typeface="Calibri" panose="020F0502020204030204" pitchFamily="34" charset="0"/>
                <a:ea typeface="+mn-ea"/>
                <a:cs typeface="Calibri" panose="020F0502020204030204" pitchFamily="34" charset="0"/>
              </a:defRPr>
            </a:lvl2pPr>
            <a:lvl3pPr marL="720000" indent="0" algn="ctr" defTabSz="914400" rtl="0" eaLnBrk="1" latinLnBrk="0" hangingPunct="1">
              <a:lnSpc>
                <a:spcPct val="150000"/>
              </a:lnSpc>
              <a:spcBef>
                <a:spcPts val="500"/>
              </a:spcBef>
              <a:buClr>
                <a:schemeClr val="accent3"/>
              </a:buClr>
              <a:buFont typeface="Wingdings" panose="05000000000000000000" pitchFamily="2" charset="2"/>
              <a:buNone/>
              <a:defRPr sz="2000" kern="1200" spc="50">
                <a:solidFill>
                  <a:schemeClr val="tx1">
                    <a:alpha val="60000"/>
                  </a:schemeClr>
                </a:solidFill>
                <a:latin typeface="Calibri" panose="020F0502020204030204" pitchFamily="34" charset="0"/>
                <a:ea typeface="+mn-ea"/>
                <a:cs typeface="Calibri" panose="020F0502020204030204" pitchFamily="34" charset="0"/>
              </a:defRPr>
            </a:lvl3pPr>
            <a:lvl4pPr marL="1080000" indent="0" algn="ctr" defTabSz="914400" rtl="0" eaLnBrk="1" latinLnBrk="0" hangingPunct="1">
              <a:lnSpc>
                <a:spcPct val="150000"/>
              </a:lnSpc>
              <a:spcBef>
                <a:spcPts val="500"/>
              </a:spcBef>
              <a:buClr>
                <a:schemeClr val="accent3"/>
              </a:buClr>
              <a:buFont typeface="Arial" panose="020B0604020202020204" pitchFamily="34" charset="0"/>
              <a:buNone/>
              <a:defRPr sz="2000" b="0" i="1" kern="1200" spc="50" baseline="0">
                <a:solidFill>
                  <a:schemeClr val="tx1">
                    <a:alpha val="60000"/>
                  </a:schemeClr>
                </a:solidFill>
                <a:latin typeface="Calibri" panose="020F0502020204030204" pitchFamily="34" charset="0"/>
                <a:ea typeface="+mn-ea"/>
                <a:cs typeface="Calibri" panose="020F0502020204030204" pitchFamily="34" charset="0"/>
              </a:defRPr>
            </a:lvl4pPr>
            <a:lvl5pPr marL="1440000" indent="0" algn="ctr" defTabSz="914400" rtl="0" eaLnBrk="1" latinLnBrk="0" hangingPunct="1">
              <a:lnSpc>
                <a:spcPct val="150000"/>
              </a:lnSpc>
              <a:spcBef>
                <a:spcPts val="500"/>
              </a:spcBef>
              <a:buClr>
                <a:schemeClr val="accent3"/>
              </a:buClr>
              <a:buFont typeface="Wingdings" panose="05000000000000000000" pitchFamily="2" charset="2"/>
              <a:buNone/>
              <a:defRPr sz="2000" kern="1200" spc="50">
                <a:solidFill>
                  <a:schemeClr val="tx1">
                    <a:alpha val="60000"/>
                  </a:schemeClr>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lnSpc>
                <a:spcPct val="100000"/>
              </a:lnSpc>
              <a:buClr>
                <a:srgbClr val="663300"/>
              </a:buClr>
              <a:buFont typeface="Arial" panose="020B0604020202020204" pitchFamily="34" charset="0"/>
              <a:buChar char="•"/>
            </a:pPr>
            <a:r>
              <a:rPr lang="en-US" sz="1900" dirty="0">
                <a:solidFill>
                  <a:srgbClr val="663300"/>
                </a:solidFill>
                <a:latin typeface="Tenorite" panose="00000500000000000000" pitchFamily="2" charset="0"/>
              </a:rPr>
              <a:t>Identify the technology that your work unit uses by making these two lists:</a:t>
            </a:r>
          </a:p>
          <a:p>
            <a:pPr marL="1177200" lvl="2" indent="-457200" algn="just">
              <a:lnSpc>
                <a:spcPct val="100000"/>
              </a:lnSpc>
              <a:buClr>
                <a:srgbClr val="663300"/>
              </a:buClr>
              <a:buFont typeface="+mj-lt"/>
              <a:buAutoNum type="arabicPeriod"/>
            </a:pPr>
            <a:r>
              <a:rPr lang="en-US" sz="1900" dirty="0">
                <a:solidFill>
                  <a:srgbClr val="663300"/>
                </a:solidFill>
                <a:latin typeface="Tenorite" panose="00000500000000000000" pitchFamily="2" charset="0"/>
              </a:rPr>
              <a:t>Key equipment and processes that enable and support your business functions, including computer systems, essential software, devices – anything that enables communication and work flow.</a:t>
            </a:r>
          </a:p>
          <a:p>
            <a:pPr marL="1177200" lvl="2" indent="-457200" algn="just">
              <a:lnSpc>
                <a:spcPct val="100000"/>
              </a:lnSpc>
              <a:buClr>
                <a:srgbClr val="663300"/>
              </a:buClr>
              <a:buFont typeface="+mj-lt"/>
              <a:buAutoNum type="arabicPeriod"/>
            </a:pPr>
            <a:r>
              <a:rPr lang="en-US" sz="1900" dirty="0">
                <a:solidFill>
                  <a:srgbClr val="663300"/>
                </a:solidFill>
                <a:latin typeface="Tenorite" panose="00000500000000000000" pitchFamily="2" charset="0"/>
              </a:rPr>
              <a:t>Tools you can use to implement the proposed change, including things such as seminars and training materials.</a:t>
            </a:r>
          </a:p>
        </p:txBody>
      </p:sp>
    </p:spTree>
    <p:extLst>
      <p:ext uri="{BB962C8B-B14F-4D97-AF65-F5344CB8AC3E}">
        <p14:creationId xmlns:p14="http://schemas.microsoft.com/office/powerpoint/2010/main" val="25784003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4056600" y="536573"/>
            <a:ext cx="4078800" cy="1453003"/>
          </a:xfrm>
        </p:spPr>
        <p:txBody>
          <a:bodyPr wrap="square" rtlCol="0" anchor="b">
            <a:normAutofit fontScale="90000"/>
          </a:bodyPr>
          <a:lstStyle/>
          <a:p>
            <a:pPr rtl="0"/>
            <a:r>
              <a:rPr lang="pl-PL" sz="5000" dirty="0">
                <a:latin typeface="Tenorite" panose="00000500000000000000" pitchFamily="2" charset="0"/>
              </a:rPr>
              <a:t>Components</a:t>
            </a:r>
            <a:br>
              <a:rPr lang="pl-PL" sz="5000" dirty="0">
                <a:latin typeface="Tenorite" panose="00000500000000000000" pitchFamily="2" charset="0"/>
              </a:rPr>
            </a:br>
            <a:r>
              <a:rPr lang="pl-PL" sz="5000" dirty="0">
                <a:latin typeface="Tenorite" panose="00000500000000000000" pitchFamily="2" charset="0"/>
              </a:rPr>
              <a:t>of </a:t>
            </a:r>
            <a:r>
              <a:rPr lang="pl-PL" sz="5000" dirty="0" err="1">
                <a:latin typeface="Tenorite" panose="00000500000000000000" pitchFamily="2" charset="0"/>
              </a:rPr>
              <a:t>organization</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Organization’s</a:t>
            </a:r>
            <a:r>
              <a:rPr lang="pl-PL" sz="1100" dirty="0">
                <a:solidFill>
                  <a:srgbClr val="5E5441"/>
                </a:solidFill>
                <a:latin typeface="Tenorite" panose="00000500000000000000" pitchFamily="2" charset="0"/>
              </a:rPr>
              <a:t> environment</a:t>
            </a: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8</a:t>
            </a:fld>
            <a:endParaRPr lang="pl-PL" sz="1100" noProof="0" dirty="0">
              <a:latin typeface="Tenorite" panose="00000500000000000000" pitchFamily="2" charset="0"/>
            </a:endParaRPr>
          </a:p>
        </p:txBody>
      </p:sp>
      <p:sp>
        <p:nvSpPr>
          <p:cNvPr id="21" name="Prostokąt 20">
            <a:extLst>
              <a:ext uri="{FF2B5EF4-FFF2-40B4-BE49-F238E27FC236}">
                <a16:creationId xmlns:a16="http://schemas.microsoft.com/office/drawing/2014/main" id="{93426C12-1D25-3197-68B7-488BD7E349DC}"/>
              </a:ext>
            </a:extLst>
          </p:cNvPr>
          <p:cNvSpPr/>
          <p:nvPr/>
        </p:nvSpPr>
        <p:spPr>
          <a:xfrm>
            <a:off x="1567401" y="2890391"/>
            <a:ext cx="9057197" cy="1631216"/>
          </a:xfrm>
          <a:prstGeom prst="rect">
            <a:avLst/>
          </a:prstGeom>
          <a:solidFill>
            <a:srgbClr val="663300"/>
          </a:solidFill>
        </p:spPr>
        <p:txBody>
          <a:bodyPr wrap="square">
            <a:spAutoFit/>
          </a:bodyPr>
          <a:lstStyle/>
          <a:p>
            <a:pPr algn="just">
              <a:defRPr/>
            </a:pPr>
            <a:r>
              <a:rPr lang="en-US" sz="2000" b="1" u="none" dirty="0">
                <a:solidFill>
                  <a:schemeClr val="bg1"/>
                </a:solidFill>
                <a:effectLst>
                  <a:outerShdw blurRad="38100" dist="38100" dir="2700000" algn="tl">
                    <a:srgbClr val="000000">
                      <a:alpha val="43137"/>
                    </a:srgbClr>
                  </a:outerShdw>
                </a:effectLst>
                <a:latin typeface="Tenorite" panose="00000500000000000000" pitchFamily="2" charset="0"/>
              </a:rPr>
              <a:t>ABC Company has decided to introduce a new skill-based assessment procedure for its field engineers. Under this system, the engineers will be evaluated primarily on their skills. They'll be expected to keep up with the latest developments in their field and use them effectively. Furthermore, instead of the boss, peers will be asked to rate other engineers.</a:t>
            </a:r>
          </a:p>
        </p:txBody>
      </p:sp>
      <p:sp>
        <p:nvSpPr>
          <p:cNvPr id="22" name="TextBox 3">
            <a:extLst>
              <a:ext uri="{FF2B5EF4-FFF2-40B4-BE49-F238E27FC236}">
                <a16:creationId xmlns:a16="http://schemas.microsoft.com/office/drawing/2014/main" id="{62165B01-DB1A-1723-F295-0063F2D43CDA}"/>
              </a:ext>
            </a:extLst>
          </p:cNvPr>
          <p:cNvSpPr txBox="1">
            <a:spLocks noChangeArrowheads="1"/>
          </p:cNvSpPr>
          <p:nvPr/>
        </p:nvSpPr>
        <p:spPr bwMode="auto">
          <a:xfrm>
            <a:off x="2819399" y="4931384"/>
            <a:ext cx="65532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u="sng"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u="sng" kern="1200">
                <a:solidFill>
                  <a:schemeClr val="tx1"/>
                </a:solidFill>
                <a:latin typeface="Tahoma" panose="020B0604030504040204" pitchFamily="34" charset="0"/>
                <a:ea typeface="+mn-ea"/>
                <a:cs typeface="Arial" panose="020B0604020202020204" pitchFamily="34" charset="0"/>
              </a:defRPr>
            </a:lvl9pPr>
          </a:lstStyle>
          <a:p>
            <a:pPr algn="ctr"/>
            <a:r>
              <a:rPr lang="en-US" altLang="pl-PL" sz="3200" b="1" u="none" dirty="0">
                <a:solidFill>
                  <a:srgbClr val="663300"/>
                </a:solidFill>
                <a:latin typeface="Tenorite" panose="00000500000000000000" pitchFamily="2" charset="0"/>
              </a:rPr>
              <a:t>What will the impacts be?</a:t>
            </a:r>
            <a:endParaRPr lang="pl-PL" altLang="pl-PL" sz="3200" b="1" u="none" dirty="0">
              <a:solidFill>
                <a:srgbClr val="663300"/>
              </a:solidFill>
              <a:latin typeface="Tenorite" panose="00000500000000000000" pitchFamily="2" charset="0"/>
            </a:endParaRPr>
          </a:p>
        </p:txBody>
      </p:sp>
    </p:spTree>
    <p:extLst>
      <p:ext uri="{BB962C8B-B14F-4D97-AF65-F5344CB8AC3E}">
        <p14:creationId xmlns:p14="http://schemas.microsoft.com/office/powerpoint/2010/main" val="21130920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4056600" y="536573"/>
            <a:ext cx="4078800" cy="1453003"/>
          </a:xfrm>
        </p:spPr>
        <p:txBody>
          <a:bodyPr wrap="square" rtlCol="0" anchor="b">
            <a:normAutofit fontScale="90000"/>
          </a:bodyPr>
          <a:lstStyle/>
          <a:p>
            <a:pPr rtl="0"/>
            <a:r>
              <a:rPr lang="pl-PL" sz="5000" dirty="0">
                <a:latin typeface="Tenorite" panose="00000500000000000000" pitchFamily="2" charset="0"/>
              </a:rPr>
              <a:t>Components</a:t>
            </a:r>
            <a:br>
              <a:rPr lang="pl-PL" sz="5000" dirty="0">
                <a:latin typeface="Tenorite" panose="00000500000000000000" pitchFamily="2" charset="0"/>
              </a:rPr>
            </a:br>
            <a:r>
              <a:rPr lang="pl-PL" sz="5000" dirty="0">
                <a:latin typeface="Tenorite" panose="00000500000000000000" pitchFamily="2" charset="0"/>
              </a:rPr>
              <a:t>of </a:t>
            </a:r>
            <a:r>
              <a:rPr lang="pl-PL" sz="5000" dirty="0" err="1">
                <a:latin typeface="Tenorite" panose="00000500000000000000" pitchFamily="2" charset="0"/>
              </a:rPr>
              <a:t>organization</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Organization’s</a:t>
            </a:r>
            <a:r>
              <a:rPr lang="pl-PL" sz="1100" dirty="0">
                <a:solidFill>
                  <a:srgbClr val="5E5441"/>
                </a:solidFill>
                <a:latin typeface="Tenorite" panose="00000500000000000000" pitchFamily="2" charset="0"/>
              </a:rPr>
              <a:t> environment</a:t>
            </a: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9</a:t>
            </a:fld>
            <a:endParaRPr lang="pl-PL" sz="1100" noProof="0" dirty="0">
              <a:latin typeface="Tenorite" panose="00000500000000000000" pitchFamily="2" charset="0"/>
            </a:endParaRPr>
          </a:p>
        </p:txBody>
      </p:sp>
      <p:sp>
        <p:nvSpPr>
          <p:cNvPr id="8" name="Zawartość — symbol zastępczy 2">
            <a:extLst>
              <a:ext uri="{FF2B5EF4-FFF2-40B4-BE49-F238E27FC236}">
                <a16:creationId xmlns:a16="http://schemas.microsoft.com/office/drawing/2014/main" id="{CA63DE91-7A9E-CB79-120D-7CD6AC40824E}"/>
              </a:ext>
            </a:extLst>
          </p:cNvPr>
          <p:cNvSpPr txBox="1">
            <a:spLocks/>
          </p:cNvSpPr>
          <p:nvPr/>
        </p:nvSpPr>
        <p:spPr>
          <a:xfrm>
            <a:off x="838168" y="2765371"/>
            <a:ext cx="10515664" cy="3378755"/>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Clr>
                <a:schemeClr val="accent3"/>
              </a:buClr>
              <a:buFont typeface="Wingdings" panose="05000000000000000000" pitchFamily="2" charset="2"/>
              <a:buNone/>
              <a:defRPr sz="1600" kern="1200" spc="50" baseline="0">
                <a:solidFill>
                  <a:schemeClr val="tx1">
                    <a:alpha val="60000"/>
                  </a:schemeClr>
                </a:solidFill>
                <a:latin typeface="Calibri" panose="020F0502020204030204" pitchFamily="34" charset="0"/>
                <a:ea typeface="+mn-ea"/>
                <a:cs typeface="Calibri" panose="020F0502020204030204" pitchFamily="34" charset="0"/>
              </a:defRPr>
            </a:lvl1pPr>
            <a:lvl2pPr marL="360000" indent="0" algn="ctr" defTabSz="914400" rtl="0" eaLnBrk="1" latinLnBrk="0" hangingPunct="1">
              <a:lnSpc>
                <a:spcPct val="150000"/>
              </a:lnSpc>
              <a:spcBef>
                <a:spcPts val="500"/>
              </a:spcBef>
              <a:buFont typeface="Arial" panose="020B0604020202020204" pitchFamily="34" charset="0"/>
              <a:buNone/>
              <a:defRPr sz="2000" b="0" i="1" kern="1200" spc="50" baseline="0">
                <a:solidFill>
                  <a:schemeClr val="tx1">
                    <a:alpha val="60000"/>
                  </a:schemeClr>
                </a:solidFill>
                <a:latin typeface="Calibri" panose="020F0502020204030204" pitchFamily="34" charset="0"/>
                <a:ea typeface="+mn-ea"/>
                <a:cs typeface="Calibri" panose="020F0502020204030204" pitchFamily="34" charset="0"/>
              </a:defRPr>
            </a:lvl2pPr>
            <a:lvl3pPr marL="720000" indent="0" algn="ctr" defTabSz="914400" rtl="0" eaLnBrk="1" latinLnBrk="0" hangingPunct="1">
              <a:lnSpc>
                <a:spcPct val="150000"/>
              </a:lnSpc>
              <a:spcBef>
                <a:spcPts val="500"/>
              </a:spcBef>
              <a:buClr>
                <a:schemeClr val="accent3"/>
              </a:buClr>
              <a:buFont typeface="Wingdings" panose="05000000000000000000" pitchFamily="2" charset="2"/>
              <a:buNone/>
              <a:defRPr sz="2000" kern="1200" spc="50">
                <a:solidFill>
                  <a:schemeClr val="tx1">
                    <a:alpha val="60000"/>
                  </a:schemeClr>
                </a:solidFill>
                <a:latin typeface="Calibri" panose="020F0502020204030204" pitchFamily="34" charset="0"/>
                <a:ea typeface="+mn-ea"/>
                <a:cs typeface="Calibri" panose="020F0502020204030204" pitchFamily="34" charset="0"/>
              </a:defRPr>
            </a:lvl3pPr>
            <a:lvl4pPr marL="1080000" indent="0" algn="ctr" defTabSz="914400" rtl="0" eaLnBrk="1" latinLnBrk="0" hangingPunct="1">
              <a:lnSpc>
                <a:spcPct val="150000"/>
              </a:lnSpc>
              <a:spcBef>
                <a:spcPts val="500"/>
              </a:spcBef>
              <a:buClr>
                <a:schemeClr val="accent3"/>
              </a:buClr>
              <a:buFont typeface="Arial" panose="020B0604020202020204" pitchFamily="34" charset="0"/>
              <a:buNone/>
              <a:defRPr sz="2000" b="0" i="1" kern="1200" spc="50" baseline="0">
                <a:solidFill>
                  <a:schemeClr val="tx1">
                    <a:alpha val="60000"/>
                  </a:schemeClr>
                </a:solidFill>
                <a:latin typeface="Calibri" panose="020F0502020204030204" pitchFamily="34" charset="0"/>
                <a:ea typeface="+mn-ea"/>
                <a:cs typeface="Calibri" panose="020F0502020204030204" pitchFamily="34" charset="0"/>
              </a:defRPr>
            </a:lvl4pPr>
            <a:lvl5pPr marL="1440000" indent="0" algn="ctr" defTabSz="914400" rtl="0" eaLnBrk="1" latinLnBrk="0" hangingPunct="1">
              <a:lnSpc>
                <a:spcPct val="150000"/>
              </a:lnSpc>
              <a:spcBef>
                <a:spcPts val="500"/>
              </a:spcBef>
              <a:buClr>
                <a:schemeClr val="accent3"/>
              </a:buClr>
              <a:buFont typeface="Wingdings" panose="05000000000000000000" pitchFamily="2" charset="2"/>
              <a:buNone/>
              <a:defRPr sz="2000" kern="1200" spc="50">
                <a:solidFill>
                  <a:schemeClr val="tx1">
                    <a:alpha val="60000"/>
                  </a:schemeClr>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lnSpc>
                <a:spcPct val="100000"/>
              </a:lnSpc>
              <a:buClr>
                <a:srgbClr val="663300"/>
              </a:buClr>
              <a:buFont typeface="Arial" panose="020B0604020202020204" pitchFamily="34" charset="0"/>
              <a:buChar char="•"/>
            </a:pPr>
            <a:r>
              <a:rPr lang="en-US" b="1" dirty="0">
                <a:solidFill>
                  <a:srgbClr val="663300"/>
                </a:solidFill>
                <a:latin typeface="Tenorite" panose="00000500000000000000" pitchFamily="2" charset="0"/>
              </a:rPr>
              <a:t>Task</a:t>
            </a:r>
            <a:r>
              <a:rPr lang="en-US" dirty="0">
                <a:solidFill>
                  <a:srgbClr val="663300"/>
                </a:solidFill>
                <a:latin typeface="Tenorite" panose="00000500000000000000" pitchFamily="2" charset="0"/>
              </a:rPr>
              <a:t> – The primary change will occur in the task component of the diamond. The work unit will have to take on the new task of conducting skill-based assessments. </a:t>
            </a:r>
          </a:p>
          <a:p>
            <a:pPr marL="342900" indent="-342900" algn="just">
              <a:lnSpc>
                <a:spcPct val="100000"/>
              </a:lnSpc>
              <a:buClr>
                <a:srgbClr val="663300"/>
              </a:buClr>
              <a:buFont typeface="Arial" panose="020B0604020202020204" pitchFamily="34" charset="0"/>
              <a:buChar char="•"/>
            </a:pPr>
            <a:r>
              <a:rPr lang="en-US" b="1" dirty="0">
                <a:solidFill>
                  <a:srgbClr val="663300"/>
                </a:solidFill>
                <a:latin typeface="Tenorite" panose="00000500000000000000" pitchFamily="2" charset="0"/>
              </a:rPr>
              <a:t>People</a:t>
            </a:r>
            <a:r>
              <a:rPr lang="en-US" dirty="0">
                <a:solidFill>
                  <a:srgbClr val="663300"/>
                </a:solidFill>
                <a:latin typeface="Tenorite" panose="00000500000000000000" pitchFamily="2" charset="0"/>
              </a:rPr>
              <a:t> – Engineers may be uneasy about the new system. They may think "Am I good enough?" "Won't it involve a lot of work?" "Will I have time to track new developments?" "How do I rate my peers?" These concerns will need to be addressed if the change is to be successful.</a:t>
            </a:r>
          </a:p>
          <a:p>
            <a:pPr marL="342900" indent="-342900" algn="just">
              <a:lnSpc>
                <a:spcPct val="100000"/>
              </a:lnSpc>
              <a:buClr>
                <a:srgbClr val="663300"/>
              </a:buClr>
              <a:buFont typeface="Arial" panose="020B0604020202020204" pitchFamily="34" charset="0"/>
              <a:buChar char="•"/>
            </a:pPr>
            <a:r>
              <a:rPr lang="en-US" b="1" dirty="0">
                <a:solidFill>
                  <a:srgbClr val="663300"/>
                </a:solidFill>
                <a:latin typeface="Tenorite" panose="00000500000000000000" pitchFamily="2" charset="0"/>
              </a:rPr>
              <a:t>Structure</a:t>
            </a:r>
            <a:r>
              <a:rPr lang="en-US" dirty="0">
                <a:solidFill>
                  <a:srgbClr val="663300"/>
                </a:solidFill>
                <a:latin typeface="Tenorite" panose="00000500000000000000" pitchFamily="2" charset="0"/>
              </a:rPr>
              <a:t> – Old career advancement patterns might not align with the new assessment procedure. The new procedure might create a more skilled pool of people. These people, in turn, might demand higher pay and better positions.</a:t>
            </a:r>
          </a:p>
          <a:p>
            <a:pPr marL="342900" indent="-342900" algn="just">
              <a:lnSpc>
                <a:spcPct val="100000"/>
              </a:lnSpc>
              <a:buClr>
                <a:srgbClr val="663300"/>
              </a:buClr>
              <a:buFont typeface="Arial" panose="020B0604020202020204" pitchFamily="34" charset="0"/>
              <a:buChar char="•"/>
            </a:pPr>
            <a:r>
              <a:rPr lang="en-US" b="1" dirty="0">
                <a:solidFill>
                  <a:srgbClr val="663300"/>
                </a:solidFill>
                <a:latin typeface="Tenorite" panose="00000500000000000000" pitchFamily="2" charset="0"/>
              </a:rPr>
              <a:t>Technology</a:t>
            </a:r>
            <a:r>
              <a:rPr lang="en-US" dirty="0">
                <a:solidFill>
                  <a:srgbClr val="663300"/>
                </a:solidFill>
                <a:latin typeface="Tenorite" panose="00000500000000000000" pitchFamily="2" charset="0"/>
              </a:rPr>
              <a:t> – This change may need changes to be made to computer systems: Once established, the new procedure may need a database to store and track the skill-based assessments on an ongoing basis. The organization might also need technology and training seminars to help with continuous learning for engineers.</a:t>
            </a:r>
          </a:p>
        </p:txBody>
      </p:sp>
    </p:spTree>
    <p:extLst>
      <p:ext uri="{BB962C8B-B14F-4D97-AF65-F5344CB8AC3E}">
        <p14:creationId xmlns:p14="http://schemas.microsoft.com/office/powerpoint/2010/main" val="611181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247500" y="572236"/>
            <a:ext cx="5697000" cy="1453003"/>
          </a:xfrm>
        </p:spPr>
        <p:txBody>
          <a:bodyPr wrap="square" rtlCol="0" anchor="b">
            <a:normAutofit fontScale="90000"/>
          </a:bodyPr>
          <a:lstStyle/>
          <a:p>
            <a:pPr rtl="0"/>
            <a:r>
              <a:rPr lang="en-US" sz="5000" dirty="0">
                <a:latin typeface="Tenorite" panose="00000500000000000000" pitchFamily="2" charset="0"/>
              </a:rPr>
              <a:t>Organization as an „open system”</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Organization’s</a:t>
            </a:r>
            <a:r>
              <a:rPr lang="pl-PL" sz="1100" dirty="0">
                <a:solidFill>
                  <a:srgbClr val="5E5441"/>
                </a:solidFill>
                <a:latin typeface="Tenorite" panose="00000500000000000000" pitchFamily="2" charset="0"/>
              </a:rPr>
              <a:t> environment</a:t>
            </a: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10</a:t>
            </a:fld>
            <a:endParaRPr lang="pl-PL" sz="1100" noProof="0" dirty="0">
              <a:latin typeface="Tenorite" panose="00000500000000000000" pitchFamily="2" charset="0"/>
            </a:endParaRPr>
          </a:p>
        </p:txBody>
      </p:sp>
      <p:sp>
        <p:nvSpPr>
          <p:cNvPr id="27" name="Prostokąt 26">
            <a:extLst>
              <a:ext uri="{FF2B5EF4-FFF2-40B4-BE49-F238E27FC236}">
                <a16:creationId xmlns:a16="http://schemas.microsoft.com/office/drawing/2014/main" id="{785DCB81-5C2D-1C1B-B731-A8B7266F9B24}"/>
              </a:ext>
            </a:extLst>
          </p:cNvPr>
          <p:cNvSpPr/>
          <p:nvPr/>
        </p:nvSpPr>
        <p:spPr bwMode="auto">
          <a:xfrm>
            <a:off x="1739900" y="2682464"/>
            <a:ext cx="8712200" cy="3322637"/>
          </a:xfrm>
          <a:prstGeom prst="rect">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5400000" scaled="1"/>
            <a:tileRect/>
          </a:gradFill>
          <a:ln>
            <a:solidFill>
              <a:schemeClr val="tx2"/>
            </a:solidFill>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a:lstStyle/>
          <a:p>
            <a:pPr eaLnBrk="1" hangingPunct="1">
              <a:defRPr/>
            </a:pPr>
            <a:endParaRPr lang="pl-PL">
              <a:solidFill>
                <a:schemeClr val="tx1"/>
              </a:solidFill>
            </a:endParaRPr>
          </a:p>
        </p:txBody>
      </p:sp>
      <p:sp>
        <p:nvSpPr>
          <p:cNvPr id="28" name="pole tekstowe 27">
            <a:extLst>
              <a:ext uri="{FF2B5EF4-FFF2-40B4-BE49-F238E27FC236}">
                <a16:creationId xmlns:a16="http://schemas.microsoft.com/office/drawing/2014/main" id="{D2A9F5E7-D25B-B47B-8B6E-66EEAFBAB6BC}"/>
              </a:ext>
            </a:extLst>
          </p:cNvPr>
          <p:cNvSpPr txBox="1"/>
          <p:nvPr/>
        </p:nvSpPr>
        <p:spPr>
          <a:xfrm>
            <a:off x="3971925" y="2731676"/>
            <a:ext cx="4176713" cy="369888"/>
          </a:xfrm>
          <a:prstGeom prst="rect">
            <a:avLst/>
          </a:prstGeom>
          <a:noFill/>
        </p:spPr>
        <p:txBody>
          <a:bodyPr>
            <a:spAutoFit/>
          </a:bodyPr>
          <a:lstStyle/>
          <a:p>
            <a:pPr algn="ctr">
              <a:defRPr/>
            </a:pPr>
            <a:r>
              <a:rPr lang="pl-PL" b="1" u="none" dirty="0">
                <a:solidFill>
                  <a:schemeClr val="bg1"/>
                </a:solidFill>
                <a:effectLst>
                  <a:outerShdw blurRad="38100" dist="38100" dir="2700000" algn="tl">
                    <a:srgbClr val="000000">
                      <a:alpha val="43137"/>
                    </a:srgbClr>
                  </a:outerShdw>
                </a:effectLst>
                <a:latin typeface="Tenorite" panose="00000500000000000000" pitchFamily="2" charset="0"/>
              </a:rPr>
              <a:t>ENVIRONMENT</a:t>
            </a:r>
          </a:p>
        </p:txBody>
      </p:sp>
      <p:sp>
        <p:nvSpPr>
          <p:cNvPr id="29" name="Objaśnienie ze strzałką w prawo 5">
            <a:extLst>
              <a:ext uri="{FF2B5EF4-FFF2-40B4-BE49-F238E27FC236}">
                <a16:creationId xmlns:a16="http://schemas.microsoft.com/office/drawing/2014/main" id="{F1166F31-1289-6531-0EDA-D0B8AC308A1C}"/>
              </a:ext>
            </a:extLst>
          </p:cNvPr>
          <p:cNvSpPr>
            <a:spLocks noChangeArrowheads="1"/>
          </p:cNvSpPr>
          <p:nvPr/>
        </p:nvSpPr>
        <p:spPr bwMode="auto">
          <a:xfrm>
            <a:off x="2171700" y="3471451"/>
            <a:ext cx="2447925" cy="1728788"/>
          </a:xfrm>
          <a:prstGeom prst="rightArrowCallout">
            <a:avLst>
              <a:gd name="adj1" fmla="val 25000"/>
              <a:gd name="adj2" fmla="val 25000"/>
              <a:gd name="adj3" fmla="val 34606"/>
              <a:gd name="adj4" fmla="val 64977"/>
            </a:avLst>
          </a:prstGeom>
          <a:solidFill>
            <a:srgbClr val="FFC000"/>
          </a:solidFill>
          <a:ln w="9525" algn="ctr">
            <a:solidFill>
              <a:schemeClr val="tx1"/>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pl-PL" altLang="pl-PL" sz="1800"/>
          </a:p>
        </p:txBody>
      </p:sp>
      <p:sp>
        <p:nvSpPr>
          <p:cNvPr id="30" name="pole tekstowe 6">
            <a:extLst>
              <a:ext uri="{FF2B5EF4-FFF2-40B4-BE49-F238E27FC236}">
                <a16:creationId xmlns:a16="http://schemas.microsoft.com/office/drawing/2014/main" id="{5798D08B-D269-9524-7790-3C57F7EEAE38}"/>
              </a:ext>
            </a:extLst>
          </p:cNvPr>
          <p:cNvSpPr txBox="1">
            <a:spLocks noChangeArrowheads="1"/>
          </p:cNvSpPr>
          <p:nvPr/>
        </p:nvSpPr>
        <p:spPr bwMode="auto">
          <a:xfrm>
            <a:off x="2148031" y="4182924"/>
            <a:ext cx="158432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a:spcBef>
                <a:spcPct val="0"/>
              </a:spcBef>
              <a:buClrTx/>
              <a:buSzTx/>
              <a:buFontTx/>
              <a:buNone/>
            </a:pPr>
            <a:r>
              <a:rPr lang="pl-PL" altLang="pl-PL" sz="1600" b="1" u="none" dirty="0">
                <a:solidFill>
                  <a:srgbClr val="C00000"/>
                </a:solidFill>
                <a:latin typeface="Tenorite" panose="00000500000000000000" pitchFamily="2" charset="0"/>
              </a:rPr>
              <a:t>INPUTS</a:t>
            </a:r>
          </a:p>
          <a:p>
            <a:pPr algn="ctr">
              <a:spcBef>
                <a:spcPct val="0"/>
              </a:spcBef>
              <a:buClrTx/>
              <a:buSzTx/>
              <a:buFontTx/>
              <a:buNone/>
            </a:pPr>
            <a:endParaRPr lang="pl-PL" altLang="pl-PL" sz="1800" b="1" u="none" dirty="0">
              <a:latin typeface="Tenorite" panose="00000500000000000000" pitchFamily="2" charset="0"/>
            </a:endParaRPr>
          </a:p>
        </p:txBody>
      </p:sp>
      <p:sp>
        <p:nvSpPr>
          <p:cNvPr id="31" name="Objaśnienie ze strzałką w prawo 8">
            <a:extLst>
              <a:ext uri="{FF2B5EF4-FFF2-40B4-BE49-F238E27FC236}">
                <a16:creationId xmlns:a16="http://schemas.microsoft.com/office/drawing/2014/main" id="{F68FAA57-6658-DE09-B36D-EA6BA17EF5F6}"/>
              </a:ext>
            </a:extLst>
          </p:cNvPr>
          <p:cNvSpPr>
            <a:spLocks noChangeArrowheads="1"/>
          </p:cNvSpPr>
          <p:nvPr/>
        </p:nvSpPr>
        <p:spPr bwMode="auto">
          <a:xfrm>
            <a:off x="4649788" y="3476214"/>
            <a:ext cx="3248025" cy="1728787"/>
          </a:xfrm>
          <a:prstGeom prst="rightArrowCallout">
            <a:avLst>
              <a:gd name="adj1" fmla="val 25000"/>
              <a:gd name="adj2" fmla="val 25000"/>
              <a:gd name="adj3" fmla="val 34610"/>
              <a:gd name="adj4" fmla="val 72389"/>
            </a:avLst>
          </a:prstGeom>
          <a:solidFill>
            <a:srgbClr val="FFC000"/>
          </a:solidFill>
          <a:ln w="9525" algn="ctr">
            <a:solidFill>
              <a:schemeClr val="tx1"/>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pl-PL" altLang="pl-PL" sz="1800"/>
          </a:p>
        </p:txBody>
      </p:sp>
      <p:sp>
        <p:nvSpPr>
          <p:cNvPr id="32" name="Objaśnienie ze strzałką w prawo 9">
            <a:extLst>
              <a:ext uri="{FF2B5EF4-FFF2-40B4-BE49-F238E27FC236}">
                <a16:creationId xmlns:a16="http://schemas.microsoft.com/office/drawing/2014/main" id="{39286DCA-1F10-BA9B-8AFC-A819D9E43BE6}"/>
              </a:ext>
            </a:extLst>
          </p:cNvPr>
          <p:cNvSpPr>
            <a:spLocks noChangeArrowheads="1"/>
          </p:cNvSpPr>
          <p:nvPr/>
        </p:nvSpPr>
        <p:spPr bwMode="auto">
          <a:xfrm>
            <a:off x="7908925" y="3449226"/>
            <a:ext cx="2449513" cy="1728788"/>
          </a:xfrm>
          <a:prstGeom prst="rightArrowCallout">
            <a:avLst>
              <a:gd name="adj1" fmla="val 25000"/>
              <a:gd name="adj2" fmla="val 25000"/>
              <a:gd name="adj3" fmla="val 34629"/>
              <a:gd name="adj4" fmla="val 64977"/>
            </a:avLst>
          </a:prstGeom>
          <a:solidFill>
            <a:srgbClr val="FFC000"/>
          </a:solidFill>
          <a:ln w="9525" algn="ctr">
            <a:solidFill>
              <a:schemeClr val="tx1"/>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pl-PL" altLang="pl-PL" sz="1800"/>
          </a:p>
        </p:txBody>
      </p:sp>
      <p:sp>
        <p:nvSpPr>
          <p:cNvPr id="33" name="pole tekstowe 10">
            <a:extLst>
              <a:ext uri="{FF2B5EF4-FFF2-40B4-BE49-F238E27FC236}">
                <a16:creationId xmlns:a16="http://schemas.microsoft.com/office/drawing/2014/main" id="{EAD30C1C-02CC-61ED-1986-C666CAAB404C}"/>
              </a:ext>
            </a:extLst>
          </p:cNvPr>
          <p:cNvSpPr txBox="1">
            <a:spLocks noChangeArrowheads="1"/>
          </p:cNvSpPr>
          <p:nvPr/>
        </p:nvSpPr>
        <p:spPr bwMode="auto">
          <a:xfrm>
            <a:off x="7897813" y="3528601"/>
            <a:ext cx="1584325"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a:spcBef>
                <a:spcPct val="0"/>
              </a:spcBef>
              <a:buClrTx/>
              <a:buSzTx/>
              <a:buFontTx/>
              <a:buNone/>
            </a:pPr>
            <a:r>
              <a:rPr lang="pl-PL" altLang="pl-PL" sz="1600" b="1" u="none" dirty="0">
                <a:latin typeface="Tenorite" panose="00000500000000000000" pitchFamily="2" charset="0"/>
              </a:rPr>
              <a:t>OUTPUTS</a:t>
            </a:r>
          </a:p>
          <a:p>
            <a:pPr algn="ctr">
              <a:spcBef>
                <a:spcPct val="0"/>
              </a:spcBef>
              <a:buClrTx/>
              <a:buSzTx/>
              <a:buFontTx/>
              <a:buNone/>
            </a:pPr>
            <a:endParaRPr lang="pl-PL" altLang="pl-PL" sz="1800" b="1" u="none" dirty="0">
              <a:latin typeface="Tenorite" panose="00000500000000000000" pitchFamily="2" charset="0"/>
            </a:endParaRPr>
          </a:p>
          <a:p>
            <a:pPr>
              <a:spcBef>
                <a:spcPct val="0"/>
              </a:spcBef>
              <a:buClrTx/>
              <a:buSzTx/>
              <a:buFont typeface="Wingdings" panose="05000000000000000000" pitchFamily="2" charset="2"/>
              <a:buChar char="§"/>
            </a:pPr>
            <a:r>
              <a:rPr lang="pl-PL" altLang="pl-PL" sz="1600" b="1" u="none" dirty="0">
                <a:latin typeface="Tenorite" panose="00000500000000000000" pitchFamily="2" charset="0"/>
              </a:rPr>
              <a:t> </a:t>
            </a:r>
            <a:r>
              <a:rPr lang="pl-PL" altLang="pl-PL" sz="1600" b="1" u="none" dirty="0" err="1">
                <a:latin typeface="Tenorite" panose="00000500000000000000" pitchFamily="2" charset="0"/>
              </a:rPr>
              <a:t>Goods</a:t>
            </a:r>
            <a:endParaRPr lang="pl-PL" altLang="pl-PL" sz="1600" b="1" u="none" dirty="0">
              <a:latin typeface="Tenorite" panose="00000500000000000000" pitchFamily="2" charset="0"/>
            </a:endParaRPr>
          </a:p>
          <a:p>
            <a:pPr>
              <a:spcBef>
                <a:spcPct val="0"/>
              </a:spcBef>
              <a:buClrTx/>
              <a:buSzTx/>
              <a:buFont typeface="Wingdings" panose="05000000000000000000" pitchFamily="2" charset="2"/>
              <a:buChar char="§"/>
            </a:pPr>
            <a:r>
              <a:rPr lang="pl-PL" altLang="pl-PL" sz="1600" b="1" u="none" dirty="0">
                <a:latin typeface="Tenorite" panose="00000500000000000000" pitchFamily="2" charset="0"/>
              </a:rPr>
              <a:t> Services</a:t>
            </a:r>
          </a:p>
          <a:p>
            <a:pPr>
              <a:spcBef>
                <a:spcPct val="0"/>
              </a:spcBef>
              <a:buClrTx/>
              <a:buSzTx/>
              <a:buFont typeface="Wingdings" panose="05000000000000000000" pitchFamily="2" charset="2"/>
              <a:buChar char="§"/>
            </a:pPr>
            <a:r>
              <a:rPr lang="pl-PL" altLang="pl-PL" sz="1600" b="1" u="none" dirty="0">
                <a:latin typeface="Tenorite" panose="00000500000000000000" pitchFamily="2" charset="0"/>
              </a:rPr>
              <a:t> </a:t>
            </a:r>
            <a:r>
              <a:rPr lang="pl-PL" altLang="pl-PL" sz="1600" b="1" u="none" dirty="0" err="1">
                <a:latin typeface="Tenorite" panose="00000500000000000000" pitchFamily="2" charset="0"/>
              </a:rPr>
              <a:t>Ideas</a:t>
            </a:r>
            <a:endParaRPr lang="pl-PL" altLang="pl-PL" sz="1600" b="1" u="none" dirty="0">
              <a:latin typeface="Tenorite" panose="00000500000000000000" pitchFamily="2" charset="0"/>
            </a:endParaRPr>
          </a:p>
        </p:txBody>
      </p:sp>
      <p:sp>
        <p:nvSpPr>
          <p:cNvPr id="34" name="pole tekstowe 11">
            <a:extLst>
              <a:ext uri="{FF2B5EF4-FFF2-40B4-BE49-F238E27FC236}">
                <a16:creationId xmlns:a16="http://schemas.microsoft.com/office/drawing/2014/main" id="{DF7E2BEC-52FB-2384-8EEB-8B34D67B7DB1}"/>
              </a:ext>
            </a:extLst>
          </p:cNvPr>
          <p:cNvSpPr txBox="1">
            <a:spLocks noChangeArrowheads="1"/>
          </p:cNvSpPr>
          <p:nvPr/>
        </p:nvSpPr>
        <p:spPr bwMode="auto">
          <a:xfrm>
            <a:off x="4703637" y="4166974"/>
            <a:ext cx="234632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a:spcBef>
                <a:spcPct val="0"/>
              </a:spcBef>
              <a:buClrTx/>
              <a:buSzTx/>
              <a:buFontTx/>
              <a:buNone/>
            </a:pPr>
            <a:r>
              <a:rPr lang="pl-PL" altLang="pl-PL" sz="1600" b="1" u="none" dirty="0">
                <a:latin typeface="Tenorite" panose="00000500000000000000" pitchFamily="2" charset="0"/>
              </a:rPr>
              <a:t>TRANSFORMATIONS</a:t>
            </a:r>
          </a:p>
          <a:p>
            <a:pPr algn="ctr">
              <a:spcBef>
                <a:spcPct val="0"/>
              </a:spcBef>
              <a:buClrTx/>
              <a:buSzTx/>
              <a:buFontTx/>
              <a:buNone/>
            </a:pPr>
            <a:endParaRPr lang="pl-PL" altLang="pl-PL" sz="1800" b="1" u="none" dirty="0">
              <a:latin typeface="Tenorite" panose="00000500000000000000" pitchFamily="2" charset="0"/>
            </a:endParaRPr>
          </a:p>
        </p:txBody>
      </p:sp>
      <p:cxnSp>
        <p:nvCxnSpPr>
          <p:cNvPr id="35" name="Łącznik prostoliniowy 18">
            <a:extLst>
              <a:ext uri="{FF2B5EF4-FFF2-40B4-BE49-F238E27FC236}">
                <a16:creationId xmlns:a16="http://schemas.microsoft.com/office/drawing/2014/main" id="{0BC2FE6E-E130-5607-B9BD-DBC8221B07B9}"/>
              </a:ext>
            </a:extLst>
          </p:cNvPr>
          <p:cNvCxnSpPr>
            <a:cxnSpLocks noChangeShapeType="1"/>
          </p:cNvCxnSpPr>
          <p:nvPr/>
        </p:nvCxnSpPr>
        <p:spPr bwMode="auto">
          <a:xfrm>
            <a:off x="1882775" y="5551076"/>
            <a:ext cx="6807200" cy="0"/>
          </a:xfrm>
          <a:prstGeom prst="line">
            <a:avLst/>
          </a:prstGeom>
          <a:noFill/>
          <a:ln w="38100" algn="ctr">
            <a:solidFill>
              <a:srgbClr val="00FF00"/>
            </a:solidFill>
            <a:round/>
            <a:headEnd/>
            <a:tailEnd/>
          </a:ln>
          <a:extLst>
            <a:ext uri="{909E8E84-426E-40DD-AFC4-6F175D3DCCD1}">
              <a14:hiddenFill xmlns:a14="http://schemas.microsoft.com/office/drawing/2010/main">
                <a:noFill/>
              </a14:hiddenFill>
            </a:ext>
          </a:extLst>
        </p:spPr>
      </p:cxnSp>
      <p:cxnSp>
        <p:nvCxnSpPr>
          <p:cNvPr id="36" name="Łącznik prosty ze strzałką 24">
            <a:extLst>
              <a:ext uri="{FF2B5EF4-FFF2-40B4-BE49-F238E27FC236}">
                <a16:creationId xmlns:a16="http://schemas.microsoft.com/office/drawing/2014/main" id="{CFE924B1-0A0E-1055-1B58-6202A8D6197D}"/>
              </a:ext>
            </a:extLst>
          </p:cNvPr>
          <p:cNvCxnSpPr>
            <a:cxnSpLocks noChangeShapeType="1"/>
          </p:cNvCxnSpPr>
          <p:nvPr/>
        </p:nvCxnSpPr>
        <p:spPr bwMode="auto">
          <a:xfrm>
            <a:off x="1873250" y="4138201"/>
            <a:ext cx="298450" cy="0"/>
          </a:xfrm>
          <a:prstGeom prst="straightConnector1">
            <a:avLst/>
          </a:prstGeom>
          <a:noFill/>
          <a:ln w="28575" algn="ctr">
            <a:solidFill>
              <a:srgbClr val="00FF00"/>
            </a:solidFill>
            <a:round/>
            <a:headEnd/>
            <a:tailEnd type="triangle" w="med" len="med"/>
          </a:ln>
          <a:extLst>
            <a:ext uri="{909E8E84-426E-40DD-AFC4-6F175D3DCCD1}">
              <a14:hiddenFill xmlns:a14="http://schemas.microsoft.com/office/drawing/2010/main">
                <a:noFill/>
              </a14:hiddenFill>
            </a:ext>
          </a:extLst>
        </p:spPr>
      </p:cxnSp>
      <p:cxnSp>
        <p:nvCxnSpPr>
          <p:cNvPr id="37" name="Łącznik prosty ze strzałką 26">
            <a:extLst>
              <a:ext uri="{FF2B5EF4-FFF2-40B4-BE49-F238E27FC236}">
                <a16:creationId xmlns:a16="http://schemas.microsoft.com/office/drawing/2014/main" id="{CB522DCF-2715-24E0-6EA0-3BB99BFDAA2E}"/>
              </a:ext>
            </a:extLst>
          </p:cNvPr>
          <p:cNvCxnSpPr>
            <a:cxnSpLocks noChangeShapeType="1"/>
          </p:cNvCxnSpPr>
          <p:nvPr/>
        </p:nvCxnSpPr>
        <p:spPr bwMode="auto">
          <a:xfrm flipV="1">
            <a:off x="5792788" y="5200239"/>
            <a:ext cx="0" cy="588962"/>
          </a:xfrm>
          <a:prstGeom prst="straightConnector1">
            <a:avLst/>
          </a:prstGeom>
          <a:noFill/>
          <a:ln w="28575" algn="ctr">
            <a:solidFill>
              <a:srgbClr val="00FF00"/>
            </a:solidFill>
            <a:round/>
            <a:headEnd/>
            <a:tailEnd type="triangle" w="med" len="med"/>
          </a:ln>
          <a:extLst>
            <a:ext uri="{909E8E84-426E-40DD-AFC4-6F175D3DCCD1}">
              <a14:hiddenFill xmlns:a14="http://schemas.microsoft.com/office/drawing/2010/main">
                <a:noFill/>
              </a14:hiddenFill>
            </a:ext>
          </a:extLst>
        </p:spPr>
      </p:cxnSp>
      <p:sp>
        <p:nvSpPr>
          <p:cNvPr id="38" name="pole tekstowe 37">
            <a:extLst>
              <a:ext uri="{FF2B5EF4-FFF2-40B4-BE49-F238E27FC236}">
                <a16:creationId xmlns:a16="http://schemas.microsoft.com/office/drawing/2014/main" id="{3770E35E-D63E-48E8-64FE-5499D0693E98}"/>
              </a:ext>
            </a:extLst>
          </p:cNvPr>
          <p:cNvSpPr txBox="1"/>
          <p:nvPr/>
        </p:nvSpPr>
        <p:spPr>
          <a:xfrm>
            <a:off x="3765550" y="5689189"/>
            <a:ext cx="4176713" cy="338137"/>
          </a:xfrm>
          <a:prstGeom prst="rect">
            <a:avLst/>
          </a:prstGeom>
          <a:noFill/>
        </p:spPr>
        <p:txBody>
          <a:bodyPr>
            <a:spAutoFit/>
          </a:bodyPr>
          <a:lstStyle/>
          <a:p>
            <a:pPr algn="ctr">
              <a:defRPr/>
            </a:pPr>
            <a:r>
              <a:rPr lang="pl-PL" sz="1600" b="1" u="none" dirty="0">
                <a:solidFill>
                  <a:srgbClr val="00FF00"/>
                </a:solidFill>
                <a:effectLst>
                  <a:outerShdw blurRad="38100" dist="38100" dir="2700000" algn="tl">
                    <a:srgbClr val="000000">
                      <a:alpha val="43137"/>
                    </a:srgbClr>
                  </a:outerShdw>
                </a:effectLst>
                <a:latin typeface="Tenorite" panose="00000500000000000000" pitchFamily="2" charset="0"/>
              </a:rPr>
              <a:t>FEEDBACK</a:t>
            </a:r>
          </a:p>
        </p:txBody>
      </p:sp>
      <p:cxnSp>
        <p:nvCxnSpPr>
          <p:cNvPr id="39" name="Łącznik prostoliniowy 21">
            <a:extLst>
              <a:ext uri="{FF2B5EF4-FFF2-40B4-BE49-F238E27FC236}">
                <a16:creationId xmlns:a16="http://schemas.microsoft.com/office/drawing/2014/main" id="{78AA77A3-24BD-AA31-7733-B29AC079D74F}"/>
              </a:ext>
            </a:extLst>
          </p:cNvPr>
          <p:cNvCxnSpPr>
            <a:cxnSpLocks noChangeShapeType="1"/>
          </p:cNvCxnSpPr>
          <p:nvPr/>
        </p:nvCxnSpPr>
        <p:spPr bwMode="auto">
          <a:xfrm>
            <a:off x="1882775" y="4138201"/>
            <a:ext cx="0" cy="1435100"/>
          </a:xfrm>
          <a:prstGeom prst="line">
            <a:avLst/>
          </a:prstGeom>
          <a:noFill/>
          <a:ln w="38100" algn="ctr">
            <a:solidFill>
              <a:srgbClr val="00FF00"/>
            </a:solidFill>
            <a:round/>
            <a:headEnd/>
            <a:tailEnd/>
          </a:ln>
          <a:extLst>
            <a:ext uri="{909E8E84-426E-40DD-AFC4-6F175D3DCCD1}">
              <a14:hiddenFill xmlns:a14="http://schemas.microsoft.com/office/drawing/2010/main">
                <a:noFill/>
              </a14:hiddenFill>
            </a:ext>
          </a:extLst>
        </p:spPr>
      </p:cxnSp>
      <p:cxnSp>
        <p:nvCxnSpPr>
          <p:cNvPr id="40" name="Łącznik prostoliniowy 15">
            <a:extLst>
              <a:ext uri="{FF2B5EF4-FFF2-40B4-BE49-F238E27FC236}">
                <a16:creationId xmlns:a16="http://schemas.microsoft.com/office/drawing/2014/main" id="{C7BBB1E6-76CB-CB2A-3160-15BF00319B1A}"/>
              </a:ext>
            </a:extLst>
          </p:cNvPr>
          <p:cNvCxnSpPr>
            <a:cxnSpLocks noChangeShapeType="1"/>
          </p:cNvCxnSpPr>
          <p:nvPr/>
        </p:nvCxnSpPr>
        <p:spPr bwMode="auto">
          <a:xfrm>
            <a:off x="8689975" y="5155789"/>
            <a:ext cx="0" cy="395287"/>
          </a:xfrm>
          <a:prstGeom prst="line">
            <a:avLst/>
          </a:prstGeom>
          <a:noFill/>
          <a:ln w="38100" algn="ctr">
            <a:solidFill>
              <a:srgbClr val="00FF00"/>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8322473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132899" y="552615"/>
            <a:ext cx="5926200" cy="1453003"/>
          </a:xfrm>
        </p:spPr>
        <p:txBody>
          <a:bodyPr wrap="square" rtlCol="0" anchor="b">
            <a:normAutofit fontScale="90000"/>
          </a:bodyPr>
          <a:lstStyle/>
          <a:p>
            <a:pPr rtl="0"/>
            <a:r>
              <a:rPr lang="en-US" sz="5000" dirty="0">
                <a:latin typeface="Tenorite" panose="00000500000000000000" pitchFamily="2" charset="0"/>
              </a:rPr>
              <a:t>Major r</a:t>
            </a:r>
            <a:r>
              <a:rPr lang="pl-PL" sz="5000" dirty="0">
                <a:latin typeface="Tenorite" panose="00000500000000000000" pitchFamily="2" charset="0"/>
              </a:rPr>
              <a:t>e</a:t>
            </a:r>
            <a:r>
              <a:rPr lang="en-US" sz="5000" dirty="0">
                <a:latin typeface="Tenorite" panose="00000500000000000000" pitchFamily="2" charset="0"/>
              </a:rPr>
              <a:t>sources used by organizations</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2042194" y="2679032"/>
            <a:ext cx="4486944" cy="3361597"/>
          </a:xfrm>
        </p:spPr>
        <p:txBody>
          <a:bodyPr rtlCol="0">
            <a:noAutofit/>
          </a:bodyPr>
          <a:lstStyle/>
          <a:p>
            <a:pPr marL="457200" indent="-457200" algn="just" rtl="0">
              <a:buClr>
                <a:srgbClr val="663300"/>
              </a:buClr>
              <a:buFont typeface="Arial" panose="020B0604020202020204" pitchFamily="34" charset="0"/>
              <a:buChar char="•"/>
            </a:pPr>
            <a:r>
              <a:rPr lang="en-US" sz="2600" dirty="0">
                <a:solidFill>
                  <a:srgbClr val="663300"/>
                </a:solidFill>
                <a:latin typeface="Tenorite" panose="00000500000000000000" pitchFamily="2" charset="0"/>
              </a:rPr>
              <a:t>Human resources</a:t>
            </a:r>
          </a:p>
          <a:p>
            <a:pPr marL="457200" indent="-457200" algn="just" rtl="0">
              <a:buClr>
                <a:srgbClr val="663300"/>
              </a:buClr>
              <a:buFont typeface="Arial" panose="020B0604020202020204" pitchFamily="34" charset="0"/>
              <a:buChar char="•"/>
            </a:pPr>
            <a:r>
              <a:rPr lang="en-US" sz="2600" dirty="0">
                <a:solidFill>
                  <a:srgbClr val="663300"/>
                </a:solidFill>
                <a:latin typeface="Tenorite" panose="00000500000000000000" pitchFamily="2" charset="0"/>
              </a:rPr>
              <a:t>Financial resources</a:t>
            </a:r>
          </a:p>
          <a:p>
            <a:pPr marL="457200" indent="-457200" algn="just" rtl="0">
              <a:buClr>
                <a:srgbClr val="663300"/>
              </a:buClr>
              <a:buFont typeface="Arial" panose="020B0604020202020204" pitchFamily="34" charset="0"/>
              <a:buChar char="•"/>
            </a:pPr>
            <a:r>
              <a:rPr lang="en-US" sz="2600" dirty="0">
                <a:solidFill>
                  <a:srgbClr val="663300"/>
                </a:solidFill>
                <a:latin typeface="Tenorite" panose="00000500000000000000" pitchFamily="2" charset="0"/>
              </a:rPr>
              <a:t>Physical resources</a:t>
            </a:r>
          </a:p>
          <a:p>
            <a:pPr marL="457200" indent="-457200" algn="just" rtl="0">
              <a:buClr>
                <a:srgbClr val="663300"/>
              </a:buClr>
              <a:buFont typeface="Arial" panose="020B0604020202020204" pitchFamily="34" charset="0"/>
              <a:buChar char="•"/>
            </a:pPr>
            <a:r>
              <a:rPr lang="en-US" sz="2600" dirty="0">
                <a:solidFill>
                  <a:srgbClr val="663300"/>
                </a:solidFill>
                <a:latin typeface="Tenorite" panose="00000500000000000000" pitchFamily="2" charset="0"/>
              </a:rPr>
              <a:t>Information resources</a:t>
            </a:r>
          </a:p>
          <a:p>
            <a:pPr algn="l" rtl="0">
              <a:buClr>
                <a:srgbClr val="663300"/>
              </a:buClr>
            </a:pPr>
            <a:endParaRPr lang="pl-PL" sz="2100" dirty="0">
              <a:solidFill>
                <a:srgbClr val="663300"/>
              </a:solidFill>
              <a:latin typeface="Tenorite" panose="00000500000000000000" pitchFamily="2" charset="0"/>
            </a:endParaRPr>
          </a:p>
          <a:p>
            <a:pPr marL="285750" indent="-285750" rtl="0">
              <a:buFont typeface="Arial" panose="020B0604020202020204" pitchFamily="34" charset="0"/>
              <a:buChar char="•"/>
            </a:pPr>
            <a:endParaRPr lang="pl-PL" sz="2100" dirty="0"/>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Organization’s</a:t>
            </a:r>
            <a:r>
              <a:rPr lang="pl-PL" sz="1100" dirty="0">
                <a:solidFill>
                  <a:srgbClr val="5E5441"/>
                </a:solidFill>
                <a:latin typeface="Tenorite" panose="00000500000000000000" pitchFamily="2" charset="0"/>
              </a:rPr>
              <a:t> environment</a:t>
            </a: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11</a:t>
            </a:fld>
            <a:endParaRPr lang="pl-PL" sz="1100" noProof="0" dirty="0">
              <a:latin typeface="Tenorite" panose="00000500000000000000" pitchFamily="2" charset="0"/>
            </a:endParaRPr>
          </a:p>
        </p:txBody>
      </p:sp>
      <p:pic>
        <p:nvPicPr>
          <p:cNvPr id="7" name="Picture 2" descr="Znalezione obrazy dla zapytania human resources clipart">
            <a:extLst>
              <a:ext uri="{FF2B5EF4-FFF2-40B4-BE49-F238E27FC236}">
                <a16:creationId xmlns:a16="http://schemas.microsoft.com/office/drawing/2014/main" id="{6AE230FB-0B88-6C95-8037-4BB3ED143C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32617" y="2245826"/>
            <a:ext cx="1664607" cy="1664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4" descr="Znalezione obrazy dla zapytania financial resources clipart">
            <a:extLst>
              <a:ext uri="{FF2B5EF4-FFF2-40B4-BE49-F238E27FC236}">
                <a16:creationId xmlns:a16="http://schemas.microsoft.com/office/drawing/2014/main" id="{1D928164-FAD2-809D-828B-47B2BC9903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42299" y="2837921"/>
            <a:ext cx="1805030" cy="1648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descr="Znalezione obrazy dla zapytania machine clipart">
            <a:extLst>
              <a:ext uri="{FF2B5EF4-FFF2-40B4-BE49-F238E27FC236}">
                <a16:creationId xmlns:a16="http://schemas.microsoft.com/office/drawing/2014/main" id="{4328A85E-33B0-3A3B-FB2F-56A6DBBB8ED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96174" y="4612174"/>
            <a:ext cx="3251688" cy="1268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0" descr="Znalezione obrazy dla zapytania reports clipart">
            <a:extLst>
              <a:ext uri="{FF2B5EF4-FFF2-40B4-BE49-F238E27FC236}">
                <a16:creationId xmlns:a16="http://schemas.microsoft.com/office/drawing/2014/main" id="{0CDA8DF4-D492-0B1D-EE3D-7F27606745D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74213" y="3878790"/>
            <a:ext cx="1494928" cy="1493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047645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247500" y="572236"/>
            <a:ext cx="5697000" cy="1453003"/>
          </a:xfrm>
        </p:spPr>
        <p:txBody>
          <a:bodyPr wrap="square" rtlCol="0" anchor="b">
            <a:normAutofit fontScale="90000"/>
          </a:bodyPr>
          <a:lstStyle/>
          <a:p>
            <a:pPr rtl="0"/>
            <a:r>
              <a:rPr lang="en-US" sz="5000" dirty="0">
                <a:latin typeface="Tenorite" panose="00000500000000000000" pitchFamily="2" charset="0"/>
              </a:rPr>
              <a:t>Organization as an „open system”</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Organization’s</a:t>
            </a:r>
            <a:r>
              <a:rPr lang="pl-PL" sz="1100" dirty="0">
                <a:solidFill>
                  <a:srgbClr val="5E5441"/>
                </a:solidFill>
                <a:latin typeface="Tenorite" panose="00000500000000000000" pitchFamily="2" charset="0"/>
              </a:rPr>
              <a:t> environment</a:t>
            </a: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12</a:t>
            </a:fld>
            <a:endParaRPr lang="pl-PL" sz="1100" noProof="0" dirty="0">
              <a:latin typeface="Tenorite" panose="00000500000000000000" pitchFamily="2" charset="0"/>
            </a:endParaRPr>
          </a:p>
        </p:txBody>
      </p:sp>
      <p:sp>
        <p:nvSpPr>
          <p:cNvPr id="27" name="Prostokąt 26">
            <a:extLst>
              <a:ext uri="{FF2B5EF4-FFF2-40B4-BE49-F238E27FC236}">
                <a16:creationId xmlns:a16="http://schemas.microsoft.com/office/drawing/2014/main" id="{785DCB81-5C2D-1C1B-B731-A8B7266F9B24}"/>
              </a:ext>
            </a:extLst>
          </p:cNvPr>
          <p:cNvSpPr/>
          <p:nvPr/>
        </p:nvSpPr>
        <p:spPr bwMode="auto">
          <a:xfrm>
            <a:off x="1739900" y="2682464"/>
            <a:ext cx="8712200" cy="3322637"/>
          </a:xfrm>
          <a:prstGeom prst="rect">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5400000" scaled="1"/>
            <a:tileRect/>
          </a:gradFill>
          <a:ln>
            <a:solidFill>
              <a:schemeClr val="tx2"/>
            </a:solidFill>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a:lstStyle/>
          <a:p>
            <a:pPr eaLnBrk="1" hangingPunct="1">
              <a:defRPr/>
            </a:pPr>
            <a:endParaRPr lang="pl-PL">
              <a:solidFill>
                <a:schemeClr val="tx1"/>
              </a:solidFill>
            </a:endParaRPr>
          </a:p>
        </p:txBody>
      </p:sp>
      <p:sp>
        <p:nvSpPr>
          <p:cNvPr id="28" name="pole tekstowe 27">
            <a:extLst>
              <a:ext uri="{FF2B5EF4-FFF2-40B4-BE49-F238E27FC236}">
                <a16:creationId xmlns:a16="http://schemas.microsoft.com/office/drawing/2014/main" id="{D2A9F5E7-D25B-B47B-8B6E-66EEAFBAB6BC}"/>
              </a:ext>
            </a:extLst>
          </p:cNvPr>
          <p:cNvSpPr txBox="1"/>
          <p:nvPr/>
        </p:nvSpPr>
        <p:spPr>
          <a:xfrm>
            <a:off x="3971925" y="2731676"/>
            <a:ext cx="4176713" cy="369888"/>
          </a:xfrm>
          <a:prstGeom prst="rect">
            <a:avLst/>
          </a:prstGeom>
          <a:noFill/>
        </p:spPr>
        <p:txBody>
          <a:bodyPr>
            <a:spAutoFit/>
          </a:bodyPr>
          <a:lstStyle/>
          <a:p>
            <a:pPr algn="ctr">
              <a:defRPr/>
            </a:pPr>
            <a:r>
              <a:rPr lang="pl-PL" b="1" u="none" dirty="0">
                <a:solidFill>
                  <a:srgbClr val="C00000"/>
                </a:solidFill>
                <a:effectLst>
                  <a:outerShdw blurRad="38100" dist="38100" dir="2700000" algn="tl">
                    <a:srgbClr val="000000">
                      <a:alpha val="43137"/>
                    </a:srgbClr>
                  </a:outerShdw>
                </a:effectLst>
                <a:latin typeface="Tenorite" panose="00000500000000000000" pitchFamily="2" charset="0"/>
              </a:rPr>
              <a:t>ENVIRONMENT</a:t>
            </a:r>
          </a:p>
        </p:txBody>
      </p:sp>
      <p:sp>
        <p:nvSpPr>
          <p:cNvPr id="29" name="Objaśnienie ze strzałką w prawo 5">
            <a:extLst>
              <a:ext uri="{FF2B5EF4-FFF2-40B4-BE49-F238E27FC236}">
                <a16:creationId xmlns:a16="http://schemas.microsoft.com/office/drawing/2014/main" id="{F1166F31-1289-6531-0EDA-D0B8AC308A1C}"/>
              </a:ext>
            </a:extLst>
          </p:cNvPr>
          <p:cNvSpPr>
            <a:spLocks noChangeArrowheads="1"/>
          </p:cNvSpPr>
          <p:nvPr/>
        </p:nvSpPr>
        <p:spPr bwMode="auto">
          <a:xfrm>
            <a:off x="2171700" y="3471451"/>
            <a:ext cx="2447925" cy="1728788"/>
          </a:xfrm>
          <a:prstGeom prst="rightArrowCallout">
            <a:avLst>
              <a:gd name="adj1" fmla="val 25000"/>
              <a:gd name="adj2" fmla="val 25000"/>
              <a:gd name="adj3" fmla="val 34606"/>
              <a:gd name="adj4" fmla="val 64977"/>
            </a:avLst>
          </a:prstGeom>
          <a:solidFill>
            <a:srgbClr val="FFC000"/>
          </a:solidFill>
          <a:ln w="9525" algn="ctr">
            <a:solidFill>
              <a:schemeClr val="tx1"/>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pl-PL" altLang="pl-PL" sz="1800"/>
          </a:p>
        </p:txBody>
      </p:sp>
      <p:sp>
        <p:nvSpPr>
          <p:cNvPr id="30" name="pole tekstowe 6">
            <a:extLst>
              <a:ext uri="{FF2B5EF4-FFF2-40B4-BE49-F238E27FC236}">
                <a16:creationId xmlns:a16="http://schemas.microsoft.com/office/drawing/2014/main" id="{5798D08B-D269-9524-7790-3C57F7EEAE38}"/>
              </a:ext>
            </a:extLst>
          </p:cNvPr>
          <p:cNvSpPr txBox="1">
            <a:spLocks noChangeArrowheads="1"/>
          </p:cNvSpPr>
          <p:nvPr/>
        </p:nvSpPr>
        <p:spPr bwMode="auto">
          <a:xfrm>
            <a:off x="2148031" y="4182924"/>
            <a:ext cx="158432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a:spcBef>
                <a:spcPct val="0"/>
              </a:spcBef>
              <a:buClrTx/>
              <a:buSzTx/>
              <a:buFontTx/>
              <a:buNone/>
            </a:pPr>
            <a:r>
              <a:rPr lang="pl-PL" altLang="pl-PL" sz="1600" b="1" u="none" dirty="0">
                <a:latin typeface="Tenorite" panose="00000500000000000000" pitchFamily="2" charset="0"/>
              </a:rPr>
              <a:t>INPUTS</a:t>
            </a:r>
          </a:p>
          <a:p>
            <a:pPr algn="ctr">
              <a:spcBef>
                <a:spcPct val="0"/>
              </a:spcBef>
              <a:buClrTx/>
              <a:buSzTx/>
              <a:buFontTx/>
              <a:buNone/>
            </a:pPr>
            <a:endParaRPr lang="pl-PL" altLang="pl-PL" sz="1800" b="1" u="none" dirty="0">
              <a:latin typeface="Tenorite" panose="00000500000000000000" pitchFamily="2" charset="0"/>
            </a:endParaRPr>
          </a:p>
        </p:txBody>
      </p:sp>
      <p:sp>
        <p:nvSpPr>
          <p:cNvPr id="31" name="Objaśnienie ze strzałką w prawo 8">
            <a:extLst>
              <a:ext uri="{FF2B5EF4-FFF2-40B4-BE49-F238E27FC236}">
                <a16:creationId xmlns:a16="http://schemas.microsoft.com/office/drawing/2014/main" id="{F68FAA57-6658-DE09-B36D-EA6BA17EF5F6}"/>
              </a:ext>
            </a:extLst>
          </p:cNvPr>
          <p:cNvSpPr>
            <a:spLocks noChangeArrowheads="1"/>
          </p:cNvSpPr>
          <p:nvPr/>
        </p:nvSpPr>
        <p:spPr bwMode="auto">
          <a:xfrm>
            <a:off x="4649788" y="3476214"/>
            <a:ext cx="3248025" cy="1728787"/>
          </a:xfrm>
          <a:prstGeom prst="rightArrowCallout">
            <a:avLst>
              <a:gd name="adj1" fmla="val 25000"/>
              <a:gd name="adj2" fmla="val 25000"/>
              <a:gd name="adj3" fmla="val 34610"/>
              <a:gd name="adj4" fmla="val 72389"/>
            </a:avLst>
          </a:prstGeom>
          <a:solidFill>
            <a:srgbClr val="FFC000"/>
          </a:solidFill>
          <a:ln w="9525" algn="ctr">
            <a:solidFill>
              <a:schemeClr val="tx1"/>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pl-PL" altLang="pl-PL" sz="1800"/>
          </a:p>
        </p:txBody>
      </p:sp>
      <p:sp>
        <p:nvSpPr>
          <p:cNvPr id="32" name="Objaśnienie ze strzałką w prawo 9">
            <a:extLst>
              <a:ext uri="{FF2B5EF4-FFF2-40B4-BE49-F238E27FC236}">
                <a16:creationId xmlns:a16="http://schemas.microsoft.com/office/drawing/2014/main" id="{39286DCA-1F10-BA9B-8AFC-A819D9E43BE6}"/>
              </a:ext>
            </a:extLst>
          </p:cNvPr>
          <p:cNvSpPr>
            <a:spLocks noChangeArrowheads="1"/>
          </p:cNvSpPr>
          <p:nvPr/>
        </p:nvSpPr>
        <p:spPr bwMode="auto">
          <a:xfrm>
            <a:off x="7908925" y="3449226"/>
            <a:ext cx="2449513" cy="1728788"/>
          </a:xfrm>
          <a:prstGeom prst="rightArrowCallout">
            <a:avLst>
              <a:gd name="adj1" fmla="val 25000"/>
              <a:gd name="adj2" fmla="val 25000"/>
              <a:gd name="adj3" fmla="val 34629"/>
              <a:gd name="adj4" fmla="val 64977"/>
            </a:avLst>
          </a:prstGeom>
          <a:solidFill>
            <a:srgbClr val="FFC000"/>
          </a:solidFill>
          <a:ln w="9525" algn="ctr">
            <a:solidFill>
              <a:schemeClr val="tx1"/>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pl-PL" altLang="pl-PL" sz="1800"/>
          </a:p>
        </p:txBody>
      </p:sp>
      <p:sp>
        <p:nvSpPr>
          <p:cNvPr id="33" name="pole tekstowe 10">
            <a:extLst>
              <a:ext uri="{FF2B5EF4-FFF2-40B4-BE49-F238E27FC236}">
                <a16:creationId xmlns:a16="http://schemas.microsoft.com/office/drawing/2014/main" id="{EAD30C1C-02CC-61ED-1986-C666CAAB404C}"/>
              </a:ext>
            </a:extLst>
          </p:cNvPr>
          <p:cNvSpPr txBox="1">
            <a:spLocks noChangeArrowheads="1"/>
          </p:cNvSpPr>
          <p:nvPr/>
        </p:nvSpPr>
        <p:spPr bwMode="auto">
          <a:xfrm>
            <a:off x="7897813" y="3528601"/>
            <a:ext cx="1584325"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a:spcBef>
                <a:spcPct val="0"/>
              </a:spcBef>
              <a:buClrTx/>
              <a:buSzTx/>
              <a:buFontTx/>
              <a:buNone/>
            </a:pPr>
            <a:r>
              <a:rPr lang="pl-PL" altLang="pl-PL" sz="1600" b="1" u="none" dirty="0">
                <a:latin typeface="Tenorite" panose="00000500000000000000" pitchFamily="2" charset="0"/>
              </a:rPr>
              <a:t>OUTPUTS</a:t>
            </a:r>
          </a:p>
          <a:p>
            <a:pPr algn="ctr">
              <a:spcBef>
                <a:spcPct val="0"/>
              </a:spcBef>
              <a:buClrTx/>
              <a:buSzTx/>
              <a:buFontTx/>
              <a:buNone/>
            </a:pPr>
            <a:endParaRPr lang="pl-PL" altLang="pl-PL" sz="1800" b="1" u="none" dirty="0">
              <a:latin typeface="Tenorite" panose="00000500000000000000" pitchFamily="2" charset="0"/>
            </a:endParaRPr>
          </a:p>
          <a:p>
            <a:pPr>
              <a:spcBef>
                <a:spcPct val="0"/>
              </a:spcBef>
              <a:buClrTx/>
              <a:buSzTx/>
              <a:buFont typeface="Wingdings" panose="05000000000000000000" pitchFamily="2" charset="2"/>
              <a:buChar char="§"/>
            </a:pPr>
            <a:r>
              <a:rPr lang="pl-PL" altLang="pl-PL" sz="1600" b="1" u="none" dirty="0">
                <a:latin typeface="Tenorite" panose="00000500000000000000" pitchFamily="2" charset="0"/>
              </a:rPr>
              <a:t> </a:t>
            </a:r>
            <a:r>
              <a:rPr lang="pl-PL" altLang="pl-PL" sz="1600" b="1" u="none" dirty="0" err="1">
                <a:latin typeface="Tenorite" panose="00000500000000000000" pitchFamily="2" charset="0"/>
              </a:rPr>
              <a:t>Goods</a:t>
            </a:r>
            <a:endParaRPr lang="pl-PL" altLang="pl-PL" sz="1600" b="1" u="none" dirty="0">
              <a:latin typeface="Tenorite" panose="00000500000000000000" pitchFamily="2" charset="0"/>
            </a:endParaRPr>
          </a:p>
          <a:p>
            <a:pPr>
              <a:spcBef>
                <a:spcPct val="0"/>
              </a:spcBef>
              <a:buClrTx/>
              <a:buSzTx/>
              <a:buFont typeface="Wingdings" panose="05000000000000000000" pitchFamily="2" charset="2"/>
              <a:buChar char="§"/>
            </a:pPr>
            <a:r>
              <a:rPr lang="pl-PL" altLang="pl-PL" sz="1600" b="1" u="none" dirty="0">
                <a:latin typeface="Tenorite" panose="00000500000000000000" pitchFamily="2" charset="0"/>
              </a:rPr>
              <a:t> Services</a:t>
            </a:r>
          </a:p>
          <a:p>
            <a:pPr>
              <a:spcBef>
                <a:spcPct val="0"/>
              </a:spcBef>
              <a:buClrTx/>
              <a:buSzTx/>
              <a:buFont typeface="Wingdings" panose="05000000000000000000" pitchFamily="2" charset="2"/>
              <a:buChar char="§"/>
            </a:pPr>
            <a:r>
              <a:rPr lang="pl-PL" altLang="pl-PL" sz="1600" b="1" u="none" dirty="0">
                <a:latin typeface="Tenorite" panose="00000500000000000000" pitchFamily="2" charset="0"/>
              </a:rPr>
              <a:t> </a:t>
            </a:r>
            <a:r>
              <a:rPr lang="pl-PL" altLang="pl-PL" sz="1600" b="1" u="none" dirty="0" err="1">
                <a:latin typeface="Tenorite" panose="00000500000000000000" pitchFamily="2" charset="0"/>
              </a:rPr>
              <a:t>Ideas</a:t>
            </a:r>
            <a:endParaRPr lang="pl-PL" altLang="pl-PL" sz="1600" b="1" u="none" dirty="0">
              <a:latin typeface="Tenorite" panose="00000500000000000000" pitchFamily="2" charset="0"/>
            </a:endParaRPr>
          </a:p>
        </p:txBody>
      </p:sp>
      <p:sp>
        <p:nvSpPr>
          <p:cNvPr id="34" name="pole tekstowe 11">
            <a:extLst>
              <a:ext uri="{FF2B5EF4-FFF2-40B4-BE49-F238E27FC236}">
                <a16:creationId xmlns:a16="http://schemas.microsoft.com/office/drawing/2014/main" id="{DF7E2BEC-52FB-2384-8EEB-8B34D67B7DB1}"/>
              </a:ext>
            </a:extLst>
          </p:cNvPr>
          <p:cNvSpPr txBox="1">
            <a:spLocks noChangeArrowheads="1"/>
          </p:cNvSpPr>
          <p:nvPr/>
        </p:nvSpPr>
        <p:spPr bwMode="auto">
          <a:xfrm>
            <a:off x="4703637" y="4166974"/>
            <a:ext cx="234632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a:spcBef>
                <a:spcPct val="0"/>
              </a:spcBef>
              <a:buClrTx/>
              <a:buSzTx/>
              <a:buFontTx/>
              <a:buNone/>
            </a:pPr>
            <a:r>
              <a:rPr lang="pl-PL" altLang="pl-PL" sz="1600" b="1" u="none" dirty="0">
                <a:latin typeface="Tenorite" panose="00000500000000000000" pitchFamily="2" charset="0"/>
              </a:rPr>
              <a:t>TRANSFORMATIONS</a:t>
            </a:r>
          </a:p>
          <a:p>
            <a:pPr algn="ctr">
              <a:spcBef>
                <a:spcPct val="0"/>
              </a:spcBef>
              <a:buClrTx/>
              <a:buSzTx/>
              <a:buFontTx/>
              <a:buNone/>
            </a:pPr>
            <a:endParaRPr lang="pl-PL" altLang="pl-PL" sz="1800" b="1" u="none" dirty="0">
              <a:latin typeface="Tenorite" panose="00000500000000000000" pitchFamily="2" charset="0"/>
            </a:endParaRPr>
          </a:p>
        </p:txBody>
      </p:sp>
      <p:cxnSp>
        <p:nvCxnSpPr>
          <p:cNvPr id="35" name="Łącznik prostoliniowy 18">
            <a:extLst>
              <a:ext uri="{FF2B5EF4-FFF2-40B4-BE49-F238E27FC236}">
                <a16:creationId xmlns:a16="http://schemas.microsoft.com/office/drawing/2014/main" id="{0BC2FE6E-E130-5607-B9BD-DBC8221B07B9}"/>
              </a:ext>
            </a:extLst>
          </p:cNvPr>
          <p:cNvCxnSpPr>
            <a:cxnSpLocks noChangeShapeType="1"/>
          </p:cNvCxnSpPr>
          <p:nvPr/>
        </p:nvCxnSpPr>
        <p:spPr bwMode="auto">
          <a:xfrm>
            <a:off x="1882775" y="5551076"/>
            <a:ext cx="6807200" cy="0"/>
          </a:xfrm>
          <a:prstGeom prst="line">
            <a:avLst/>
          </a:prstGeom>
          <a:noFill/>
          <a:ln w="38100" algn="ctr">
            <a:solidFill>
              <a:srgbClr val="00FF00"/>
            </a:solidFill>
            <a:round/>
            <a:headEnd/>
            <a:tailEnd/>
          </a:ln>
          <a:extLst>
            <a:ext uri="{909E8E84-426E-40DD-AFC4-6F175D3DCCD1}">
              <a14:hiddenFill xmlns:a14="http://schemas.microsoft.com/office/drawing/2010/main">
                <a:noFill/>
              </a14:hiddenFill>
            </a:ext>
          </a:extLst>
        </p:spPr>
      </p:cxnSp>
      <p:cxnSp>
        <p:nvCxnSpPr>
          <p:cNvPr id="36" name="Łącznik prosty ze strzałką 24">
            <a:extLst>
              <a:ext uri="{FF2B5EF4-FFF2-40B4-BE49-F238E27FC236}">
                <a16:creationId xmlns:a16="http://schemas.microsoft.com/office/drawing/2014/main" id="{CFE924B1-0A0E-1055-1B58-6202A8D6197D}"/>
              </a:ext>
            </a:extLst>
          </p:cNvPr>
          <p:cNvCxnSpPr>
            <a:cxnSpLocks noChangeShapeType="1"/>
          </p:cNvCxnSpPr>
          <p:nvPr/>
        </p:nvCxnSpPr>
        <p:spPr bwMode="auto">
          <a:xfrm>
            <a:off x="1873250" y="4138201"/>
            <a:ext cx="298450" cy="0"/>
          </a:xfrm>
          <a:prstGeom prst="straightConnector1">
            <a:avLst/>
          </a:prstGeom>
          <a:noFill/>
          <a:ln w="28575" algn="ctr">
            <a:solidFill>
              <a:srgbClr val="00FF00"/>
            </a:solidFill>
            <a:round/>
            <a:headEnd/>
            <a:tailEnd type="triangle" w="med" len="med"/>
          </a:ln>
          <a:extLst>
            <a:ext uri="{909E8E84-426E-40DD-AFC4-6F175D3DCCD1}">
              <a14:hiddenFill xmlns:a14="http://schemas.microsoft.com/office/drawing/2010/main">
                <a:noFill/>
              </a14:hiddenFill>
            </a:ext>
          </a:extLst>
        </p:spPr>
      </p:cxnSp>
      <p:cxnSp>
        <p:nvCxnSpPr>
          <p:cNvPr id="37" name="Łącznik prosty ze strzałką 26">
            <a:extLst>
              <a:ext uri="{FF2B5EF4-FFF2-40B4-BE49-F238E27FC236}">
                <a16:creationId xmlns:a16="http://schemas.microsoft.com/office/drawing/2014/main" id="{CB522DCF-2715-24E0-6EA0-3BB99BFDAA2E}"/>
              </a:ext>
            </a:extLst>
          </p:cNvPr>
          <p:cNvCxnSpPr>
            <a:cxnSpLocks noChangeShapeType="1"/>
          </p:cNvCxnSpPr>
          <p:nvPr/>
        </p:nvCxnSpPr>
        <p:spPr bwMode="auto">
          <a:xfrm flipV="1">
            <a:off x="5792788" y="5200239"/>
            <a:ext cx="0" cy="588962"/>
          </a:xfrm>
          <a:prstGeom prst="straightConnector1">
            <a:avLst/>
          </a:prstGeom>
          <a:noFill/>
          <a:ln w="28575" algn="ctr">
            <a:solidFill>
              <a:srgbClr val="00FF00"/>
            </a:solidFill>
            <a:round/>
            <a:headEnd/>
            <a:tailEnd type="triangle" w="med" len="med"/>
          </a:ln>
          <a:extLst>
            <a:ext uri="{909E8E84-426E-40DD-AFC4-6F175D3DCCD1}">
              <a14:hiddenFill xmlns:a14="http://schemas.microsoft.com/office/drawing/2010/main">
                <a:noFill/>
              </a14:hiddenFill>
            </a:ext>
          </a:extLst>
        </p:spPr>
      </p:cxnSp>
      <p:sp>
        <p:nvSpPr>
          <p:cNvPr id="38" name="pole tekstowe 37">
            <a:extLst>
              <a:ext uri="{FF2B5EF4-FFF2-40B4-BE49-F238E27FC236}">
                <a16:creationId xmlns:a16="http://schemas.microsoft.com/office/drawing/2014/main" id="{3770E35E-D63E-48E8-64FE-5499D0693E98}"/>
              </a:ext>
            </a:extLst>
          </p:cNvPr>
          <p:cNvSpPr txBox="1"/>
          <p:nvPr/>
        </p:nvSpPr>
        <p:spPr>
          <a:xfrm>
            <a:off x="3765550" y="5689189"/>
            <a:ext cx="4176713" cy="338137"/>
          </a:xfrm>
          <a:prstGeom prst="rect">
            <a:avLst/>
          </a:prstGeom>
          <a:noFill/>
        </p:spPr>
        <p:txBody>
          <a:bodyPr>
            <a:spAutoFit/>
          </a:bodyPr>
          <a:lstStyle/>
          <a:p>
            <a:pPr algn="ctr">
              <a:defRPr/>
            </a:pPr>
            <a:r>
              <a:rPr lang="pl-PL" sz="1600" b="1" u="none" dirty="0">
                <a:solidFill>
                  <a:srgbClr val="00FF00"/>
                </a:solidFill>
                <a:effectLst>
                  <a:outerShdw blurRad="38100" dist="38100" dir="2700000" algn="tl">
                    <a:srgbClr val="000000">
                      <a:alpha val="43137"/>
                    </a:srgbClr>
                  </a:outerShdw>
                </a:effectLst>
                <a:latin typeface="Tenorite" panose="00000500000000000000" pitchFamily="2" charset="0"/>
              </a:rPr>
              <a:t>FEEDBACK</a:t>
            </a:r>
          </a:p>
        </p:txBody>
      </p:sp>
      <p:cxnSp>
        <p:nvCxnSpPr>
          <p:cNvPr id="39" name="Łącznik prostoliniowy 21">
            <a:extLst>
              <a:ext uri="{FF2B5EF4-FFF2-40B4-BE49-F238E27FC236}">
                <a16:creationId xmlns:a16="http://schemas.microsoft.com/office/drawing/2014/main" id="{78AA77A3-24BD-AA31-7733-B29AC079D74F}"/>
              </a:ext>
            </a:extLst>
          </p:cNvPr>
          <p:cNvCxnSpPr>
            <a:cxnSpLocks noChangeShapeType="1"/>
          </p:cNvCxnSpPr>
          <p:nvPr/>
        </p:nvCxnSpPr>
        <p:spPr bwMode="auto">
          <a:xfrm>
            <a:off x="1882775" y="4138201"/>
            <a:ext cx="0" cy="1435100"/>
          </a:xfrm>
          <a:prstGeom prst="line">
            <a:avLst/>
          </a:prstGeom>
          <a:noFill/>
          <a:ln w="38100" algn="ctr">
            <a:solidFill>
              <a:srgbClr val="00FF00"/>
            </a:solidFill>
            <a:round/>
            <a:headEnd/>
            <a:tailEnd/>
          </a:ln>
          <a:extLst>
            <a:ext uri="{909E8E84-426E-40DD-AFC4-6F175D3DCCD1}">
              <a14:hiddenFill xmlns:a14="http://schemas.microsoft.com/office/drawing/2010/main">
                <a:noFill/>
              </a14:hiddenFill>
            </a:ext>
          </a:extLst>
        </p:spPr>
      </p:cxnSp>
      <p:cxnSp>
        <p:nvCxnSpPr>
          <p:cNvPr id="40" name="Łącznik prostoliniowy 15">
            <a:extLst>
              <a:ext uri="{FF2B5EF4-FFF2-40B4-BE49-F238E27FC236}">
                <a16:creationId xmlns:a16="http://schemas.microsoft.com/office/drawing/2014/main" id="{C7BBB1E6-76CB-CB2A-3160-15BF00319B1A}"/>
              </a:ext>
            </a:extLst>
          </p:cNvPr>
          <p:cNvCxnSpPr>
            <a:cxnSpLocks noChangeShapeType="1"/>
          </p:cNvCxnSpPr>
          <p:nvPr/>
        </p:nvCxnSpPr>
        <p:spPr bwMode="auto">
          <a:xfrm>
            <a:off x="8689975" y="5155789"/>
            <a:ext cx="0" cy="395287"/>
          </a:xfrm>
          <a:prstGeom prst="line">
            <a:avLst/>
          </a:prstGeom>
          <a:noFill/>
          <a:ln w="38100" algn="ctr">
            <a:solidFill>
              <a:srgbClr val="00FF00"/>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2680546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132899" y="552615"/>
            <a:ext cx="5926200" cy="1453003"/>
          </a:xfrm>
        </p:spPr>
        <p:txBody>
          <a:bodyPr wrap="square" rtlCol="0" anchor="b">
            <a:normAutofit fontScale="90000"/>
          </a:bodyPr>
          <a:lstStyle/>
          <a:p>
            <a:pPr rtl="0"/>
            <a:r>
              <a:rPr lang="en-US" sz="5000" dirty="0">
                <a:latin typeface="Tenorite" panose="00000500000000000000" pitchFamily="2" charset="0"/>
              </a:rPr>
              <a:t>Organization’s environment</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2042193" y="2679032"/>
            <a:ext cx="8238398" cy="3361597"/>
          </a:xfrm>
        </p:spPr>
        <p:txBody>
          <a:bodyPr rtlCol="0">
            <a:noAutofit/>
          </a:bodyPr>
          <a:lstStyle/>
          <a:p>
            <a:pPr marL="457200" indent="-457200" algn="just" rtl="0">
              <a:buClr>
                <a:srgbClr val="663300"/>
              </a:buClr>
              <a:buFont typeface="Arial" panose="020B0604020202020204" pitchFamily="34" charset="0"/>
              <a:buChar char="•"/>
            </a:pPr>
            <a:r>
              <a:rPr lang="en-US" sz="2000" b="1" dirty="0">
                <a:solidFill>
                  <a:srgbClr val="663300"/>
                </a:solidFill>
                <a:latin typeface="Tenorite" panose="00000500000000000000" pitchFamily="2" charset="0"/>
              </a:rPr>
              <a:t>Organization’s environment </a:t>
            </a:r>
            <a:r>
              <a:rPr lang="en-US" sz="2000" dirty="0">
                <a:solidFill>
                  <a:srgbClr val="663300"/>
                </a:solidFill>
                <a:latin typeface="Tenorite" panose="00000500000000000000" pitchFamily="2" charset="0"/>
              </a:rPr>
              <a:t>- all the elements existing outside the </a:t>
            </a:r>
            <a:r>
              <a:rPr lang="en-US" sz="2000" dirty="0" err="1">
                <a:solidFill>
                  <a:srgbClr val="663300"/>
                </a:solidFill>
                <a:latin typeface="Tenorite" panose="00000500000000000000" pitchFamily="2" charset="0"/>
              </a:rPr>
              <a:t>boundry</a:t>
            </a:r>
            <a:r>
              <a:rPr lang="en-US" sz="2000" dirty="0">
                <a:solidFill>
                  <a:srgbClr val="663300"/>
                </a:solidFill>
                <a:latin typeface="Tenorite" panose="00000500000000000000" pitchFamily="2" charset="0"/>
              </a:rPr>
              <a:t> of organization that have the </a:t>
            </a:r>
            <a:r>
              <a:rPr lang="en-US" sz="2000" dirty="0" err="1">
                <a:solidFill>
                  <a:srgbClr val="663300"/>
                </a:solidFill>
                <a:latin typeface="Tenorite" panose="00000500000000000000" pitchFamily="2" charset="0"/>
              </a:rPr>
              <a:t>potencial</a:t>
            </a:r>
            <a:r>
              <a:rPr lang="en-US" sz="2000" dirty="0">
                <a:solidFill>
                  <a:srgbClr val="663300"/>
                </a:solidFill>
                <a:latin typeface="Tenorite" panose="00000500000000000000" pitchFamily="2" charset="0"/>
              </a:rPr>
              <a:t> to affect all or part of the organization </a:t>
            </a:r>
            <a:endParaRPr lang="pl-PL" sz="2000" dirty="0">
              <a:solidFill>
                <a:srgbClr val="663300"/>
              </a:solidFill>
              <a:latin typeface="Tenorite" panose="00000500000000000000" pitchFamily="2" charset="0"/>
            </a:endParaRPr>
          </a:p>
          <a:p>
            <a:pPr marL="457200" indent="-457200" algn="just" rtl="0">
              <a:buClr>
                <a:srgbClr val="663300"/>
              </a:buClr>
              <a:buFont typeface="Arial" panose="020B0604020202020204" pitchFamily="34" charset="0"/>
              <a:buChar char="•"/>
            </a:pPr>
            <a:endParaRPr lang="pl-PL" sz="2000" dirty="0">
              <a:solidFill>
                <a:srgbClr val="663300"/>
              </a:solidFill>
              <a:latin typeface="Tenorite" panose="00000500000000000000" pitchFamily="2" charset="0"/>
            </a:endParaRPr>
          </a:p>
          <a:p>
            <a:pPr marL="457200" indent="-457200" algn="just" rtl="0">
              <a:buClr>
                <a:srgbClr val="663300"/>
              </a:buClr>
              <a:buFont typeface="Arial" panose="020B0604020202020204" pitchFamily="34" charset="0"/>
              <a:buChar char="•"/>
            </a:pPr>
            <a:endParaRPr lang="pl-PL" sz="2000" dirty="0">
              <a:solidFill>
                <a:srgbClr val="663300"/>
              </a:solidFill>
              <a:latin typeface="Tenorite" panose="00000500000000000000" pitchFamily="2" charset="0"/>
            </a:endParaRPr>
          </a:p>
          <a:p>
            <a:pPr marL="457200" indent="-457200" algn="just" rtl="0">
              <a:buClr>
                <a:srgbClr val="663300"/>
              </a:buClr>
              <a:buFont typeface="Arial" panose="020B0604020202020204" pitchFamily="34" charset="0"/>
              <a:buChar char="•"/>
            </a:pPr>
            <a:r>
              <a:rPr lang="en-US" sz="2000" dirty="0">
                <a:solidFill>
                  <a:srgbClr val="663300"/>
                </a:solidFill>
                <a:latin typeface="Tenorite" panose="00000500000000000000" pitchFamily="2" charset="0"/>
              </a:rPr>
              <a:t>Outside the control of organization</a:t>
            </a:r>
          </a:p>
          <a:p>
            <a:pPr marL="457200" indent="-457200" algn="just" rtl="0">
              <a:buClr>
                <a:srgbClr val="663300"/>
              </a:buClr>
              <a:buFont typeface="Arial" panose="020B0604020202020204" pitchFamily="34" charset="0"/>
              <a:buChar char="•"/>
            </a:pPr>
            <a:endParaRPr lang="pl-PL" sz="2000" dirty="0">
              <a:solidFill>
                <a:srgbClr val="663300"/>
              </a:solidFill>
              <a:latin typeface="Tenorite" panose="00000500000000000000" pitchFamily="2" charset="0"/>
            </a:endParaRPr>
          </a:p>
          <a:p>
            <a:pPr marL="457200" indent="-457200" algn="just" rtl="0">
              <a:buClr>
                <a:srgbClr val="663300"/>
              </a:buClr>
              <a:buFont typeface="Arial" panose="020B0604020202020204" pitchFamily="34" charset="0"/>
              <a:buChar char="•"/>
            </a:pPr>
            <a:endParaRPr lang="pl-PL" sz="2000" dirty="0">
              <a:solidFill>
                <a:srgbClr val="663300"/>
              </a:solidFill>
              <a:latin typeface="Tenorite" panose="00000500000000000000" pitchFamily="2" charset="0"/>
            </a:endParaRPr>
          </a:p>
          <a:p>
            <a:pPr marL="457200" indent="-457200" algn="just" rtl="0">
              <a:buClr>
                <a:srgbClr val="663300"/>
              </a:buClr>
              <a:buFont typeface="Arial" panose="020B0604020202020204" pitchFamily="34" charset="0"/>
              <a:buChar char="•"/>
            </a:pPr>
            <a:endParaRPr lang="en-US" sz="2000" dirty="0">
              <a:solidFill>
                <a:srgbClr val="663300"/>
              </a:solidFill>
              <a:latin typeface="Tenorite" panose="00000500000000000000" pitchFamily="2" charset="0"/>
            </a:endParaRPr>
          </a:p>
          <a:p>
            <a:pPr algn="l" rtl="0">
              <a:buClr>
                <a:srgbClr val="663300"/>
              </a:buClr>
            </a:pPr>
            <a:endParaRPr lang="pl-PL" sz="2100" dirty="0">
              <a:solidFill>
                <a:srgbClr val="663300"/>
              </a:solidFill>
              <a:latin typeface="Tenorite" panose="00000500000000000000" pitchFamily="2" charset="0"/>
            </a:endParaRPr>
          </a:p>
          <a:p>
            <a:pPr marL="285750" indent="-285750" rtl="0">
              <a:buFont typeface="Arial" panose="020B0604020202020204" pitchFamily="34" charset="0"/>
              <a:buChar char="•"/>
            </a:pPr>
            <a:endParaRPr lang="pl-PL" sz="2100" dirty="0"/>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Organization’s</a:t>
            </a:r>
            <a:r>
              <a:rPr lang="pl-PL" sz="1100" dirty="0">
                <a:solidFill>
                  <a:srgbClr val="5E5441"/>
                </a:solidFill>
                <a:latin typeface="Tenorite" panose="00000500000000000000" pitchFamily="2" charset="0"/>
              </a:rPr>
              <a:t> environment</a:t>
            </a: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13</a:t>
            </a:fld>
            <a:endParaRPr lang="pl-PL" sz="1100" noProof="0" dirty="0">
              <a:latin typeface="Tenorite" panose="00000500000000000000" pitchFamily="2" charset="0"/>
            </a:endParaRPr>
          </a:p>
        </p:txBody>
      </p:sp>
      <p:sp>
        <p:nvSpPr>
          <p:cNvPr id="15" name="Rectangle 17">
            <a:extLst>
              <a:ext uri="{FF2B5EF4-FFF2-40B4-BE49-F238E27FC236}">
                <a16:creationId xmlns:a16="http://schemas.microsoft.com/office/drawing/2014/main" id="{5AE6898E-1C1A-C86C-5FB2-9D0FFFB7D7FA}"/>
              </a:ext>
            </a:extLst>
          </p:cNvPr>
          <p:cNvSpPr>
            <a:spLocks noChangeArrowheads="1"/>
          </p:cNvSpPr>
          <p:nvPr/>
        </p:nvSpPr>
        <p:spPr bwMode="auto">
          <a:xfrm>
            <a:off x="4092204" y="4221621"/>
            <a:ext cx="4679950" cy="382933"/>
          </a:xfrm>
          <a:prstGeom prst="rect">
            <a:avLst/>
          </a:prstGeom>
          <a:solidFill>
            <a:srgbClr val="C00000"/>
          </a:solidFill>
          <a:ln w="9525" algn="ctr">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defRPr/>
            </a:pPr>
            <a:r>
              <a:rPr lang="pl-PL" altLang="pl-PL" sz="2000" b="1" u="none" dirty="0">
                <a:solidFill>
                  <a:schemeClr val="bg1"/>
                </a:solidFill>
                <a:effectLst>
                  <a:outerShdw blurRad="38100" dist="38100" dir="2700000" algn="tl">
                    <a:srgbClr val="000000">
                      <a:alpha val="43137"/>
                    </a:srgbClr>
                  </a:outerShdw>
                </a:effectLst>
                <a:latin typeface="Tenorite" panose="00000500000000000000" pitchFamily="2" charset="0"/>
              </a:rPr>
              <a:t>ORGANIZATION’S ENVIRONMENT</a:t>
            </a:r>
          </a:p>
        </p:txBody>
      </p:sp>
      <p:sp>
        <p:nvSpPr>
          <p:cNvPr id="16" name="Rectangle 18">
            <a:extLst>
              <a:ext uri="{FF2B5EF4-FFF2-40B4-BE49-F238E27FC236}">
                <a16:creationId xmlns:a16="http://schemas.microsoft.com/office/drawing/2014/main" id="{7DCCF390-DB4F-4EBB-DD17-A3A297DABEDB}"/>
              </a:ext>
            </a:extLst>
          </p:cNvPr>
          <p:cNvSpPr>
            <a:spLocks noChangeArrowheads="1"/>
          </p:cNvSpPr>
          <p:nvPr/>
        </p:nvSpPr>
        <p:spPr bwMode="auto">
          <a:xfrm>
            <a:off x="2420256" y="4834742"/>
            <a:ext cx="3832536" cy="382933"/>
          </a:xfrm>
          <a:prstGeom prst="rect">
            <a:avLst/>
          </a:prstGeom>
          <a:solidFill>
            <a:schemeClr val="bg1"/>
          </a:solidFill>
          <a:ln w="9525" algn="ctr">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spcBef>
                <a:spcPct val="0"/>
              </a:spcBef>
              <a:buClrTx/>
              <a:buSzTx/>
              <a:buFontTx/>
              <a:buNone/>
            </a:pPr>
            <a:r>
              <a:rPr lang="pl-PL" altLang="pl-PL" sz="1800" b="1" u="none" dirty="0">
                <a:latin typeface="Tenorite" panose="00000500000000000000" pitchFamily="2" charset="0"/>
              </a:rPr>
              <a:t>GENERAL (MEGA) ENVIRONMENT</a:t>
            </a:r>
          </a:p>
        </p:txBody>
      </p:sp>
      <p:sp>
        <p:nvSpPr>
          <p:cNvPr id="17" name="Rectangle 19">
            <a:extLst>
              <a:ext uri="{FF2B5EF4-FFF2-40B4-BE49-F238E27FC236}">
                <a16:creationId xmlns:a16="http://schemas.microsoft.com/office/drawing/2014/main" id="{B968101D-1A30-4269-4FC5-EB45400387AB}"/>
              </a:ext>
            </a:extLst>
          </p:cNvPr>
          <p:cNvSpPr>
            <a:spLocks noChangeArrowheads="1"/>
          </p:cNvSpPr>
          <p:nvPr/>
        </p:nvSpPr>
        <p:spPr bwMode="auto">
          <a:xfrm>
            <a:off x="6448054" y="4834743"/>
            <a:ext cx="3832537" cy="382934"/>
          </a:xfrm>
          <a:prstGeom prst="rect">
            <a:avLst/>
          </a:prstGeom>
          <a:solidFill>
            <a:schemeClr val="bg1"/>
          </a:solidFill>
          <a:ln w="9525" algn="ctr">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spcBef>
                <a:spcPct val="0"/>
              </a:spcBef>
              <a:buClrTx/>
              <a:buSzTx/>
              <a:buFontTx/>
              <a:buNone/>
            </a:pPr>
            <a:r>
              <a:rPr lang="pl-PL" altLang="pl-PL" sz="1800" b="1" u="none" dirty="0">
                <a:latin typeface="Tenorite" panose="00000500000000000000" pitchFamily="2" charset="0"/>
              </a:rPr>
              <a:t>TASK ENVIRONMENT</a:t>
            </a:r>
          </a:p>
        </p:txBody>
      </p:sp>
      <p:cxnSp>
        <p:nvCxnSpPr>
          <p:cNvPr id="18" name="Elbow Connector 20">
            <a:extLst>
              <a:ext uri="{FF2B5EF4-FFF2-40B4-BE49-F238E27FC236}">
                <a16:creationId xmlns:a16="http://schemas.microsoft.com/office/drawing/2014/main" id="{C9B4BA76-EAA0-9C77-54C5-8922B7E923C0}"/>
              </a:ext>
            </a:extLst>
          </p:cNvPr>
          <p:cNvCxnSpPr>
            <a:cxnSpLocks noChangeShapeType="1"/>
            <a:stCxn id="15" idx="2"/>
            <a:endCxn id="16" idx="0"/>
          </p:cNvCxnSpPr>
          <p:nvPr/>
        </p:nvCxnSpPr>
        <p:spPr bwMode="auto">
          <a:xfrm rot="5400000">
            <a:off x="5269258" y="3671821"/>
            <a:ext cx="230188" cy="2095655"/>
          </a:xfrm>
          <a:prstGeom prst="bentConnector3">
            <a:avLst>
              <a:gd name="adj1" fmla="val 50000"/>
            </a:avLst>
          </a:prstGeom>
          <a:noFill/>
          <a:ln w="19050" algn="ctr">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9" name="Elbow Connector 21">
            <a:extLst>
              <a:ext uri="{FF2B5EF4-FFF2-40B4-BE49-F238E27FC236}">
                <a16:creationId xmlns:a16="http://schemas.microsoft.com/office/drawing/2014/main" id="{4B9B14C9-F2F2-CDBD-11FE-33E80B092411}"/>
              </a:ext>
            </a:extLst>
          </p:cNvPr>
          <p:cNvCxnSpPr>
            <a:cxnSpLocks noChangeShapeType="1"/>
            <a:stCxn id="15" idx="2"/>
            <a:endCxn id="17" idx="0"/>
          </p:cNvCxnSpPr>
          <p:nvPr/>
        </p:nvCxnSpPr>
        <p:spPr bwMode="auto">
          <a:xfrm rot="16200000" flipH="1">
            <a:off x="7283157" y="3753576"/>
            <a:ext cx="230189" cy="1932144"/>
          </a:xfrm>
          <a:prstGeom prst="bentConnector3">
            <a:avLst>
              <a:gd name="adj1" fmla="val 50000"/>
            </a:avLst>
          </a:prstGeom>
          <a:noFill/>
          <a:ln w="19050" algn="ctr">
            <a:solidFill>
              <a:schemeClr val="tx1"/>
            </a:solidFill>
            <a:miter lim="800000"/>
            <a:headEnd/>
            <a:tailEnd type="triangle"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9684617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132899" y="552615"/>
            <a:ext cx="5926200" cy="1453003"/>
          </a:xfrm>
        </p:spPr>
        <p:txBody>
          <a:bodyPr wrap="square" rtlCol="0" anchor="b">
            <a:normAutofit/>
          </a:bodyPr>
          <a:lstStyle/>
          <a:p>
            <a:pPr rtl="0"/>
            <a:r>
              <a:rPr lang="en-US" sz="5000" dirty="0">
                <a:latin typeface="Tenorite" panose="00000500000000000000" pitchFamily="2" charset="0"/>
              </a:rPr>
              <a:t>PESTE Analysis</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2042192" y="3390972"/>
            <a:ext cx="8238398" cy="2914413"/>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2000" b="1" dirty="0">
                <a:solidFill>
                  <a:srgbClr val="663300"/>
                </a:solidFill>
                <a:latin typeface="Tenorite" panose="00000500000000000000" pitchFamily="2" charset="0"/>
              </a:rPr>
              <a:t>PESTEL analysis </a:t>
            </a:r>
            <a:r>
              <a:rPr lang="en-US" sz="2000" dirty="0">
                <a:solidFill>
                  <a:srgbClr val="663300"/>
                </a:solidFill>
                <a:latin typeface="Tenorite" panose="00000500000000000000" pitchFamily="2" charset="0"/>
              </a:rPr>
              <a:t>- is a simple and widely used tool that helps managers analyze general environment</a:t>
            </a:r>
            <a:endParaRPr lang="pl-PL" sz="2000" dirty="0">
              <a:solidFill>
                <a:srgbClr val="663300"/>
              </a:solidFill>
              <a:latin typeface="Tenorite" panose="00000500000000000000" pitchFamily="2" charset="0"/>
            </a:endParaRPr>
          </a:p>
          <a:p>
            <a:pPr marL="1177200" lvl="2" indent="-457200" algn="just">
              <a:lnSpc>
                <a:spcPct val="100000"/>
              </a:lnSpc>
              <a:spcBef>
                <a:spcPts val="1800"/>
              </a:spcBef>
              <a:buClr>
                <a:srgbClr val="663300"/>
              </a:buClr>
              <a:buFont typeface="+mj-lt"/>
              <a:buAutoNum type="arabicPeriod"/>
            </a:pPr>
            <a:r>
              <a:rPr lang="en-US" sz="2100" dirty="0">
                <a:solidFill>
                  <a:srgbClr val="663300"/>
                </a:solidFill>
                <a:latin typeface="Tenorite" panose="00000500000000000000" pitchFamily="2" charset="0"/>
              </a:rPr>
              <a:t>What are the key polit</a:t>
            </a:r>
            <a:r>
              <a:rPr lang="pl-PL" sz="2100" dirty="0">
                <a:solidFill>
                  <a:srgbClr val="663300"/>
                </a:solidFill>
                <a:latin typeface="Tenorite" panose="00000500000000000000" pitchFamily="2" charset="0"/>
              </a:rPr>
              <a:t>i</a:t>
            </a:r>
            <a:r>
              <a:rPr lang="en-US" sz="2100" dirty="0" err="1">
                <a:solidFill>
                  <a:srgbClr val="663300"/>
                </a:solidFill>
                <a:latin typeface="Tenorite" panose="00000500000000000000" pitchFamily="2" charset="0"/>
              </a:rPr>
              <a:t>cal</a:t>
            </a:r>
            <a:r>
              <a:rPr lang="en-US" sz="2100" dirty="0">
                <a:solidFill>
                  <a:srgbClr val="663300"/>
                </a:solidFill>
                <a:latin typeface="Tenorite" panose="00000500000000000000" pitchFamily="2" charset="0"/>
              </a:rPr>
              <a:t> factors?</a:t>
            </a:r>
          </a:p>
          <a:p>
            <a:pPr marL="1177200" lvl="2" indent="-457200" algn="just">
              <a:lnSpc>
                <a:spcPct val="100000"/>
              </a:lnSpc>
              <a:buClr>
                <a:srgbClr val="663300"/>
              </a:buClr>
              <a:buFont typeface="+mj-lt"/>
              <a:buAutoNum type="arabicPeriod"/>
            </a:pPr>
            <a:r>
              <a:rPr lang="en-US" sz="2100" dirty="0">
                <a:solidFill>
                  <a:srgbClr val="663300"/>
                </a:solidFill>
                <a:latin typeface="Tenorite" panose="00000500000000000000" pitchFamily="2" charset="0"/>
              </a:rPr>
              <a:t>What are the important economic factors?</a:t>
            </a:r>
          </a:p>
          <a:p>
            <a:pPr marL="1177200" lvl="2" indent="-457200" algn="just">
              <a:lnSpc>
                <a:spcPct val="100000"/>
              </a:lnSpc>
              <a:buClr>
                <a:srgbClr val="663300"/>
              </a:buClr>
              <a:buFont typeface="+mj-lt"/>
              <a:buAutoNum type="arabicPeriod"/>
            </a:pPr>
            <a:r>
              <a:rPr lang="en-US" sz="2100" dirty="0">
                <a:solidFill>
                  <a:srgbClr val="663300"/>
                </a:solidFill>
                <a:latin typeface="Tenorite" panose="00000500000000000000" pitchFamily="2" charset="0"/>
              </a:rPr>
              <a:t>What social aspects are most important?</a:t>
            </a:r>
          </a:p>
          <a:p>
            <a:pPr marL="1177200" lvl="2" indent="-457200" algn="just">
              <a:lnSpc>
                <a:spcPct val="100000"/>
              </a:lnSpc>
              <a:buClr>
                <a:srgbClr val="663300"/>
              </a:buClr>
              <a:buFont typeface="+mj-lt"/>
              <a:buAutoNum type="arabicPeriod"/>
            </a:pPr>
            <a:r>
              <a:rPr lang="en-US" sz="2100" dirty="0">
                <a:solidFill>
                  <a:srgbClr val="663300"/>
                </a:solidFill>
                <a:latin typeface="Tenorite" panose="00000500000000000000" pitchFamily="2" charset="0"/>
              </a:rPr>
              <a:t>What technological innovations are likely to occur?</a:t>
            </a:r>
          </a:p>
          <a:p>
            <a:pPr marL="1177200" lvl="2" indent="-457200" algn="just">
              <a:lnSpc>
                <a:spcPct val="100000"/>
              </a:lnSpc>
              <a:buClr>
                <a:srgbClr val="663300"/>
              </a:buClr>
              <a:buFont typeface="+mj-lt"/>
              <a:buAutoNum type="arabicPeriod"/>
            </a:pPr>
            <a:r>
              <a:rPr lang="en-US" sz="2100" dirty="0">
                <a:solidFill>
                  <a:srgbClr val="663300"/>
                </a:solidFill>
                <a:latin typeface="Tenorite" panose="00000500000000000000" pitchFamily="2" charset="0"/>
              </a:rPr>
              <a:t>What are the environmental considerations?</a:t>
            </a:r>
          </a:p>
          <a:p>
            <a:pPr marL="457200" indent="-457200" algn="just" rtl="0">
              <a:buClr>
                <a:srgbClr val="663300"/>
              </a:buClr>
              <a:buFont typeface="Arial" panose="020B0604020202020204" pitchFamily="34" charset="0"/>
              <a:buChar char="•"/>
            </a:pPr>
            <a:endParaRPr lang="pl-PL" sz="2000" dirty="0">
              <a:solidFill>
                <a:srgbClr val="663300"/>
              </a:solidFill>
              <a:latin typeface="Tenorite" panose="00000500000000000000" pitchFamily="2" charset="0"/>
            </a:endParaRPr>
          </a:p>
          <a:p>
            <a:pPr marL="457200" indent="-457200" algn="just" rtl="0">
              <a:buClr>
                <a:srgbClr val="663300"/>
              </a:buClr>
              <a:buFont typeface="Arial" panose="020B0604020202020204" pitchFamily="34" charset="0"/>
              <a:buChar char="•"/>
            </a:pPr>
            <a:endParaRPr lang="pl-PL" sz="2000" dirty="0">
              <a:solidFill>
                <a:srgbClr val="663300"/>
              </a:solidFill>
              <a:latin typeface="Tenorite" panose="00000500000000000000" pitchFamily="2" charset="0"/>
            </a:endParaRPr>
          </a:p>
          <a:p>
            <a:pPr marL="457200" indent="-457200" algn="just" rtl="0">
              <a:buClr>
                <a:srgbClr val="663300"/>
              </a:buClr>
              <a:buFont typeface="Arial" panose="020B0604020202020204" pitchFamily="34" charset="0"/>
              <a:buChar char="•"/>
            </a:pPr>
            <a:endParaRPr lang="en-US" sz="2000" dirty="0">
              <a:solidFill>
                <a:srgbClr val="663300"/>
              </a:solidFill>
              <a:latin typeface="Tenorite" panose="00000500000000000000" pitchFamily="2" charset="0"/>
            </a:endParaRPr>
          </a:p>
          <a:p>
            <a:pPr algn="l" rtl="0">
              <a:buClr>
                <a:srgbClr val="663300"/>
              </a:buClr>
            </a:pPr>
            <a:endParaRPr lang="pl-PL" sz="2100" dirty="0">
              <a:solidFill>
                <a:srgbClr val="663300"/>
              </a:solidFill>
              <a:latin typeface="Tenorite" panose="00000500000000000000" pitchFamily="2" charset="0"/>
            </a:endParaRPr>
          </a:p>
          <a:p>
            <a:pPr marL="285750" indent="-285750" rtl="0">
              <a:buFont typeface="Arial" panose="020B0604020202020204" pitchFamily="34" charset="0"/>
              <a:buChar char="•"/>
            </a:pPr>
            <a:endParaRPr lang="pl-PL" sz="2100" dirty="0"/>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Organization’s</a:t>
            </a:r>
            <a:r>
              <a:rPr lang="pl-PL" sz="1100" dirty="0">
                <a:solidFill>
                  <a:srgbClr val="5E5441"/>
                </a:solidFill>
                <a:latin typeface="Tenorite" panose="00000500000000000000" pitchFamily="2" charset="0"/>
              </a:rPr>
              <a:t> environment</a:t>
            </a: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14</a:t>
            </a:fld>
            <a:endParaRPr lang="pl-PL" sz="1100" noProof="0" dirty="0">
              <a:latin typeface="Tenorite" panose="00000500000000000000" pitchFamily="2" charset="0"/>
            </a:endParaRPr>
          </a:p>
        </p:txBody>
      </p:sp>
      <p:sp>
        <p:nvSpPr>
          <p:cNvPr id="7" name="Prostokąt 6">
            <a:extLst>
              <a:ext uri="{FF2B5EF4-FFF2-40B4-BE49-F238E27FC236}">
                <a16:creationId xmlns:a16="http://schemas.microsoft.com/office/drawing/2014/main" id="{89FF986B-BD2D-CAF6-A190-3C82F726EC61}"/>
              </a:ext>
            </a:extLst>
          </p:cNvPr>
          <p:cNvSpPr/>
          <p:nvPr/>
        </p:nvSpPr>
        <p:spPr>
          <a:xfrm>
            <a:off x="2247798" y="2630871"/>
            <a:ext cx="7696401" cy="707886"/>
          </a:xfrm>
          <a:prstGeom prst="rect">
            <a:avLst/>
          </a:prstGeom>
          <a:solidFill>
            <a:srgbClr val="663300"/>
          </a:solidFill>
        </p:spPr>
        <p:txBody>
          <a:bodyPr wrap="square">
            <a:spAutoFit/>
          </a:bodyPr>
          <a:lstStyle/>
          <a:p>
            <a:pPr algn="ctr">
              <a:defRPr/>
            </a:pPr>
            <a:r>
              <a:rPr lang="en-US" sz="2000" b="1" u="none" dirty="0">
                <a:solidFill>
                  <a:schemeClr val="bg1"/>
                </a:solidFill>
                <a:effectLst>
                  <a:outerShdw blurRad="38100" dist="38100" dir="2700000" algn="tl">
                    <a:srgbClr val="000000">
                      <a:alpha val="43137"/>
                    </a:srgbClr>
                  </a:outerShdw>
                </a:effectLst>
                <a:latin typeface="Tenorite" panose="00000500000000000000" pitchFamily="2" charset="0"/>
              </a:rPr>
              <a:t>Changes in business environment can create great opportunities for organizations – and cause significant threats</a:t>
            </a:r>
          </a:p>
        </p:txBody>
      </p:sp>
      <p:sp>
        <p:nvSpPr>
          <p:cNvPr id="9" name="Rectangle 18">
            <a:extLst>
              <a:ext uri="{FF2B5EF4-FFF2-40B4-BE49-F238E27FC236}">
                <a16:creationId xmlns:a16="http://schemas.microsoft.com/office/drawing/2014/main" id="{43471EB0-88BB-9186-FCC3-4A3C6AF55FC2}"/>
              </a:ext>
            </a:extLst>
          </p:cNvPr>
          <p:cNvSpPr>
            <a:spLocks noChangeArrowheads="1"/>
          </p:cNvSpPr>
          <p:nvPr/>
        </p:nvSpPr>
        <p:spPr bwMode="auto">
          <a:xfrm>
            <a:off x="3928373" y="500400"/>
            <a:ext cx="4466035" cy="460800"/>
          </a:xfrm>
          <a:prstGeom prst="rect">
            <a:avLst/>
          </a:prstGeom>
          <a:solidFill>
            <a:schemeClr val="bg1"/>
          </a:solidFill>
          <a:ln w="9525" algn="ctr">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spcBef>
                <a:spcPct val="0"/>
              </a:spcBef>
              <a:buClrTx/>
              <a:buSzTx/>
              <a:buFontTx/>
              <a:buNone/>
            </a:pPr>
            <a:r>
              <a:rPr lang="pl-PL" altLang="pl-PL" sz="1800" b="1" u="none" dirty="0">
                <a:latin typeface="Tenorite" panose="00000500000000000000" pitchFamily="2" charset="0"/>
              </a:rPr>
              <a:t>GENERAL (MEGA) ENVIRONMENT</a:t>
            </a:r>
          </a:p>
        </p:txBody>
      </p:sp>
    </p:spTree>
    <p:extLst>
      <p:ext uri="{BB962C8B-B14F-4D97-AF65-F5344CB8AC3E}">
        <p14:creationId xmlns:p14="http://schemas.microsoft.com/office/powerpoint/2010/main" val="26279118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213340" y="0"/>
            <a:ext cx="5926200" cy="1453003"/>
          </a:xfrm>
        </p:spPr>
        <p:txBody>
          <a:bodyPr wrap="square" rtlCol="0" anchor="b">
            <a:normAutofit/>
          </a:bodyPr>
          <a:lstStyle/>
          <a:p>
            <a:pPr rtl="0"/>
            <a:r>
              <a:rPr lang="en-US" sz="5000" dirty="0">
                <a:latin typeface="Tenorite" panose="00000500000000000000" pitchFamily="2" charset="0"/>
              </a:rPr>
              <a:t>PESTE Analysis</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Organization’s</a:t>
            </a:r>
            <a:r>
              <a:rPr lang="pl-PL" sz="1100" dirty="0">
                <a:solidFill>
                  <a:srgbClr val="5E5441"/>
                </a:solidFill>
                <a:latin typeface="Tenorite" panose="00000500000000000000" pitchFamily="2" charset="0"/>
              </a:rPr>
              <a:t> environment</a:t>
            </a: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15</a:t>
            </a:fld>
            <a:endParaRPr lang="pl-PL" sz="1100" noProof="0" dirty="0">
              <a:latin typeface="Tenorite" panose="00000500000000000000" pitchFamily="2" charset="0"/>
            </a:endParaRPr>
          </a:p>
        </p:txBody>
      </p:sp>
      <p:sp>
        <p:nvSpPr>
          <p:cNvPr id="10" name="Prostokąt 9">
            <a:extLst>
              <a:ext uri="{FF2B5EF4-FFF2-40B4-BE49-F238E27FC236}">
                <a16:creationId xmlns:a16="http://schemas.microsoft.com/office/drawing/2014/main" id="{D8C336F1-91D4-21CB-FE9F-2E9288ADAC6F}"/>
              </a:ext>
            </a:extLst>
          </p:cNvPr>
          <p:cNvSpPr/>
          <p:nvPr/>
        </p:nvSpPr>
        <p:spPr>
          <a:xfrm>
            <a:off x="1752952" y="1600853"/>
            <a:ext cx="1632756" cy="1446662"/>
          </a:xfrm>
          <a:prstGeom prst="rect">
            <a:avLst/>
          </a:prstGeom>
          <a:solidFill>
            <a:srgbClr val="0070C0"/>
          </a:solidFill>
        </p:spPr>
        <p:style>
          <a:lnRef idx="0">
            <a:schemeClr val="accent4"/>
          </a:lnRef>
          <a:fillRef idx="3">
            <a:schemeClr val="accent4"/>
          </a:fillRef>
          <a:effectRef idx="3">
            <a:schemeClr val="accent4"/>
          </a:effectRef>
          <a:fontRef idx="minor">
            <a:schemeClr val="lt1"/>
          </a:fontRef>
        </p:style>
        <p:txBody>
          <a:bodyPr lIns="82945" tIns="41473" rIns="82945" bIns="41473" anchor="ctr"/>
          <a:lstStyle/>
          <a:p>
            <a:pPr algn="ctr" eaLnBrk="1">
              <a:lnSpc>
                <a:spcPct val="101000"/>
              </a:lnSpc>
              <a:buClr>
                <a:srgbClr val="000000"/>
              </a:buClr>
              <a:buSzPct val="100000"/>
              <a:buFont typeface="Times New Roman" pitchFamily="18" charset="0"/>
              <a:buNone/>
              <a:defRPr/>
            </a:pPr>
            <a:r>
              <a:rPr lang="pl-PL" sz="10400" b="1" u="none" dirty="0">
                <a:effectLst>
                  <a:outerShdw blurRad="38100" dist="38100" dir="2700000" algn="tl">
                    <a:srgbClr val="000000">
                      <a:alpha val="43137"/>
                    </a:srgbClr>
                  </a:outerShdw>
                </a:effectLst>
                <a:latin typeface="+mj-lt"/>
              </a:rPr>
              <a:t>P</a:t>
            </a:r>
          </a:p>
        </p:txBody>
      </p:sp>
      <p:sp>
        <p:nvSpPr>
          <p:cNvPr id="11" name="Prostokąt 10">
            <a:extLst>
              <a:ext uri="{FF2B5EF4-FFF2-40B4-BE49-F238E27FC236}">
                <a16:creationId xmlns:a16="http://schemas.microsoft.com/office/drawing/2014/main" id="{299FAB9B-A2CD-937A-1312-52DD4DF8F16C}"/>
              </a:ext>
            </a:extLst>
          </p:cNvPr>
          <p:cNvSpPr/>
          <p:nvPr/>
        </p:nvSpPr>
        <p:spPr>
          <a:xfrm>
            <a:off x="3516525" y="1600315"/>
            <a:ext cx="1632756" cy="1447200"/>
          </a:xfrm>
          <a:prstGeom prst="rect">
            <a:avLst/>
          </a:prstGeom>
          <a:solidFill>
            <a:srgbClr val="FF0000"/>
          </a:solidFill>
        </p:spPr>
        <p:style>
          <a:lnRef idx="0">
            <a:schemeClr val="accent2"/>
          </a:lnRef>
          <a:fillRef idx="3">
            <a:schemeClr val="accent2"/>
          </a:fillRef>
          <a:effectRef idx="3">
            <a:schemeClr val="accent2"/>
          </a:effectRef>
          <a:fontRef idx="minor">
            <a:schemeClr val="lt1"/>
          </a:fontRef>
        </p:style>
        <p:txBody>
          <a:bodyPr lIns="82945" tIns="41473" rIns="82945" bIns="41473" anchor="ctr"/>
          <a:lstStyle/>
          <a:p>
            <a:pPr algn="ctr" eaLnBrk="1">
              <a:lnSpc>
                <a:spcPct val="101000"/>
              </a:lnSpc>
              <a:buClr>
                <a:srgbClr val="000000"/>
              </a:buClr>
              <a:buSzPct val="100000"/>
              <a:buFont typeface="Times New Roman" pitchFamily="18" charset="0"/>
              <a:buNone/>
              <a:defRPr/>
            </a:pPr>
            <a:r>
              <a:rPr lang="pl-PL" sz="10400" b="1" u="none" dirty="0">
                <a:solidFill>
                  <a:schemeClr val="bg1"/>
                </a:solidFill>
                <a:effectLst>
                  <a:outerShdw blurRad="38100" dist="38100" dir="2700000" algn="tl">
                    <a:srgbClr val="000000">
                      <a:alpha val="43137"/>
                    </a:srgbClr>
                  </a:outerShdw>
                </a:effectLst>
                <a:latin typeface="+mj-lt"/>
              </a:rPr>
              <a:t>E</a:t>
            </a:r>
          </a:p>
        </p:txBody>
      </p:sp>
      <p:sp>
        <p:nvSpPr>
          <p:cNvPr id="12" name="Prostokąt 11">
            <a:extLst>
              <a:ext uri="{FF2B5EF4-FFF2-40B4-BE49-F238E27FC236}">
                <a16:creationId xmlns:a16="http://schemas.microsoft.com/office/drawing/2014/main" id="{A84CE751-CB0E-D252-8B7E-98C90DB5AFCD}"/>
              </a:ext>
            </a:extLst>
          </p:cNvPr>
          <p:cNvSpPr/>
          <p:nvPr/>
        </p:nvSpPr>
        <p:spPr>
          <a:xfrm>
            <a:off x="5280866" y="1610976"/>
            <a:ext cx="1632756" cy="1447200"/>
          </a:xfrm>
          <a:prstGeom prst="rect">
            <a:avLst/>
          </a:prstGeom>
          <a:solidFill>
            <a:srgbClr val="FFC000"/>
          </a:solidFill>
        </p:spPr>
        <p:style>
          <a:lnRef idx="0">
            <a:schemeClr val="accent3"/>
          </a:lnRef>
          <a:fillRef idx="3">
            <a:schemeClr val="accent3"/>
          </a:fillRef>
          <a:effectRef idx="3">
            <a:schemeClr val="accent3"/>
          </a:effectRef>
          <a:fontRef idx="minor">
            <a:schemeClr val="lt1"/>
          </a:fontRef>
        </p:style>
        <p:txBody>
          <a:bodyPr lIns="82945" tIns="41473" rIns="82945" bIns="41473" anchor="ctr"/>
          <a:lstStyle/>
          <a:p>
            <a:pPr algn="ctr" eaLnBrk="1">
              <a:lnSpc>
                <a:spcPct val="101000"/>
              </a:lnSpc>
              <a:buClr>
                <a:srgbClr val="000000"/>
              </a:buClr>
              <a:buSzPct val="100000"/>
              <a:buFont typeface="Times New Roman" pitchFamily="18" charset="0"/>
              <a:buNone/>
              <a:defRPr/>
            </a:pPr>
            <a:r>
              <a:rPr lang="pl-PL" sz="10400" b="1" u="none" dirty="0">
                <a:solidFill>
                  <a:schemeClr val="bg1"/>
                </a:solidFill>
                <a:effectLst>
                  <a:outerShdw blurRad="38100" dist="38100" dir="2700000" algn="tl">
                    <a:srgbClr val="000000">
                      <a:alpha val="43137"/>
                    </a:srgbClr>
                  </a:outerShdw>
                </a:effectLst>
                <a:latin typeface="+mj-lt"/>
              </a:rPr>
              <a:t>S</a:t>
            </a:r>
          </a:p>
        </p:txBody>
      </p:sp>
      <p:sp>
        <p:nvSpPr>
          <p:cNvPr id="13" name="Prostokąt 12">
            <a:extLst>
              <a:ext uri="{FF2B5EF4-FFF2-40B4-BE49-F238E27FC236}">
                <a16:creationId xmlns:a16="http://schemas.microsoft.com/office/drawing/2014/main" id="{03AF109E-8B3E-8226-773A-829FF8BF5349}"/>
              </a:ext>
            </a:extLst>
          </p:cNvPr>
          <p:cNvSpPr/>
          <p:nvPr/>
        </p:nvSpPr>
        <p:spPr>
          <a:xfrm>
            <a:off x="7043625" y="1610830"/>
            <a:ext cx="1633538" cy="1447800"/>
          </a:xfrm>
          <a:prstGeom prst="rect">
            <a:avLst/>
          </a:prstGeom>
        </p:spPr>
        <p:style>
          <a:lnRef idx="2">
            <a:schemeClr val="dk1">
              <a:shade val="50000"/>
            </a:schemeClr>
          </a:lnRef>
          <a:fillRef idx="1">
            <a:schemeClr val="dk1"/>
          </a:fillRef>
          <a:effectRef idx="0">
            <a:schemeClr val="dk1"/>
          </a:effectRef>
          <a:fontRef idx="minor">
            <a:schemeClr val="lt1"/>
          </a:fontRef>
        </p:style>
        <p:txBody>
          <a:bodyPr lIns="82945" tIns="41473" rIns="82945" bIns="41473" anchor="ctr"/>
          <a:lstStyle/>
          <a:p>
            <a:pPr algn="ctr" eaLnBrk="1">
              <a:lnSpc>
                <a:spcPct val="101000"/>
              </a:lnSpc>
              <a:buClr>
                <a:srgbClr val="000000"/>
              </a:buClr>
              <a:buSzPct val="100000"/>
              <a:buFont typeface="Times New Roman" pitchFamily="18" charset="0"/>
              <a:buNone/>
              <a:defRPr/>
            </a:pPr>
            <a:r>
              <a:rPr lang="pl-PL" sz="10400" b="1" u="none" dirty="0">
                <a:effectLst>
                  <a:outerShdw blurRad="38100" dist="38100" dir="2700000" algn="tl">
                    <a:srgbClr val="000000">
                      <a:alpha val="43137"/>
                    </a:srgbClr>
                  </a:outerShdw>
                </a:effectLst>
                <a:latin typeface="+mj-lt"/>
              </a:rPr>
              <a:t>T</a:t>
            </a:r>
          </a:p>
        </p:txBody>
      </p:sp>
      <p:sp>
        <p:nvSpPr>
          <p:cNvPr id="14" name="Prostokąt 13">
            <a:extLst>
              <a:ext uri="{FF2B5EF4-FFF2-40B4-BE49-F238E27FC236}">
                <a16:creationId xmlns:a16="http://schemas.microsoft.com/office/drawing/2014/main" id="{CBBD1221-7831-1066-5EB3-8A9B2E7A6BEC}"/>
              </a:ext>
            </a:extLst>
          </p:cNvPr>
          <p:cNvSpPr/>
          <p:nvPr/>
        </p:nvSpPr>
        <p:spPr>
          <a:xfrm>
            <a:off x="8807242" y="1606274"/>
            <a:ext cx="1632756" cy="1447200"/>
          </a:xfrm>
          <a:prstGeom prst="rect">
            <a:avLst/>
          </a:prstGeom>
          <a:solidFill>
            <a:srgbClr val="92D050"/>
          </a:solidFill>
        </p:spPr>
        <p:style>
          <a:lnRef idx="0">
            <a:schemeClr val="accent1"/>
          </a:lnRef>
          <a:fillRef idx="3">
            <a:schemeClr val="accent1"/>
          </a:fillRef>
          <a:effectRef idx="3">
            <a:schemeClr val="accent1"/>
          </a:effectRef>
          <a:fontRef idx="minor">
            <a:schemeClr val="lt1"/>
          </a:fontRef>
        </p:style>
        <p:txBody>
          <a:bodyPr lIns="82945" tIns="41473" rIns="82945" bIns="41473" anchor="ctr"/>
          <a:lstStyle/>
          <a:p>
            <a:pPr algn="ctr" eaLnBrk="1">
              <a:lnSpc>
                <a:spcPct val="101000"/>
              </a:lnSpc>
              <a:buClr>
                <a:srgbClr val="000000"/>
              </a:buClr>
              <a:buSzPct val="100000"/>
              <a:buFont typeface="Times New Roman" pitchFamily="18" charset="0"/>
              <a:buNone/>
              <a:defRPr/>
            </a:pPr>
            <a:r>
              <a:rPr lang="pl-PL" sz="10400" b="1" u="none" dirty="0">
                <a:solidFill>
                  <a:schemeClr val="tx1"/>
                </a:solidFill>
                <a:effectLst>
                  <a:outerShdw blurRad="38100" dist="38100" dir="2700000" algn="tl">
                    <a:srgbClr val="000000">
                      <a:alpha val="43137"/>
                    </a:srgbClr>
                  </a:outerShdw>
                </a:effectLst>
                <a:latin typeface="+mj-lt"/>
              </a:rPr>
              <a:t>E</a:t>
            </a:r>
          </a:p>
        </p:txBody>
      </p:sp>
      <p:sp>
        <p:nvSpPr>
          <p:cNvPr id="15" name="Prostokąt 14">
            <a:extLst>
              <a:ext uri="{FF2B5EF4-FFF2-40B4-BE49-F238E27FC236}">
                <a16:creationId xmlns:a16="http://schemas.microsoft.com/office/drawing/2014/main" id="{E3567CBB-87F3-143E-DC1B-12758C725669}"/>
              </a:ext>
            </a:extLst>
          </p:cNvPr>
          <p:cNvSpPr/>
          <p:nvPr/>
        </p:nvSpPr>
        <p:spPr>
          <a:xfrm>
            <a:off x="1752952" y="3090950"/>
            <a:ext cx="1632756" cy="3266218"/>
          </a:xfrm>
          <a:prstGeom prst="rect">
            <a:avLst/>
          </a:prstGeom>
          <a:solidFill>
            <a:srgbClr val="0070C0"/>
          </a:solidFill>
        </p:spPr>
        <p:style>
          <a:lnRef idx="0">
            <a:schemeClr val="accent4"/>
          </a:lnRef>
          <a:fillRef idx="3">
            <a:schemeClr val="accent4"/>
          </a:fillRef>
          <a:effectRef idx="3">
            <a:schemeClr val="accent4"/>
          </a:effectRef>
          <a:fontRef idx="minor">
            <a:schemeClr val="lt1"/>
          </a:fontRef>
        </p:style>
        <p:txBody>
          <a:bodyPr vert="wordArtVert" lIns="82945" tIns="41473" rIns="82945" bIns="41473" anchor="ctr"/>
          <a:lstStyle/>
          <a:p>
            <a:pPr algn="ctr" eaLnBrk="1">
              <a:lnSpc>
                <a:spcPct val="101000"/>
              </a:lnSpc>
              <a:buClr>
                <a:srgbClr val="000000"/>
              </a:buClr>
              <a:buSzPct val="100000"/>
              <a:buFont typeface="Times New Roman" pitchFamily="18" charset="0"/>
              <a:buNone/>
              <a:defRPr/>
            </a:pPr>
            <a:r>
              <a:rPr lang="pl-PL" sz="2000" b="1" u="none" dirty="0">
                <a:effectLst>
                  <a:outerShdw blurRad="38100" dist="38100" dir="2700000" algn="tl">
                    <a:srgbClr val="000000">
                      <a:alpha val="43137"/>
                    </a:srgbClr>
                  </a:outerShdw>
                </a:effectLst>
                <a:latin typeface="+mj-lt"/>
              </a:rPr>
              <a:t>OLITICAL</a:t>
            </a:r>
          </a:p>
        </p:txBody>
      </p:sp>
      <p:sp>
        <p:nvSpPr>
          <p:cNvPr id="16" name="Prostokąt 15">
            <a:extLst>
              <a:ext uri="{FF2B5EF4-FFF2-40B4-BE49-F238E27FC236}">
                <a16:creationId xmlns:a16="http://schemas.microsoft.com/office/drawing/2014/main" id="{ED67A715-6283-7E65-EF6A-85ECC7EDE98C}"/>
              </a:ext>
            </a:extLst>
          </p:cNvPr>
          <p:cNvSpPr/>
          <p:nvPr/>
        </p:nvSpPr>
        <p:spPr>
          <a:xfrm>
            <a:off x="3508935" y="3090950"/>
            <a:ext cx="1632756" cy="3266218"/>
          </a:xfrm>
          <a:prstGeom prst="rect">
            <a:avLst/>
          </a:prstGeom>
          <a:solidFill>
            <a:srgbClr val="FF0000"/>
          </a:solidFill>
        </p:spPr>
        <p:style>
          <a:lnRef idx="0">
            <a:schemeClr val="accent2"/>
          </a:lnRef>
          <a:fillRef idx="3">
            <a:schemeClr val="accent2"/>
          </a:fillRef>
          <a:effectRef idx="3">
            <a:schemeClr val="accent2"/>
          </a:effectRef>
          <a:fontRef idx="minor">
            <a:schemeClr val="lt1"/>
          </a:fontRef>
        </p:style>
        <p:txBody>
          <a:bodyPr vert="wordArtVert" lIns="82945" tIns="41473" rIns="82945" bIns="41473" anchor="ctr"/>
          <a:lstStyle/>
          <a:p>
            <a:pPr algn="ctr" eaLnBrk="1">
              <a:lnSpc>
                <a:spcPct val="101000"/>
              </a:lnSpc>
              <a:buClr>
                <a:srgbClr val="000000"/>
              </a:buClr>
              <a:buSzPct val="100000"/>
              <a:buFont typeface="Times New Roman" pitchFamily="18" charset="0"/>
              <a:buNone/>
              <a:defRPr/>
            </a:pPr>
            <a:r>
              <a:rPr lang="pl-PL" sz="2000" b="1" u="none" dirty="0">
                <a:solidFill>
                  <a:schemeClr val="bg1"/>
                </a:solidFill>
                <a:effectLst>
                  <a:outerShdw blurRad="38100" dist="38100" dir="2700000" algn="tl">
                    <a:srgbClr val="000000">
                      <a:alpha val="43137"/>
                    </a:srgbClr>
                  </a:outerShdw>
                </a:effectLst>
                <a:latin typeface="+mj-lt"/>
              </a:rPr>
              <a:t>CONOMIC</a:t>
            </a:r>
          </a:p>
        </p:txBody>
      </p:sp>
      <p:sp>
        <p:nvSpPr>
          <p:cNvPr id="17" name="Prostokąt 16">
            <a:extLst>
              <a:ext uri="{FF2B5EF4-FFF2-40B4-BE49-F238E27FC236}">
                <a16:creationId xmlns:a16="http://schemas.microsoft.com/office/drawing/2014/main" id="{4F1D3AFC-DF09-8AA4-D398-EB67E2489658}"/>
              </a:ext>
            </a:extLst>
          </p:cNvPr>
          <p:cNvSpPr/>
          <p:nvPr/>
        </p:nvSpPr>
        <p:spPr>
          <a:xfrm>
            <a:off x="5280097" y="3090950"/>
            <a:ext cx="1632756" cy="3266218"/>
          </a:xfrm>
          <a:prstGeom prst="rect">
            <a:avLst/>
          </a:prstGeom>
          <a:solidFill>
            <a:srgbClr val="FFC000"/>
          </a:solidFill>
        </p:spPr>
        <p:style>
          <a:lnRef idx="0">
            <a:schemeClr val="accent2"/>
          </a:lnRef>
          <a:fillRef idx="3">
            <a:schemeClr val="accent2"/>
          </a:fillRef>
          <a:effectRef idx="3">
            <a:schemeClr val="accent2"/>
          </a:effectRef>
          <a:fontRef idx="minor">
            <a:schemeClr val="lt1"/>
          </a:fontRef>
        </p:style>
        <p:txBody>
          <a:bodyPr vert="wordArtVert" lIns="82945" tIns="41473" rIns="82945" bIns="41473" anchor="ctr"/>
          <a:lstStyle/>
          <a:p>
            <a:pPr algn="ctr" eaLnBrk="1">
              <a:lnSpc>
                <a:spcPct val="101000"/>
              </a:lnSpc>
              <a:buClr>
                <a:srgbClr val="000000"/>
              </a:buClr>
              <a:buSzPct val="100000"/>
              <a:buFont typeface="Times New Roman" pitchFamily="18" charset="0"/>
              <a:buNone/>
              <a:defRPr/>
            </a:pPr>
            <a:r>
              <a:rPr lang="pl-PL" sz="2000" b="1" u="none" dirty="0">
                <a:solidFill>
                  <a:schemeClr val="bg1"/>
                </a:solidFill>
                <a:effectLst>
                  <a:outerShdw blurRad="38100" dist="38100" dir="2700000" algn="tl">
                    <a:srgbClr val="000000">
                      <a:alpha val="43137"/>
                    </a:srgbClr>
                  </a:outerShdw>
                </a:effectLst>
                <a:latin typeface="+mj-lt"/>
              </a:rPr>
              <a:t>OCIAL</a:t>
            </a:r>
          </a:p>
        </p:txBody>
      </p:sp>
      <p:sp>
        <p:nvSpPr>
          <p:cNvPr id="18" name="Prostokąt 17">
            <a:extLst>
              <a:ext uri="{FF2B5EF4-FFF2-40B4-BE49-F238E27FC236}">
                <a16:creationId xmlns:a16="http://schemas.microsoft.com/office/drawing/2014/main" id="{F49366B1-2BE6-D882-3BC1-C9837A93D84E}"/>
              </a:ext>
            </a:extLst>
          </p:cNvPr>
          <p:cNvSpPr/>
          <p:nvPr/>
        </p:nvSpPr>
        <p:spPr>
          <a:xfrm>
            <a:off x="7043669" y="3090950"/>
            <a:ext cx="1632756" cy="3266218"/>
          </a:xfrm>
          <a:prstGeom prst="rect">
            <a:avLst/>
          </a:prstGeom>
        </p:spPr>
        <p:style>
          <a:lnRef idx="0">
            <a:schemeClr val="dk1"/>
          </a:lnRef>
          <a:fillRef idx="3">
            <a:schemeClr val="dk1"/>
          </a:fillRef>
          <a:effectRef idx="3">
            <a:schemeClr val="dk1"/>
          </a:effectRef>
          <a:fontRef idx="minor">
            <a:schemeClr val="lt1"/>
          </a:fontRef>
        </p:style>
        <p:txBody>
          <a:bodyPr vert="wordArtVert" lIns="82945" tIns="41473" rIns="82945" bIns="41473" anchor="ctr"/>
          <a:lstStyle/>
          <a:p>
            <a:pPr algn="ctr" eaLnBrk="1">
              <a:lnSpc>
                <a:spcPct val="101000"/>
              </a:lnSpc>
              <a:buClr>
                <a:srgbClr val="000000"/>
              </a:buClr>
              <a:buSzPct val="100000"/>
              <a:buFont typeface="Times New Roman" pitchFamily="18" charset="0"/>
              <a:buNone/>
              <a:defRPr/>
            </a:pPr>
            <a:r>
              <a:rPr lang="pl-PL" sz="1400" b="1" u="none" dirty="0">
                <a:solidFill>
                  <a:schemeClr val="bg1"/>
                </a:solidFill>
                <a:effectLst>
                  <a:outerShdw blurRad="38100" dist="38100" dir="2700000" algn="tl">
                    <a:srgbClr val="000000">
                      <a:alpha val="43137"/>
                    </a:srgbClr>
                  </a:outerShdw>
                </a:effectLst>
                <a:latin typeface="+mj-lt"/>
              </a:rPr>
              <a:t>ECHNOLOGICAL</a:t>
            </a:r>
          </a:p>
        </p:txBody>
      </p:sp>
      <p:sp>
        <p:nvSpPr>
          <p:cNvPr id="19" name="Prostokąt 18">
            <a:extLst>
              <a:ext uri="{FF2B5EF4-FFF2-40B4-BE49-F238E27FC236}">
                <a16:creationId xmlns:a16="http://schemas.microsoft.com/office/drawing/2014/main" id="{B6DA8D04-B9EE-D659-850A-66B196C795D5}"/>
              </a:ext>
            </a:extLst>
          </p:cNvPr>
          <p:cNvSpPr/>
          <p:nvPr/>
        </p:nvSpPr>
        <p:spPr>
          <a:xfrm>
            <a:off x="8807242" y="3090950"/>
            <a:ext cx="1632756" cy="3266218"/>
          </a:xfrm>
          <a:prstGeom prst="rect">
            <a:avLst/>
          </a:prstGeom>
          <a:solidFill>
            <a:srgbClr val="92D050"/>
          </a:solidFill>
        </p:spPr>
        <p:style>
          <a:lnRef idx="0">
            <a:schemeClr val="accent1"/>
          </a:lnRef>
          <a:fillRef idx="3">
            <a:schemeClr val="accent1"/>
          </a:fillRef>
          <a:effectRef idx="3">
            <a:schemeClr val="accent1"/>
          </a:effectRef>
          <a:fontRef idx="minor">
            <a:schemeClr val="lt1"/>
          </a:fontRef>
        </p:style>
        <p:txBody>
          <a:bodyPr vert="wordArtVert" lIns="82945" tIns="41473" rIns="82945" bIns="41473" anchor="ctr"/>
          <a:lstStyle/>
          <a:p>
            <a:pPr algn="ctr" eaLnBrk="1">
              <a:lnSpc>
                <a:spcPct val="101000"/>
              </a:lnSpc>
              <a:buClr>
                <a:srgbClr val="000000"/>
              </a:buClr>
              <a:buSzPct val="100000"/>
              <a:buFont typeface="Times New Roman" pitchFamily="18" charset="0"/>
              <a:buNone/>
              <a:defRPr/>
            </a:pPr>
            <a:r>
              <a:rPr lang="pl-PL" sz="1400" b="1" u="none" dirty="0">
                <a:solidFill>
                  <a:schemeClr val="tx1"/>
                </a:solidFill>
                <a:effectLst>
                  <a:outerShdw blurRad="38100" dist="38100" dir="2700000" algn="tl">
                    <a:srgbClr val="000000">
                      <a:alpha val="43137"/>
                    </a:srgbClr>
                  </a:outerShdw>
                </a:effectLst>
                <a:latin typeface="+mj-lt"/>
              </a:rPr>
              <a:t>NVIRONMENTAL</a:t>
            </a:r>
          </a:p>
        </p:txBody>
      </p:sp>
    </p:spTree>
    <p:extLst>
      <p:ext uri="{BB962C8B-B14F-4D97-AF65-F5344CB8AC3E}">
        <p14:creationId xmlns:p14="http://schemas.microsoft.com/office/powerpoint/2010/main" val="224535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132899" y="552615"/>
            <a:ext cx="5926200" cy="1453003"/>
          </a:xfrm>
        </p:spPr>
        <p:txBody>
          <a:bodyPr wrap="square" rtlCol="0" anchor="b">
            <a:normAutofit/>
          </a:bodyPr>
          <a:lstStyle/>
          <a:p>
            <a:pPr rtl="0"/>
            <a:r>
              <a:rPr lang="en-US" sz="5000">
                <a:latin typeface="Tenorite" panose="00000500000000000000" pitchFamily="2" charset="0"/>
              </a:rPr>
              <a:t>PESTE Analysis</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3132899" y="2724402"/>
            <a:ext cx="2963101" cy="2914413"/>
          </a:xfrm>
        </p:spPr>
        <p:txBody>
          <a:bodyPr rtlCol="0">
            <a:noAutofit/>
          </a:bodyPr>
          <a:lstStyle/>
          <a:p>
            <a:pPr marL="457200" indent="-457200" algn="just" rtl="0">
              <a:buClr>
                <a:srgbClr val="663300"/>
              </a:buClr>
              <a:buFont typeface="Arial" panose="020B0604020202020204" pitchFamily="34" charset="0"/>
              <a:buChar char="•"/>
            </a:pPr>
            <a:r>
              <a:rPr lang="en-US" sz="2500" b="1">
                <a:solidFill>
                  <a:srgbClr val="663300"/>
                </a:solidFill>
                <a:latin typeface="Tenorite" panose="00000500000000000000" pitchFamily="2" charset="0"/>
              </a:rPr>
              <a:t>STEP</a:t>
            </a:r>
          </a:p>
          <a:p>
            <a:pPr marL="457200" indent="-457200" algn="just" rtl="0">
              <a:buClr>
                <a:srgbClr val="663300"/>
              </a:buClr>
              <a:buFont typeface="Arial" panose="020B0604020202020204" pitchFamily="34" charset="0"/>
              <a:buChar char="•"/>
            </a:pPr>
            <a:r>
              <a:rPr lang="en-US" sz="2500" b="1">
                <a:solidFill>
                  <a:srgbClr val="663300"/>
                </a:solidFill>
                <a:latin typeface="Tenorite" panose="00000500000000000000" pitchFamily="2" charset="0"/>
              </a:rPr>
              <a:t>PESTE</a:t>
            </a:r>
            <a:r>
              <a:rPr lang="en-US" sz="2500" b="1">
                <a:solidFill>
                  <a:srgbClr val="C00000"/>
                </a:solidFill>
                <a:latin typeface="Tenorite" panose="00000500000000000000" pitchFamily="2" charset="0"/>
              </a:rPr>
              <a:t>L</a:t>
            </a:r>
          </a:p>
          <a:p>
            <a:pPr marL="457200" indent="-457200" algn="just" rtl="0">
              <a:buClr>
                <a:srgbClr val="663300"/>
              </a:buClr>
              <a:buFont typeface="Arial" panose="020B0604020202020204" pitchFamily="34" charset="0"/>
              <a:buChar char="•"/>
            </a:pPr>
            <a:r>
              <a:rPr lang="en-US" sz="2500" b="1">
                <a:solidFill>
                  <a:srgbClr val="663300"/>
                </a:solidFill>
                <a:latin typeface="Tenorite" panose="00000500000000000000" pitchFamily="2" charset="0"/>
              </a:rPr>
              <a:t>PESTL</a:t>
            </a:r>
            <a:r>
              <a:rPr lang="en-US" sz="2500" b="1">
                <a:solidFill>
                  <a:srgbClr val="C00000"/>
                </a:solidFill>
                <a:latin typeface="Tenorite" panose="00000500000000000000" pitchFamily="2" charset="0"/>
              </a:rPr>
              <a:t>I</a:t>
            </a:r>
            <a:r>
              <a:rPr lang="en-US" sz="2500" b="1">
                <a:solidFill>
                  <a:srgbClr val="663300"/>
                </a:solidFill>
                <a:latin typeface="Tenorite" panose="00000500000000000000" pitchFamily="2" charset="0"/>
              </a:rPr>
              <a:t>E</a:t>
            </a:r>
            <a:r>
              <a:rPr lang="en-US" sz="2500" b="1">
                <a:solidFill>
                  <a:srgbClr val="C00000"/>
                </a:solidFill>
                <a:latin typeface="Tenorite" panose="00000500000000000000" pitchFamily="2" charset="0"/>
              </a:rPr>
              <a:t>D</a:t>
            </a:r>
          </a:p>
          <a:p>
            <a:pPr marL="457200" indent="-457200" algn="just" rtl="0">
              <a:buClr>
                <a:srgbClr val="663300"/>
              </a:buClr>
              <a:buFont typeface="Arial" panose="020B0604020202020204" pitchFamily="34" charset="0"/>
              <a:buChar char="•"/>
            </a:pPr>
            <a:r>
              <a:rPr lang="en-US" sz="2500" b="1">
                <a:solidFill>
                  <a:srgbClr val="663300"/>
                </a:solidFill>
                <a:latin typeface="Tenorite" panose="00000500000000000000" pitchFamily="2" charset="0"/>
              </a:rPr>
              <a:t>STEEPL</a:t>
            </a:r>
            <a:r>
              <a:rPr lang="en-US" sz="2500" b="1">
                <a:solidFill>
                  <a:srgbClr val="C00000"/>
                </a:solidFill>
                <a:latin typeface="Tenorite" panose="00000500000000000000" pitchFamily="2" charset="0"/>
              </a:rPr>
              <a:t>ED</a:t>
            </a:r>
            <a:endParaRPr lang="pl-PL" sz="2500">
              <a:solidFill>
                <a:srgbClr val="C00000"/>
              </a:solidFill>
              <a:latin typeface="Tenorite" panose="00000500000000000000" pitchFamily="2" charset="0"/>
            </a:endParaRPr>
          </a:p>
          <a:p>
            <a:pPr marL="457200" indent="-457200" algn="just" rtl="0">
              <a:buClr>
                <a:srgbClr val="663300"/>
              </a:buClr>
              <a:buFont typeface="Arial" panose="020B0604020202020204" pitchFamily="34" charset="0"/>
              <a:buChar char="•"/>
            </a:pPr>
            <a:endParaRPr lang="pl-PL" sz="2000">
              <a:solidFill>
                <a:srgbClr val="663300"/>
              </a:solidFill>
              <a:latin typeface="Tenorite" panose="00000500000000000000" pitchFamily="2" charset="0"/>
            </a:endParaRPr>
          </a:p>
          <a:p>
            <a:pPr marL="457200" indent="-457200" algn="just" rtl="0">
              <a:buClr>
                <a:srgbClr val="663300"/>
              </a:buClr>
              <a:buFont typeface="Arial" panose="020B0604020202020204" pitchFamily="34" charset="0"/>
              <a:buChar char="•"/>
            </a:pPr>
            <a:endParaRPr lang="en-US" sz="2000">
              <a:solidFill>
                <a:srgbClr val="663300"/>
              </a:solidFill>
              <a:latin typeface="Tenorite" panose="00000500000000000000" pitchFamily="2" charset="0"/>
            </a:endParaRPr>
          </a:p>
          <a:p>
            <a:pPr algn="l" rtl="0">
              <a:buClr>
                <a:srgbClr val="663300"/>
              </a:buClr>
            </a:pPr>
            <a:endParaRPr lang="pl-PL" sz="2100">
              <a:solidFill>
                <a:srgbClr val="663300"/>
              </a:solidFill>
              <a:latin typeface="Tenorite" panose="00000500000000000000" pitchFamily="2" charset="0"/>
            </a:endParaRPr>
          </a:p>
          <a:p>
            <a:pPr marL="285750" indent="-285750" rtl="0">
              <a:buFont typeface="Arial" panose="020B0604020202020204" pitchFamily="34" charset="0"/>
              <a:buChar char="•"/>
            </a:pPr>
            <a:endParaRPr lang="pl-PL" sz="2100" dirty="0"/>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Organization’s</a:t>
            </a:r>
            <a:r>
              <a:rPr lang="pl-PL" sz="1100" dirty="0">
                <a:solidFill>
                  <a:srgbClr val="5E5441"/>
                </a:solidFill>
                <a:latin typeface="Tenorite" panose="00000500000000000000" pitchFamily="2" charset="0"/>
              </a:rPr>
              <a:t> environment</a:t>
            </a: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16</a:t>
            </a:fld>
            <a:endParaRPr lang="pl-PL" sz="1100" noProof="0" dirty="0">
              <a:latin typeface="Tenorite" panose="00000500000000000000" pitchFamily="2" charset="0"/>
            </a:endParaRPr>
          </a:p>
        </p:txBody>
      </p:sp>
      <p:pic>
        <p:nvPicPr>
          <p:cNvPr id="10" name="Grafika 9" descr="Znak zapytania z wypełnieniem pełnym">
            <a:extLst>
              <a:ext uri="{FF2B5EF4-FFF2-40B4-BE49-F238E27FC236}">
                <a16:creationId xmlns:a16="http://schemas.microsoft.com/office/drawing/2014/main" id="{4D32CD7F-8924-BEE2-6DA6-C17755D992B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74872" y="2724402"/>
            <a:ext cx="2452255" cy="2452255"/>
          </a:xfrm>
          <a:prstGeom prst="rect">
            <a:avLst/>
          </a:prstGeom>
        </p:spPr>
      </p:pic>
    </p:spTree>
    <p:extLst>
      <p:ext uri="{BB962C8B-B14F-4D97-AF65-F5344CB8AC3E}">
        <p14:creationId xmlns:p14="http://schemas.microsoft.com/office/powerpoint/2010/main" val="14908797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132899" y="552615"/>
            <a:ext cx="5926200" cy="1453003"/>
          </a:xfrm>
        </p:spPr>
        <p:txBody>
          <a:bodyPr wrap="square" rtlCol="0" anchor="b">
            <a:normAutofit/>
          </a:bodyPr>
          <a:lstStyle/>
          <a:p>
            <a:pPr rtl="0"/>
            <a:r>
              <a:rPr lang="en-US" sz="5000">
                <a:latin typeface="Tenorite" panose="00000500000000000000" pitchFamily="2" charset="0"/>
              </a:rPr>
              <a:t>PESTE Analysis</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3132899" y="2724402"/>
            <a:ext cx="6540490" cy="2914413"/>
          </a:xfrm>
        </p:spPr>
        <p:txBody>
          <a:bodyPr rtlCol="0">
            <a:noAutofit/>
          </a:bodyPr>
          <a:lstStyle/>
          <a:p>
            <a:pPr marL="457200" indent="-457200" algn="just" rtl="0">
              <a:buClr>
                <a:srgbClr val="663300"/>
              </a:buClr>
              <a:buFont typeface="Arial" panose="020B0604020202020204" pitchFamily="34" charset="0"/>
              <a:buChar char="•"/>
            </a:pPr>
            <a:r>
              <a:rPr lang="en-US" sz="2500" b="1" dirty="0">
                <a:solidFill>
                  <a:srgbClr val="663300"/>
                </a:solidFill>
                <a:latin typeface="Tenorite" panose="00000500000000000000" pitchFamily="2" charset="0"/>
              </a:rPr>
              <a:t>STEP</a:t>
            </a:r>
          </a:p>
          <a:p>
            <a:pPr marL="457200" indent="-457200" algn="just" rtl="0">
              <a:buClr>
                <a:srgbClr val="663300"/>
              </a:buClr>
              <a:buFont typeface="Arial" panose="020B0604020202020204" pitchFamily="34" charset="0"/>
              <a:buChar char="•"/>
            </a:pPr>
            <a:r>
              <a:rPr lang="en-US" sz="2500" b="1" dirty="0">
                <a:solidFill>
                  <a:srgbClr val="663300"/>
                </a:solidFill>
                <a:latin typeface="Tenorite" panose="00000500000000000000" pitchFamily="2" charset="0"/>
              </a:rPr>
              <a:t>PESTE</a:t>
            </a:r>
            <a:r>
              <a:rPr lang="en-US" sz="2500" b="1" dirty="0">
                <a:solidFill>
                  <a:srgbClr val="C00000"/>
                </a:solidFill>
                <a:latin typeface="Tenorite" panose="00000500000000000000" pitchFamily="2" charset="0"/>
              </a:rPr>
              <a:t>L</a:t>
            </a:r>
            <a:r>
              <a:rPr lang="pl-PL" sz="2500" b="1" dirty="0">
                <a:solidFill>
                  <a:srgbClr val="C00000"/>
                </a:solidFill>
                <a:latin typeface="Tenorite" panose="00000500000000000000" pitchFamily="2" charset="0"/>
              </a:rPr>
              <a:t>(egal)</a:t>
            </a:r>
            <a:endParaRPr lang="en-US" sz="2500" b="1" dirty="0">
              <a:solidFill>
                <a:srgbClr val="C00000"/>
              </a:solidFill>
              <a:latin typeface="Tenorite" panose="00000500000000000000" pitchFamily="2" charset="0"/>
            </a:endParaRPr>
          </a:p>
          <a:p>
            <a:pPr marL="457200" indent="-457200" algn="just" rtl="0">
              <a:buClr>
                <a:srgbClr val="663300"/>
              </a:buClr>
              <a:buFont typeface="Arial" panose="020B0604020202020204" pitchFamily="34" charset="0"/>
              <a:buChar char="•"/>
            </a:pPr>
            <a:r>
              <a:rPr lang="en-US" sz="2500" b="1" dirty="0">
                <a:solidFill>
                  <a:srgbClr val="663300"/>
                </a:solidFill>
                <a:latin typeface="Tenorite" panose="00000500000000000000" pitchFamily="2" charset="0"/>
              </a:rPr>
              <a:t>PESTL</a:t>
            </a:r>
            <a:r>
              <a:rPr lang="en-US" sz="2500" b="1" dirty="0">
                <a:solidFill>
                  <a:srgbClr val="C00000"/>
                </a:solidFill>
                <a:latin typeface="Tenorite" panose="00000500000000000000" pitchFamily="2" charset="0"/>
              </a:rPr>
              <a:t>I</a:t>
            </a:r>
            <a:r>
              <a:rPr lang="pl-PL" sz="2500" b="1" dirty="0">
                <a:solidFill>
                  <a:srgbClr val="C00000"/>
                </a:solidFill>
                <a:latin typeface="Tenorite" panose="00000500000000000000" pitchFamily="2" charset="0"/>
              </a:rPr>
              <a:t>(</a:t>
            </a:r>
            <a:r>
              <a:rPr lang="pl-PL" sz="2500" b="1" dirty="0" err="1">
                <a:solidFill>
                  <a:srgbClr val="C00000"/>
                </a:solidFill>
                <a:latin typeface="Tenorite" panose="00000500000000000000" pitchFamily="2" charset="0"/>
              </a:rPr>
              <a:t>international</a:t>
            </a:r>
            <a:r>
              <a:rPr lang="pl-PL" sz="2500" b="1" dirty="0">
                <a:solidFill>
                  <a:srgbClr val="C00000"/>
                </a:solidFill>
                <a:latin typeface="Tenorite" panose="00000500000000000000" pitchFamily="2" charset="0"/>
              </a:rPr>
              <a:t>)</a:t>
            </a:r>
            <a:r>
              <a:rPr lang="en-US" sz="2500" b="1" dirty="0">
                <a:solidFill>
                  <a:srgbClr val="663300"/>
                </a:solidFill>
                <a:latin typeface="Tenorite" panose="00000500000000000000" pitchFamily="2" charset="0"/>
              </a:rPr>
              <a:t>E</a:t>
            </a:r>
            <a:r>
              <a:rPr lang="en-US" sz="2500" b="1" dirty="0">
                <a:solidFill>
                  <a:srgbClr val="C00000"/>
                </a:solidFill>
                <a:latin typeface="Tenorite" panose="00000500000000000000" pitchFamily="2" charset="0"/>
              </a:rPr>
              <a:t>D</a:t>
            </a:r>
            <a:r>
              <a:rPr lang="pl-PL" sz="2500" b="1" dirty="0">
                <a:solidFill>
                  <a:srgbClr val="C00000"/>
                </a:solidFill>
                <a:latin typeface="Tenorite" panose="00000500000000000000" pitchFamily="2" charset="0"/>
              </a:rPr>
              <a:t>(</a:t>
            </a:r>
            <a:r>
              <a:rPr lang="pl-PL" sz="2500" b="1" dirty="0" err="1">
                <a:solidFill>
                  <a:srgbClr val="C00000"/>
                </a:solidFill>
                <a:latin typeface="Tenorite" panose="00000500000000000000" pitchFamily="2" charset="0"/>
              </a:rPr>
              <a:t>empographic</a:t>
            </a:r>
            <a:r>
              <a:rPr lang="pl-PL" sz="2500" b="1" dirty="0">
                <a:solidFill>
                  <a:srgbClr val="C00000"/>
                </a:solidFill>
                <a:latin typeface="Tenorite" panose="00000500000000000000" pitchFamily="2" charset="0"/>
              </a:rPr>
              <a:t>)</a:t>
            </a:r>
            <a:endParaRPr lang="en-US" sz="2500" b="1" dirty="0">
              <a:solidFill>
                <a:srgbClr val="C00000"/>
              </a:solidFill>
              <a:latin typeface="Tenorite" panose="00000500000000000000" pitchFamily="2" charset="0"/>
            </a:endParaRPr>
          </a:p>
          <a:p>
            <a:pPr marL="457200" indent="-457200" algn="just" rtl="0">
              <a:buClr>
                <a:srgbClr val="663300"/>
              </a:buClr>
              <a:buFont typeface="Arial" panose="020B0604020202020204" pitchFamily="34" charset="0"/>
              <a:buChar char="•"/>
            </a:pPr>
            <a:r>
              <a:rPr lang="en-US" sz="2500" b="1" dirty="0">
                <a:solidFill>
                  <a:srgbClr val="663300"/>
                </a:solidFill>
                <a:latin typeface="Tenorite" panose="00000500000000000000" pitchFamily="2" charset="0"/>
              </a:rPr>
              <a:t>STEEPL</a:t>
            </a:r>
            <a:r>
              <a:rPr lang="en-US" sz="2500" b="1" dirty="0">
                <a:solidFill>
                  <a:srgbClr val="C00000"/>
                </a:solidFill>
                <a:latin typeface="Tenorite" panose="00000500000000000000" pitchFamily="2" charset="0"/>
              </a:rPr>
              <a:t>ED</a:t>
            </a:r>
            <a:r>
              <a:rPr lang="pl-PL" sz="2500" b="1" dirty="0">
                <a:solidFill>
                  <a:srgbClr val="C00000"/>
                </a:solidFill>
                <a:latin typeface="Tenorite" panose="00000500000000000000" pitchFamily="2" charset="0"/>
              </a:rPr>
              <a:t>(</a:t>
            </a:r>
            <a:r>
              <a:rPr lang="pl-PL" sz="2500" b="1" dirty="0" err="1">
                <a:solidFill>
                  <a:srgbClr val="C00000"/>
                </a:solidFill>
                <a:latin typeface="Tenorite" panose="00000500000000000000" pitchFamily="2" charset="0"/>
              </a:rPr>
              <a:t>ucational</a:t>
            </a:r>
            <a:r>
              <a:rPr lang="pl-PL" sz="2500" b="1" dirty="0">
                <a:solidFill>
                  <a:srgbClr val="C00000"/>
                </a:solidFill>
                <a:latin typeface="Tenorite" panose="00000500000000000000" pitchFamily="2" charset="0"/>
              </a:rPr>
              <a:t>)</a:t>
            </a:r>
            <a:endParaRPr lang="pl-PL" sz="2500" dirty="0">
              <a:solidFill>
                <a:srgbClr val="C00000"/>
              </a:solidFill>
              <a:latin typeface="Tenorite" panose="00000500000000000000" pitchFamily="2" charset="0"/>
            </a:endParaRPr>
          </a:p>
          <a:p>
            <a:pPr marL="457200" indent="-457200" algn="just" rtl="0">
              <a:buClr>
                <a:srgbClr val="663300"/>
              </a:buClr>
              <a:buFont typeface="Arial" panose="020B0604020202020204" pitchFamily="34" charset="0"/>
              <a:buChar char="•"/>
            </a:pPr>
            <a:endParaRPr lang="pl-PL" sz="2000" dirty="0">
              <a:solidFill>
                <a:srgbClr val="663300"/>
              </a:solidFill>
              <a:latin typeface="Tenorite" panose="00000500000000000000" pitchFamily="2" charset="0"/>
            </a:endParaRPr>
          </a:p>
          <a:p>
            <a:pPr marL="457200" indent="-457200" algn="just" rtl="0">
              <a:buClr>
                <a:srgbClr val="663300"/>
              </a:buClr>
              <a:buFont typeface="Arial" panose="020B0604020202020204" pitchFamily="34" charset="0"/>
              <a:buChar char="•"/>
            </a:pPr>
            <a:endParaRPr lang="en-US" sz="2000" dirty="0">
              <a:solidFill>
                <a:srgbClr val="663300"/>
              </a:solidFill>
              <a:latin typeface="Tenorite" panose="00000500000000000000" pitchFamily="2" charset="0"/>
            </a:endParaRPr>
          </a:p>
          <a:p>
            <a:pPr algn="l" rtl="0">
              <a:buClr>
                <a:srgbClr val="663300"/>
              </a:buClr>
            </a:pPr>
            <a:endParaRPr lang="pl-PL" sz="2100" dirty="0">
              <a:solidFill>
                <a:srgbClr val="663300"/>
              </a:solidFill>
              <a:latin typeface="Tenorite" panose="00000500000000000000" pitchFamily="2" charset="0"/>
            </a:endParaRPr>
          </a:p>
          <a:p>
            <a:pPr marL="285750" indent="-285750" rtl="0">
              <a:buFont typeface="Arial" panose="020B0604020202020204" pitchFamily="34" charset="0"/>
              <a:buChar char="•"/>
            </a:pPr>
            <a:endParaRPr lang="pl-PL" sz="2100" dirty="0"/>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Organization’s</a:t>
            </a:r>
            <a:r>
              <a:rPr lang="pl-PL" sz="1100" dirty="0">
                <a:solidFill>
                  <a:srgbClr val="5E5441"/>
                </a:solidFill>
                <a:latin typeface="Tenorite" panose="00000500000000000000" pitchFamily="2" charset="0"/>
              </a:rPr>
              <a:t> environment</a:t>
            </a: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17</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12734389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132899" y="552615"/>
            <a:ext cx="5926200" cy="1453003"/>
          </a:xfrm>
        </p:spPr>
        <p:txBody>
          <a:bodyPr wrap="square" rtlCol="0" anchor="b">
            <a:normAutofit/>
          </a:bodyPr>
          <a:lstStyle/>
          <a:p>
            <a:pPr rtl="0"/>
            <a:r>
              <a:rPr lang="pl-PL" sz="5000" dirty="0" err="1">
                <a:latin typeface="Tenorite" panose="00000500000000000000" pitchFamily="2" charset="0"/>
              </a:rPr>
              <a:t>Exercise</a:t>
            </a:r>
            <a:r>
              <a:rPr lang="pl-PL" sz="5000" dirty="0">
                <a:latin typeface="Tenorite" panose="00000500000000000000" pitchFamily="2" charset="0"/>
              </a:rPr>
              <a:t> 1</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Organization’s</a:t>
            </a:r>
            <a:r>
              <a:rPr lang="pl-PL" sz="1100" dirty="0">
                <a:solidFill>
                  <a:srgbClr val="5E5441"/>
                </a:solidFill>
                <a:latin typeface="Tenorite" panose="00000500000000000000" pitchFamily="2" charset="0"/>
              </a:rPr>
              <a:t> environment</a:t>
            </a: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18</a:t>
            </a:fld>
            <a:endParaRPr lang="pl-PL" sz="1100" noProof="0" dirty="0">
              <a:latin typeface="Tenorite" panose="00000500000000000000" pitchFamily="2" charset="0"/>
            </a:endParaRPr>
          </a:p>
        </p:txBody>
      </p:sp>
      <p:sp>
        <p:nvSpPr>
          <p:cNvPr id="7" name="Prostokąt 6">
            <a:extLst>
              <a:ext uri="{FF2B5EF4-FFF2-40B4-BE49-F238E27FC236}">
                <a16:creationId xmlns:a16="http://schemas.microsoft.com/office/drawing/2014/main" id="{F68E0B24-F988-FD38-A63B-F23C7DA0DEF7}"/>
              </a:ext>
            </a:extLst>
          </p:cNvPr>
          <p:cNvSpPr/>
          <p:nvPr/>
        </p:nvSpPr>
        <p:spPr>
          <a:xfrm>
            <a:off x="1751557" y="2586639"/>
            <a:ext cx="2049963" cy="392112"/>
          </a:xfrm>
          <a:prstGeom prst="rect">
            <a:avLst/>
          </a:prstGeom>
          <a:noFill/>
          <a:ln w="9525">
            <a:solidFill>
              <a:srgbClr val="66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01000"/>
              </a:lnSpc>
              <a:buClr>
                <a:srgbClr val="000000"/>
              </a:buClr>
              <a:buSzPct val="100000"/>
              <a:buFont typeface="Times New Roman" pitchFamily="18" charset="0"/>
              <a:buNone/>
              <a:defRPr/>
            </a:pPr>
            <a:r>
              <a:rPr lang="pl-PL" sz="1500" b="1" u="none" dirty="0">
                <a:solidFill>
                  <a:schemeClr val="tx1"/>
                </a:solidFill>
                <a:latin typeface="Tenorite" panose="00000500000000000000" pitchFamily="2" charset="0"/>
              </a:rPr>
              <a:t>Cost of living</a:t>
            </a:r>
          </a:p>
        </p:txBody>
      </p:sp>
      <p:sp>
        <p:nvSpPr>
          <p:cNvPr id="8" name="Prostokąt 7">
            <a:extLst>
              <a:ext uri="{FF2B5EF4-FFF2-40B4-BE49-F238E27FC236}">
                <a16:creationId xmlns:a16="http://schemas.microsoft.com/office/drawing/2014/main" id="{F6D20657-A964-A00E-2920-F458C294609C}"/>
              </a:ext>
            </a:extLst>
          </p:cNvPr>
          <p:cNvSpPr/>
          <p:nvPr/>
        </p:nvSpPr>
        <p:spPr>
          <a:xfrm>
            <a:off x="3970882" y="2586639"/>
            <a:ext cx="2049963" cy="392112"/>
          </a:xfrm>
          <a:prstGeom prst="rect">
            <a:avLst/>
          </a:prstGeom>
          <a:noFill/>
          <a:ln w="9525">
            <a:solidFill>
              <a:srgbClr val="66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01000"/>
              </a:lnSpc>
              <a:buClr>
                <a:srgbClr val="000000"/>
              </a:buClr>
              <a:buSzPct val="100000"/>
              <a:buFont typeface="Times New Roman" pitchFamily="18" charset="0"/>
              <a:buNone/>
              <a:defRPr/>
            </a:pPr>
            <a:r>
              <a:rPr lang="pl-PL" sz="1500" b="1" u="none" dirty="0">
                <a:solidFill>
                  <a:schemeClr val="tx1"/>
                </a:solidFill>
                <a:latin typeface="Tenorite" panose="00000500000000000000" pitchFamily="2" charset="0"/>
              </a:rPr>
              <a:t>Population growth rate</a:t>
            </a:r>
          </a:p>
        </p:txBody>
      </p:sp>
      <p:sp>
        <p:nvSpPr>
          <p:cNvPr id="9" name="Prostokąt 8">
            <a:extLst>
              <a:ext uri="{FF2B5EF4-FFF2-40B4-BE49-F238E27FC236}">
                <a16:creationId xmlns:a16="http://schemas.microsoft.com/office/drawing/2014/main" id="{4408EF07-51AA-7EBE-890D-727BC208C930}"/>
              </a:ext>
            </a:extLst>
          </p:cNvPr>
          <p:cNvSpPr/>
          <p:nvPr/>
        </p:nvSpPr>
        <p:spPr>
          <a:xfrm>
            <a:off x="6190207" y="3767884"/>
            <a:ext cx="2049960" cy="392112"/>
          </a:xfrm>
          <a:prstGeom prst="rect">
            <a:avLst/>
          </a:prstGeom>
          <a:noFill/>
          <a:ln w="9525">
            <a:solidFill>
              <a:srgbClr val="66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01000"/>
              </a:lnSpc>
              <a:buClr>
                <a:srgbClr val="000000"/>
              </a:buClr>
              <a:buSzPct val="100000"/>
              <a:buFont typeface="Times New Roman" pitchFamily="18" charset="0"/>
              <a:buNone/>
              <a:defRPr/>
            </a:pPr>
            <a:r>
              <a:rPr lang="pl-PL" sz="1500" b="1" u="none" dirty="0">
                <a:solidFill>
                  <a:schemeClr val="tx1"/>
                </a:solidFill>
                <a:latin typeface="Tenorite" panose="00000500000000000000" pitchFamily="2" charset="0"/>
              </a:rPr>
              <a:t>Exchange rates</a:t>
            </a:r>
          </a:p>
        </p:txBody>
      </p:sp>
      <p:sp>
        <p:nvSpPr>
          <p:cNvPr id="10" name="Prostokąt 9">
            <a:extLst>
              <a:ext uri="{FF2B5EF4-FFF2-40B4-BE49-F238E27FC236}">
                <a16:creationId xmlns:a16="http://schemas.microsoft.com/office/drawing/2014/main" id="{32FBE09F-86C8-80AB-77D8-7721E593B4D1}"/>
              </a:ext>
            </a:extLst>
          </p:cNvPr>
          <p:cNvSpPr/>
          <p:nvPr/>
        </p:nvSpPr>
        <p:spPr>
          <a:xfrm>
            <a:off x="3970882" y="3778028"/>
            <a:ext cx="2049963" cy="392112"/>
          </a:xfrm>
          <a:prstGeom prst="rect">
            <a:avLst/>
          </a:prstGeom>
          <a:noFill/>
          <a:ln w="9525">
            <a:solidFill>
              <a:srgbClr val="66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01000"/>
              </a:lnSpc>
              <a:buClr>
                <a:srgbClr val="000000"/>
              </a:buClr>
              <a:buSzPct val="100000"/>
              <a:buFont typeface="Times New Roman" pitchFamily="18" charset="0"/>
              <a:buNone/>
              <a:defRPr/>
            </a:pPr>
            <a:r>
              <a:rPr lang="pl-PL" sz="1500" b="1" u="none" dirty="0">
                <a:solidFill>
                  <a:schemeClr val="tx1"/>
                </a:solidFill>
                <a:latin typeface="Tenorite" panose="00000500000000000000" pitchFamily="2" charset="0"/>
              </a:rPr>
              <a:t>Geographical location</a:t>
            </a:r>
          </a:p>
        </p:txBody>
      </p:sp>
      <p:sp>
        <p:nvSpPr>
          <p:cNvPr id="11" name="Prostokąt 10">
            <a:extLst>
              <a:ext uri="{FF2B5EF4-FFF2-40B4-BE49-F238E27FC236}">
                <a16:creationId xmlns:a16="http://schemas.microsoft.com/office/drawing/2014/main" id="{3799108B-4C22-5302-96E5-BEC2F0CB0369}"/>
              </a:ext>
            </a:extLst>
          </p:cNvPr>
          <p:cNvSpPr/>
          <p:nvPr/>
        </p:nvSpPr>
        <p:spPr>
          <a:xfrm>
            <a:off x="1751557" y="3174014"/>
            <a:ext cx="2049963" cy="392112"/>
          </a:xfrm>
          <a:prstGeom prst="rect">
            <a:avLst/>
          </a:prstGeom>
          <a:noFill/>
          <a:ln w="9525">
            <a:solidFill>
              <a:srgbClr val="66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01000"/>
              </a:lnSpc>
              <a:buClr>
                <a:srgbClr val="000000"/>
              </a:buClr>
              <a:buSzPct val="100000"/>
              <a:buFont typeface="Times New Roman" pitchFamily="18" charset="0"/>
              <a:buNone/>
              <a:defRPr/>
            </a:pPr>
            <a:r>
              <a:rPr lang="pl-PL" sz="1500" b="1" u="none" dirty="0">
                <a:solidFill>
                  <a:schemeClr val="tx1"/>
                </a:solidFill>
                <a:latin typeface="Tenorite" panose="00000500000000000000" pitchFamily="2" charset="0"/>
              </a:rPr>
              <a:t>Improved quality of parts and end product</a:t>
            </a:r>
          </a:p>
        </p:txBody>
      </p:sp>
      <p:sp>
        <p:nvSpPr>
          <p:cNvPr id="12" name="Prostokąt 11">
            <a:extLst>
              <a:ext uri="{FF2B5EF4-FFF2-40B4-BE49-F238E27FC236}">
                <a16:creationId xmlns:a16="http://schemas.microsoft.com/office/drawing/2014/main" id="{892A17D3-30EF-F01A-C440-0B79B4982B94}"/>
              </a:ext>
            </a:extLst>
          </p:cNvPr>
          <p:cNvSpPr/>
          <p:nvPr/>
        </p:nvSpPr>
        <p:spPr>
          <a:xfrm>
            <a:off x="3970882" y="3174014"/>
            <a:ext cx="2049963" cy="392112"/>
          </a:xfrm>
          <a:prstGeom prst="rect">
            <a:avLst/>
          </a:prstGeom>
          <a:noFill/>
          <a:ln w="9525">
            <a:solidFill>
              <a:srgbClr val="66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01000"/>
              </a:lnSpc>
              <a:buClr>
                <a:srgbClr val="000000"/>
              </a:buClr>
              <a:buSzPct val="100000"/>
              <a:buFont typeface="Times New Roman" pitchFamily="18" charset="0"/>
              <a:buNone/>
              <a:defRPr/>
            </a:pPr>
            <a:r>
              <a:rPr lang="pl-PL" sz="1500" b="1" u="none" dirty="0">
                <a:solidFill>
                  <a:schemeClr val="tx1"/>
                </a:solidFill>
                <a:latin typeface="Tenorite" panose="00000500000000000000" pitchFamily="2" charset="0"/>
              </a:rPr>
              <a:t>Inflation rate</a:t>
            </a:r>
          </a:p>
        </p:txBody>
      </p:sp>
      <p:sp>
        <p:nvSpPr>
          <p:cNvPr id="13" name="Prostokąt 12">
            <a:extLst>
              <a:ext uri="{FF2B5EF4-FFF2-40B4-BE49-F238E27FC236}">
                <a16:creationId xmlns:a16="http://schemas.microsoft.com/office/drawing/2014/main" id="{932A9AC4-73F1-F88A-82D1-1B6104F8D965}"/>
              </a:ext>
            </a:extLst>
          </p:cNvPr>
          <p:cNvSpPr/>
          <p:nvPr/>
        </p:nvSpPr>
        <p:spPr>
          <a:xfrm>
            <a:off x="6191793" y="3174014"/>
            <a:ext cx="2049961" cy="392112"/>
          </a:xfrm>
          <a:prstGeom prst="rect">
            <a:avLst/>
          </a:prstGeom>
          <a:noFill/>
          <a:ln w="9525">
            <a:solidFill>
              <a:srgbClr val="66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01000"/>
              </a:lnSpc>
              <a:buClr>
                <a:srgbClr val="000000"/>
              </a:buClr>
              <a:buSzPct val="100000"/>
              <a:buFont typeface="Times New Roman" pitchFamily="18" charset="0"/>
              <a:buNone/>
              <a:defRPr/>
            </a:pPr>
            <a:r>
              <a:rPr lang="pl-PL" sz="1500" b="1" u="none" dirty="0">
                <a:solidFill>
                  <a:schemeClr val="tx1"/>
                </a:solidFill>
                <a:latin typeface="Tenorite" panose="00000500000000000000" pitchFamily="2" charset="0"/>
              </a:rPr>
              <a:t>Taxation regulations</a:t>
            </a:r>
          </a:p>
        </p:txBody>
      </p:sp>
      <p:sp>
        <p:nvSpPr>
          <p:cNvPr id="14" name="Prostokąt 13">
            <a:extLst>
              <a:ext uri="{FF2B5EF4-FFF2-40B4-BE49-F238E27FC236}">
                <a16:creationId xmlns:a16="http://schemas.microsoft.com/office/drawing/2014/main" id="{63953C14-D535-CB0B-8C2D-DE9F7E8CECC7}"/>
              </a:ext>
            </a:extLst>
          </p:cNvPr>
          <p:cNvSpPr/>
          <p:nvPr/>
        </p:nvSpPr>
        <p:spPr>
          <a:xfrm>
            <a:off x="8412707" y="3174014"/>
            <a:ext cx="2049961" cy="392112"/>
          </a:xfrm>
          <a:prstGeom prst="rect">
            <a:avLst/>
          </a:prstGeom>
          <a:noFill/>
          <a:ln w="9525">
            <a:solidFill>
              <a:srgbClr val="66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01000"/>
              </a:lnSpc>
              <a:buClr>
                <a:srgbClr val="000000"/>
              </a:buClr>
              <a:buSzPct val="100000"/>
              <a:buFont typeface="Times New Roman" pitchFamily="18" charset="0"/>
              <a:buNone/>
              <a:defRPr/>
            </a:pPr>
            <a:r>
              <a:rPr lang="pl-PL" sz="1500" b="1" u="none" dirty="0">
                <a:solidFill>
                  <a:schemeClr val="tx1"/>
                </a:solidFill>
                <a:latin typeface="Tenorite" panose="00000500000000000000" pitchFamily="2" charset="0"/>
              </a:rPr>
              <a:t>Religious beliefs</a:t>
            </a:r>
          </a:p>
        </p:txBody>
      </p:sp>
      <p:sp>
        <p:nvSpPr>
          <p:cNvPr id="15" name="Prostokąt 14">
            <a:extLst>
              <a:ext uri="{FF2B5EF4-FFF2-40B4-BE49-F238E27FC236}">
                <a16:creationId xmlns:a16="http://schemas.microsoft.com/office/drawing/2014/main" id="{E26DCBA3-7360-6C36-6537-F7A0E9A64429}"/>
              </a:ext>
            </a:extLst>
          </p:cNvPr>
          <p:cNvSpPr/>
          <p:nvPr/>
        </p:nvSpPr>
        <p:spPr>
          <a:xfrm>
            <a:off x="1751557" y="3767884"/>
            <a:ext cx="2049963" cy="392112"/>
          </a:xfrm>
          <a:prstGeom prst="rect">
            <a:avLst/>
          </a:prstGeom>
          <a:noFill/>
          <a:ln w="9525">
            <a:solidFill>
              <a:srgbClr val="66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01000"/>
              </a:lnSpc>
              <a:buClr>
                <a:srgbClr val="000000"/>
              </a:buClr>
              <a:buSzPct val="100000"/>
              <a:buFont typeface="Times New Roman" pitchFamily="18" charset="0"/>
              <a:buNone/>
              <a:defRPr/>
            </a:pPr>
            <a:r>
              <a:rPr lang="pl-PL" sz="1500" b="1" u="none" dirty="0">
                <a:solidFill>
                  <a:schemeClr val="tx1"/>
                </a:solidFill>
                <a:latin typeface="Tenorite" panose="00000500000000000000" pitchFamily="2" charset="0"/>
              </a:rPr>
              <a:t>Automation</a:t>
            </a:r>
          </a:p>
        </p:txBody>
      </p:sp>
      <p:sp>
        <p:nvSpPr>
          <p:cNvPr id="16" name="Prostokąt 15">
            <a:extLst>
              <a:ext uri="{FF2B5EF4-FFF2-40B4-BE49-F238E27FC236}">
                <a16:creationId xmlns:a16="http://schemas.microsoft.com/office/drawing/2014/main" id="{C762E544-E281-2490-808E-747887513B22}"/>
              </a:ext>
            </a:extLst>
          </p:cNvPr>
          <p:cNvSpPr/>
          <p:nvPr/>
        </p:nvSpPr>
        <p:spPr>
          <a:xfrm>
            <a:off x="8412707" y="2586639"/>
            <a:ext cx="2049962" cy="392112"/>
          </a:xfrm>
          <a:prstGeom prst="rect">
            <a:avLst/>
          </a:prstGeom>
          <a:noFill/>
          <a:ln w="9525">
            <a:solidFill>
              <a:srgbClr val="66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01000"/>
              </a:lnSpc>
              <a:buClr>
                <a:srgbClr val="000000"/>
              </a:buClr>
              <a:buSzPct val="100000"/>
              <a:buFont typeface="Times New Roman" pitchFamily="18" charset="0"/>
              <a:buNone/>
              <a:defRPr/>
            </a:pPr>
            <a:r>
              <a:rPr lang="pl-PL" sz="1500" b="1" u="none" dirty="0">
                <a:solidFill>
                  <a:schemeClr val="tx1"/>
                </a:solidFill>
                <a:latin typeface="Tenorite" panose="00000500000000000000" pitchFamily="2" charset="0"/>
              </a:rPr>
              <a:t>Age distribution</a:t>
            </a:r>
          </a:p>
        </p:txBody>
      </p:sp>
      <p:sp>
        <p:nvSpPr>
          <p:cNvPr id="17" name="Prostokąt 16">
            <a:extLst>
              <a:ext uri="{FF2B5EF4-FFF2-40B4-BE49-F238E27FC236}">
                <a16:creationId xmlns:a16="http://schemas.microsoft.com/office/drawing/2014/main" id="{9092795A-DAC0-BB93-8064-6901B8F0753A}"/>
              </a:ext>
            </a:extLst>
          </p:cNvPr>
          <p:cNvSpPr/>
          <p:nvPr/>
        </p:nvSpPr>
        <p:spPr>
          <a:xfrm>
            <a:off x="6191794" y="2586639"/>
            <a:ext cx="2049962" cy="392112"/>
          </a:xfrm>
          <a:prstGeom prst="rect">
            <a:avLst/>
          </a:prstGeom>
          <a:noFill/>
          <a:ln w="9525">
            <a:solidFill>
              <a:srgbClr val="66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01000"/>
              </a:lnSpc>
              <a:buClr>
                <a:srgbClr val="000000"/>
              </a:buClr>
              <a:buSzPct val="100000"/>
              <a:buFont typeface="Times New Roman" pitchFamily="18" charset="0"/>
              <a:buNone/>
              <a:defRPr/>
            </a:pPr>
            <a:r>
              <a:rPr lang="pl-PL" sz="1500" b="1" u="none" dirty="0">
                <a:solidFill>
                  <a:schemeClr val="tx1"/>
                </a:solidFill>
                <a:latin typeface="Tenorite" panose="00000500000000000000" pitchFamily="2" charset="0"/>
              </a:rPr>
              <a:t>Trade restrictions</a:t>
            </a:r>
          </a:p>
        </p:txBody>
      </p:sp>
      <p:sp>
        <p:nvSpPr>
          <p:cNvPr id="18" name="Prostokąt 17">
            <a:extLst>
              <a:ext uri="{FF2B5EF4-FFF2-40B4-BE49-F238E27FC236}">
                <a16:creationId xmlns:a16="http://schemas.microsoft.com/office/drawing/2014/main" id="{17E05B96-1ECC-0E7B-20A4-65FCED33A301}"/>
              </a:ext>
            </a:extLst>
          </p:cNvPr>
          <p:cNvSpPr/>
          <p:nvPr/>
        </p:nvSpPr>
        <p:spPr>
          <a:xfrm>
            <a:off x="8409529" y="3776475"/>
            <a:ext cx="2049960" cy="392112"/>
          </a:xfrm>
          <a:prstGeom prst="rect">
            <a:avLst/>
          </a:prstGeom>
          <a:noFill/>
          <a:ln w="9525">
            <a:solidFill>
              <a:srgbClr val="66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01000"/>
              </a:lnSpc>
              <a:buClr>
                <a:srgbClr val="000000"/>
              </a:buClr>
              <a:buSzPct val="100000"/>
              <a:buFont typeface="Times New Roman" pitchFamily="18" charset="0"/>
              <a:buNone/>
              <a:defRPr/>
            </a:pPr>
            <a:r>
              <a:rPr lang="pl-PL" sz="1500" b="1" u="none" dirty="0">
                <a:solidFill>
                  <a:schemeClr val="tx1"/>
                </a:solidFill>
                <a:latin typeface="Tenorite" panose="00000500000000000000" pitchFamily="2" charset="0"/>
              </a:rPr>
              <a:t>Employment laws</a:t>
            </a:r>
          </a:p>
        </p:txBody>
      </p:sp>
      <p:sp>
        <p:nvSpPr>
          <p:cNvPr id="21" name="Prostokąt 20">
            <a:extLst>
              <a:ext uri="{FF2B5EF4-FFF2-40B4-BE49-F238E27FC236}">
                <a16:creationId xmlns:a16="http://schemas.microsoft.com/office/drawing/2014/main" id="{C75A4468-3647-BBC0-8EBF-DE2CC047E361}"/>
              </a:ext>
            </a:extLst>
          </p:cNvPr>
          <p:cNvSpPr/>
          <p:nvPr/>
        </p:nvSpPr>
        <p:spPr>
          <a:xfrm>
            <a:off x="1843100" y="4382425"/>
            <a:ext cx="1698255" cy="1632756"/>
          </a:xfrm>
          <a:prstGeom prst="rect">
            <a:avLst/>
          </a:prstGeom>
          <a:solidFill>
            <a:srgbClr val="0070C0"/>
          </a:solidFill>
        </p:spPr>
        <p:style>
          <a:lnRef idx="0">
            <a:schemeClr val="accent4"/>
          </a:lnRef>
          <a:fillRef idx="3">
            <a:schemeClr val="accent4"/>
          </a:fillRef>
          <a:effectRef idx="3">
            <a:schemeClr val="accent4"/>
          </a:effectRef>
          <a:fontRef idx="minor">
            <a:schemeClr val="lt1"/>
          </a:fontRef>
        </p:style>
        <p:txBody>
          <a:bodyPr anchor="ctr"/>
          <a:lstStyle/>
          <a:p>
            <a:pPr algn="ctr">
              <a:lnSpc>
                <a:spcPct val="101000"/>
              </a:lnSpc>
              <a:buClr>
                <a:srgbClr val="000000"/>
              </a:buClr>
              <a:buSzPct val="100000"/>
              <a:buFont typeface="Times New Roman" pitchFamily="18" charset="0"/>
              <a:buNone/>
              <a:defRPr/>
            </a:pPr>
            <a:r>
              <a:rPr lang="pl-PL" sz="12518" b="1" u="none" dirty="0">
                <a:effectLst>
                  <a:outerShdw blurRad="38100" dist="38100" dir="2700000" algn="tl">
                    <a:srgbClr val="000000">
                      <a:alpha val="43137"/>
                    </a:srgbClr>
                  </a:outerShdw>
                </a:effectLst>
                <a:latin typeface="+mj-lt"/>
              </a:rPr>
              <a:t>P</a:t>
            </a:r>
          </a:p>
        </p:txBody>
      </p:sp>
      <p:sp>
        <p:nvSpPr>
          <p:cNvPr id="22" name="Prostokąt 21">
            <a:extLst>
              <a:ext uri="{FF2B5EF4-FFF2-40B4-BE49-F238E27FC236}">
                <a16:creationId xmlns:a16="http://schemas.microsoft.com/office/drawing/2014/main" id="{F98C6F6B-2A99-F8C4-D9D5-E37B7CAAF611}"/>
              </a:ext>
            </a:extLst>
          </p:cNvPr>
          <p:cNvSpPr/>
          <p:nvPr/>
        </p:nvSpPr>
        <p:spPr>
          <a:xfrm>
            <a:off x="3541355" y="4382425"/>
            <a:ext cx="1698255" cy="1632756"/>
          </a:xfrm>
          <a:prstGeom prst="rect">
            <a:avLst/>
          </a:prstGeom>
          <a:solidFill>
            <a:srgbClr val="FF0000"/>
          </a:solidFill>
        </p:spPr>
        <p:style>
          <a:lnRef idx="0">
            <a:schemeClr val="accent2"/>
          </a:lnRef>
          <a:fillRef idx="3">
            <a:schemeClr val="accent2"/>
          </a:fillRef>
          <a:effectRef idx="3">
            <a:schemeClr val="accent2"/>
          </a:effectRef>
          <a:fontRef idx="minor">
            <a:schemeClr val="lt1"/>
          </a:fontRef>
        </p:style>
        <p:txBody>
          <a:bodyPr anchor="ctr"/>
          <a:lstStyle/>
          <a:p>
            <a:pPr algn="ctr">
              <a:lnSpc>
                <a:spcPct val="101000"/>
              </a:lnSpc>
              <a:buClr>
                <a:srgbClr val="000000"/>
              </a:buClr>
              <a:buSzPct val="100000"/>
              <a:buFont typeface="Times New Roman" pitchFamily="18" charset="0"/>
              <a:buNone/>
              <a:defRPr/>
            </a:pPr>
            <a:r>
              <a:rPr lang="pl-PL" sz="12518" b="1" u="none" dirty="0">
                <a:effectLst>
                  <a:outerShdw blurRad="38100" dist="38100" dir="2700000" algn="tl">
                    <a:srgbClr val="000000">
                      <a:alpha val="43137"/>
                    </a:srgbClr>
                  </a:outerShdw>
                </a:effectLst>
                <a:latin typeface="+mj-lt"/>
              </a:rPr>
              <a:t>E</a:t>
            </a:r>
          </a:p>
        </p:txBody>
      </p:sp>
      <p:sp>
        <p:nvSpPr>
          <p:cNvPr id="23" name="Prostokąt 22">
            <a:extLst>
              <a:ext uri="{FF2B5EF4-FFF2-40B4-BE49-F238E27FC236}">
                <a16:creationId xmlns:a16="http://schemas.microsoft.com/office/drawing/2014/main" id="{F374B34A-FBBC-0ACC-7595-935B935BCE10}"/>
              </a:ext>
            </a:extLst>
          </p:cNvPr>
          <p:cNvSpPr/>
          <p:nvPr/>
        </p:nvSpPr>
        <p:spPr>
          <a:xfrm>
            <a:off x="5239610" y="4382425"/>
            <a:ext cx="1698255" cy="1632756"/>
          </a:xfrm>
          <a:prstGeom prst="rect">
            <a:avLst/>
          </a:prstGeom>
          <a:solidFill>
            <a:srgbClr val="FFC000"/>
          </a:solidFill>
        </p:spPr>
        <p:style>
          <a:lnRef idx="0">
            <a:schemeClr val="accent3"/>
          </a:lnRef>
          <a:fillRef idx="3">
            <a:schemeClr val="accent3"/>
          </a:fillRef>
          <a:effectRef idx="3">
            <a:schemeClr val="accent3"/>
          </a:effectRef>
          <a:fontRef idx="minor">
            <a:schemeClr val="lt1"/>
          </a:fontRef>
        </p:style>
        <p:txBody>
          <a:bodyPr anchor="ctr"/>
          <a:lstStyle/>
          <a:p>
            <a:pPr algn="ctr">
              <a:lnSpc>
                <a:spcPct val="101000"/>
              </a:lnSpc>
              <a:buClr>
                <a:srgbClr val="000000"/>
              </a:buClr>
              <a:buSzPct val="100000"/>
              <a:buFont typeface="Times New Roman" pitchFamily="18" charset="0"/>
              <a:buNone/>
              <a:defRPr/>
            </a:pPr>
            <a:r>
              <a:rPr lang="pl-PL" sz="12518" b="1" u="none" dirty="0">
                <a:solidFill>
                  <a:schemeClr val="bg1"/>
                </a:solidFill>
                <a:effectLst>
                  <a:outerShdw blurRad="38100" dist="38100" dir="2700000" algn="tl">
                    <a:srgbClr val="000000">
                      <a:alpha val="43137"/>
                    </a:srgbClr>
                  </a:outerShdw>
                </a:effectLst>
                <a:latin typeface="+mj-lt"/>
              </a:rPr>
              <a:t>S</a:t>
            </a:r>
          </a:p>
        </p:txBody>
      </p:sp>
      <p:sp>
        <p:nvSpPr>
          <p:cNvPr id="24" name="Prostokąt 23">
            <a:extLst>
              <a:ext uri="{FF2B5EF4-FFF2-40B4-BE49-F238E27FC236}">
                <a16:creationId xmlns:a16="http://schemas.microsoft.com/office/drawing/2014/main" id="{A2AC73B4-53C3-2490-A34D-9D59726B1E85}"/>
              </a:ext>
            </a:extLst>
          </p:cNvPr>
          <p:cNvSpPr/>
          <p:nvPr/>
        </p:nvSpPr>
        <p:spPr>
          <a:xfrm>
            <a:off x="6937865" y="4382426"/>
            <a:ext cx="1698255" cy="1632756"/>
          </a:xfrm>
          <a:prstGeom prst="rect">
            <a:avLst/>
          </a:prstGeom>
          <a:ln/>
        </p:spPr>
        <p:style>
          <a:lnRef idx="0">
            <a:schemeClr val="dk1"/>
          </a:lnRef>
          <a:fillRef idx="3">
            <a:schemeClr val="dk1"/>
          </a:fillRef>
          <a:effectRef idx="3">
            <a:schemeClr val="dk1"/>
          </a:effectRef>
          <a:fontRef idx="minor">
            <a:schemeClr val="lt1"/>
          </a:fontRef>
        </p:style>
        <p:txBody>
          <a:bodyPr anchor="ctr"/>
          <a:lstStyle/>
          <a:p>
            <a:pPr algn="ctr">
              <a:lnSpc>
                <a:spcPct val="101000"/>
              </a:lnSpc>
              <a:buClr>
                <a:srgbClr val="000000"/>
              </a:buClr>
              <a:buSzPct val="100000"/>
              <a:buFont typeface="Times New Roman" pitchFamily="18" charset="0"/>
              <a:buNone/>
              <a:defRPr/>
            </a:pPr>
            <a:r>
              <a:rPr lang="pl-PL" sz="12518" b="1" u="none" dirty="0">
                <a:effectLst>
                  <a:outerShdw blurRad="38100" dist="38100" dir="2700000" algn="tl">
                    <a:srgbClr val="000000">
                      <a:alpha val="43137"/>
                    </a:srgbClr>
                  </a:outerShdw>
                </a:effectLst>
                <a:latin typeface="+mj-lt"/>
              </a:rPr>
              <a:t>T</a:t>
            </a:r>
          </a:p>
        </p:txBody>
      </p:sp>
      <p:sp>
        <p:nvSpPr>
          <p:cNvPr id="25" name="Prostokąt 24">
            <a:extLst>
              <a:ext uri="{FF2B5EF4-FFF2-40B4-BE49-F238E27FC236}">
                <a16:creationId xmlns:a16="http://schemas.microsoft.com/office/drawing/2014/main" id="{6ED974E5-55C2-DC33-5890-3B22F95F0666}"/>
              </a:ext>
            </a:extLst>
          </p:cNvPr>
          <p:cNvSpPr/>
          <p:nvPr/>
        </p:nvSpPr>
        <p:spPr>
          <a:xfrm>
            <a:off x="8636120" y="4382425"/>
            <a:ext cx="1698066" cy="1632756"/>
          </a:xfrm>
          <a:prstGeom prst="rect">
            <a:avLst/>
          </a:prstGeom>
          <a:solidFill>
            <a:srgbClr val="92D050"/>
          </a:solidFill>
        </p:spPr>
        <p:style>
          <a:lnRef idx="0">
            <a:schemeClr val="accent1"/>
          </a:lnRef>
          <a:fillRef idx="3">
            <a:schemeClr val="accent1"/>
          </a:fillRef>
          <a:effectRef idx="3">
            <a:schemeClr val="accent1"/>
          </a:effectRef>
          <a:fontRef idx="minor">
            <a:schemeClr val="lt1"/>
          </a:fontRef>
        </p:style>
        <p:txBody>
          <a:bodyPr anchor="ctr"/>
          <a:lstStyle/>
          <a:p>
            <a:pPr algn="ctr">
              <a:lnSpc>
                <a:spcPct val="101000"/>
              </a:lnSpc>
              <a:buClr>
                <a:srgbClr val="000000"/>
              </a:buClr>
              <a:buSzPct val="100000"/>
              <a:buFont typeface="Times New Roman" pitchFamily="18" charset="0"/>
              <a:buNone/>
              <a:defRPr/>
            </a:pPr>
            <a:r>
              <a:rPr lang="pl-PL" sz="12518" b="1" u="none" dirty="0">
                <a:solidFill>
                  <a:schemeClr val="tx1"/>
                </a:solidFill>
                <a:effectLst>
                  <a:outerShdw blurRad="38100" dist="38100" dir="2700000" algn="tl">
                    <a:srgbClr val="000000">
                      <a:alpha val="43137"/>
                    </a:srgbClr>
                  </a:outerShdw>
                </a:effectLst>
                <a:latin typeface="+mj-lt"/>
              </a:rPr>
              <a:t>E</a:t>
            </a:r>
          </a:p>
        </p:txBody>
      </p:sp>
    </p:spTree>
    <p:extLst>
      <p:ext uri="{BB962C8B-B14F-4D97-AF65-F5344CB8AC3E}">
        <p14:creationId xmlns:p14="http://schemas.microsoft.com/office/powerpoint/2010/main" val="33184565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132899" y="552615"/>
            <a:ext cx="5926200" cy="1453003"/>
          </a:xfrm>
        </p:spPr>
        <p:txBody>
          <a:bodyPr wrap="square" rtlCol="0" anchor="b">
            <a:normAutofit/>
          </a:bodyPr>
          <a:lstStyle/>
          <a:p>
            <a:pPr rtl="0"/>
            <a:r>
              <a:rPr lang="en-US" sz="5000" dirty="0">
                <a:latin typeface="Tenorite" panose="00000500000000000000" pitchFamily="2" charset="0"/>
              </a:rPr>
              <a:t>Political factors</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1640982" y="2721215"/>
            <a:ext cx="4455017" cy="2914413"/>
          </a:xfrm>
        </p:spPr>
        <p:txBody>
          <a:bodyPr rtlCol="0">
            <a:noAutofit/>
          </a:bodyPr>
          <a:lstStyle/>
          <a:p>
            <a:pPr marL="457200" indent="-457200" algn="just" rtl="0">
              <a:lnSpc>
                <a:spcPct val="120000"/>
              </a:lnSpc>
              <a:buClr>
                <a:srgbClr val="663300"/>
              </a:buClr>
              <a:buFont typeface="Arial" panose="020B0604020202020204" pitchFamily="34" charset="0"/>
              <a:buChar char="•"/>
            </a:pPr>
            <a:r>
              <a:rPr lang="en-US" sz="2500" dirty="0">
                <a:solidFill>
                  <a:srgbClr val="663300"/>
                </a:solidFill>
                <a:latin typeface="Tenorite" panose="00000500000000000000" pitchFamily="2" charset="0"/>
              </a:rPr>
              <a:t>Political factors include elements such as </a:t>
            </a:r>
            <a:r>
              <a:rPr lang="en-US" sz="2500" b="1" dirty="0">
                <a:solidFill>
                  <a:srgbClr val="663300"/>
                </a:solidFill>
                <a:latin typeface="Tenorite" panose="00000500000000000000" pitchFamily="2" charset="0"/>
              </a:rPr>
              <a:t>tax policies</a:t>
            </a:r>
            <a:r>
              <a:rPr lang="en-US" sz="2500" dirty="0">
                <a:solidFill>
                  <a:srgbClr val="663300"/>
                </a:solidFill>
                <a:latin typeface="Tenorite" panose="00000500000000000000" pitchFamily="2" charset="0"/>
              </a:rPr>
              <a:t>, changes in </a:t>
            </a:r>
            <a:r>
              <a:rPr lang="en-US" sz="2500" b="1" dirty="0">
                <a:solidFill>
                  <a:srgbClr val="663300"/>
                </a:solidFill>
                <a:latin typeface="Tenorite" panose="00000500000000000000" pitchFamily="2" charset="0"/>
              </a:rPr>
              <a:t>trade restrictions</a:t>
            </a:r>
            <a:r>
              <a:rPr lang="en-US" sz="2500" dirty="0">
                <a:solidFill>
                  <a:srgbClr val="663300"/>
                </a:solidFill>
                <a:latin typeface="Tenorite" panose="00000500000000000000" pitchFamily="2" charset="0"/>
              </a:rPr>
              <a:t> and </a:t>
            </a:r>
            <a:r>
              <a:rPr lang="en-US" sz="2500" b="1" dirty="0">
                <a:solidFill>
                  <a:srgbClr val="663300"/>
                </a:solidFill>
                <a:latin typeface="Tenorite" panose="00000500000000000000" pitchFamily="2" charset="0"/>
              </a:rPr>
              <a:t>tariffs</a:t>
            </a:r>
            <a:r>
              <a:rPr lang="en-US" sz="2500" dirty="0">
                <a:solidFill>
                  <a:srgbClr val="663300"/>
                </a:solidFill>
                <a:latin typeface="Tenorite" panose="00000500000000000000" pitchFamily="2" charset="0"/>
              </a:rPr>
              <a:t>, and the </a:t>
            </a:r>
            <a:r>
              <a:rPr lang="en-US" sz="2500" b="1" dirty="0">
                <a:solidFill>
                  <a:srgbClr val="663300"/>
                </a:solidFill>
                <a:latin typeface="Tenorite" panose="00000500000000000000" pitchFamily="2" charset="0"/>
              </a:rPr>
              <a:t>stability of governments</a:t>
            </a:r>
          </a:p>
          <a:p>
            <a:pPr marL="457200" indent="-457200" algn="just" rtl="0">
              <a:buClr>
                <a:srgbClr val="663300"/>
              </a:buClr>
              <a:buFont typeface="Arial" panose="020B0604020202020204" pitchFamily="34" charset="0"/>
              <a:buChar char="•"/>
            </a:pPr>
            <a:endParaRPr lang="pl-PL" sz="2000" dirty="0">
              <a:solidFill>
                <a:srgbClr val="663300"/>
              </a:solidFill>
              <a:latin typeface="Tenorite" panose="00000500000000000000" pitchFamily="2" charset="0"/>
            </a:endParaRPr>
          </a:p>
          <a:p>
            <a:pPr marL="457200" indent="-457200" algn="just" rtl="0">
              <a:buClr>
                <a:srgbClr val="663300"/>
              </a:buClr>
              <a:buFont typeface="Arial" panose="020B0604020202020204" pitchFamily="34" charset="0"/>
              <a:buChar char="•"/>
            </a:pPr>
            <a:endParaRPr lang="en-US" sz="2000" dirty="0">
              <a:solidFill>
                <a:srgbClr val="663300"/>
              </a:solidFill>
              <a:latin typeface="Tenorite" panose="00000500000000000000" pitchFamily="2" charset="0"/>
            </a:endParaRPr>
          </a:p>
          <a:p>
            <a:pPr algn="l" rtl="0">
              <a:buClr>
                <a:srgbClr val="663300"/>
              </a:buClr>
            </a:pPr>
            <a:endParaRPr lang="pl-PL" sz="2100" dirty="0">
              <a:solidFill>
                <a:srgbClr val="663300"/>
              </a:solidFill>
              <a:latin typeface="Tenorite" panose="00000500000000000000" pitchFamily="2" charset="0"/>
            </a:endParaRPr>
          </a:p>
          <a:p>
            <a:pPr marL="285750" indent="-285750" rtl="0">
              <a:buFont typeface="Arial" panose="020B0604020202020204" pitchFamily="34" charset="0"/>
              <a:buChar char="•"/>
            </a:pPr>
            <a:endParaRPr lang="pl-PL" sz="2100" dirty="0"/>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Organization’s</a:t>
            </a:r>
            <a:r>
              <a:rPr lang="pl-PL" sz="1100" dirty="0">
                <a:solidFill>
                  <a:srgbClr val="5E5441"/>
                </a:solidFill>
                <a:latin typeface="Tenorite" panose="00000500000000000000" pitchFamily="2" charset="0"/>
              </a:rPr>
              <a:t> environment</a:t>
            </a: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19</a:t>
            </a:fld>
            <a:endParaRPr lang="pl-PL" sz="1100" noProof="0" dirty="0">
              <a:latin typeface="Tenorite" panose="00000500000000000000" pitchFamily="2" charset="0"/>
            </a:endParaRPr>
          </a:p>
        </p:txBody>
      </p:sp>
      <p:pic>
        <p:nvPicPr>
          <p:cNvPr id="7" name="Picture 2" descr="image">
            <a:extLst>
              <a:ext uri="{FF2B5EF4-FFF2-40B4-BE49-F238E27FC236}">
                <a16:creationId xmlns:a16="http://schemas.microsoft.com/office/drawing/2014/main" id="{298EB2F7-EC4D-AAB6-98D8-E07B9CEB26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6085" y="2598342"/>
            <a:ext cx="3704933" cy="2550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Prostokąt 7">
            <a:extLst>
              <a:ext uri="{FF2B5EF4-FFF2-40B4-BE49-F238E27FC236}">
                <a16:creationId xmlns:a16="http://schemas.microsoft.com/office/drawing/2014/main" id="{CCDCF205-F490-921E-FAE6-15E62A48EF87}"/>
              </a:ext>
            </a:extLst>
          </p:cNvPr>
          <p:cNvSpPr/>
          <p:nvPr/>
        </p:nvSpPr>
        <p:spPr>
          <a:xfrm>
            <a:off x="6083044" y="5288512"/>
            <a:ext cx="5231014" cy="707886"/>
          </a:xfrm>
          <a:prstGeom prst="rect">
            <a:avLst/>
          </a:prstGeom>
          <a:solidFill>
            <a:srgbClr val="663300"/>
          </a:solidFill>
        </p:spPr>
        <p:txBody>
          <a:bodyPr wrap="square">
            <a:spAutoFit/>
          </a:bodyPr>
          <a:lstStyle/>
          <a:p>
            <a:pPr algn="just">
              <a:defRPr/>
            </a:pPr>
            <a:r>
              <a:rPr lang="en-US" sz="2000" b="1" u="none" dirty="0">
                <a:solidFill>
                  <a:schemeClr val="bg1"/>
                </a:solidFill>
                <a:effectLst>
                  <a:outerShdw blurRad="38100" dist="38100" dir="2700000" algn="tl">
                    <a:srgbClr val="000000">
                      <a:alpha val="43137"/>
                    </a:srgbClr>
                  </a:outerShdw>
                </a:effectLst>
                <a:latin typeface="Tenorite" panose="00000500000000000000" pitchFamily="2" charset="0"/>
              </a:rPr>
              <a:t>Proposals to provide support to businesses are often featured within political campaigns</a:t>
            </a:r>
          </a:p>
        </p:txBody>
      </p:sp>
    </p:spTree>
    <p:extLst>
      <p:ext uri="{BB962C8B-B14F-4D97-AF65-F5344CB8AC3E}">
        <p14:creationId xmlns:p14="http://schemas.microsoft.com/office/powerpoint/2010/main" val="14832609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132899" y="552615"/>
            <a:ext cx="5926200" cy="1453003"/>
          </a:xfrm>
        </p:spPr>
        <p:txBody>
          <a:bodyPr wrap="square" rtlCol="0" anchor="b">
            <a:normAutofit/>
          </a:bodyPr>
          <a:lstStyle/>
          <a:p>
            <a:pPr rtl="0"/>
            <a:r>
              <a:rPr lang="en-US" sz="5000" dirty="0">
                <a:latin typeface="Tenorite" panose="00000500000000000000" pitchFamily="2" charset="0"/>
              </a:rPr>
              <a:t>Economic factors</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1259462" y="2683188"/>
            <a:ext cx="9673076" cy="1160974"/>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2200" dirty="0">
                <a:solidFill>
                  <a:srgbClr val="663300"/>
                </a:solidFill>
                <a:latin typeface="Tenorite" panose="00000500000000000000" pitchFamily="2" charset="0"/>
              </a:rPr>
              <a:t>Economic factors include elements such as </a:t>
            </a:r>
            <a:r>
              <a:rPr lang="en-US" sz="2200" b="1" dirty="0">
                <a:solidFill>
                  <a:srgbClr val="663300"/>
                </a:solidFill>
                <a:latin typeface="Tenorite" panose="00000500000000000000" pitchFamily="2" charset="0"/>
              </a:rPr>
              <a:t>interest rates, inflation rates, gross domestic product, unemployment rates, levels of disposable income, and the general growth or decline of the economy</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Organization’s</a:t>
            </a:r>
            <a:r>
              <a:rPr lang="pl-PL" sz="1100" dirty="0">
                <a:solidFill>
                  <a:srgbClr val="5E5441"/>
                </a:solidFill>
                <a:latin typeface="Tenorite" panose="00000500000000000000" pitchFamily="2" charset="0"/>
              </a:rPr>
              <a:t> environment</a:t>
            </a: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20</a:t>
            </a:fld>
            <a:endParaRPr lang="pl-PL" sz="1100" noProof="0" dirty="0">
              <a:latin typeface="Tenorite" panose="00000500000000000000" pitchFamily="2" charset="0"/>
            </a:endParaRPr>
          </a:p>
        </p:txBody>
      </p:sp>
      <p:sp>
        <p:nvSpPr>
          <p:cNvPr id="8" name="Prostokąt 7">
            <a:extLst>
              <a:ext uri="{FF2B5EF4-FFF2-40B4-BE49-F238E27FC236}">
                <a16:creationId xmlns:a16="http://schemas.microsoft.com/office/drawing/2014/main" id="{CCDCF205-F490-921E-FAE6-15E62A48EF87}"/>
              </a:ext>
            </a:extLst>
          </p:cNvPr>
          <p:cNvSpPr/>
          <p:nvPr/>
        </p:nvSpPr>
        <p:spPr>
          <a:xfrm>
            <a:off x="5791200" y="3844162"/>
            <a:ext cx="5141338" cy="1015663"/>
          </a:xfrm>
          <a:prstGeom prst="rect">
            <a:avLst/>
          </a:prstGeom>
          <a:solidFill>
            <a:srgbClr val="663300"/>
          </a:solidFill>
        </p:spPr>
        <p:txBody>
          <a:bodyPr wrap="square">
            <a:spAutoFit/>
          </a:bodyPr>
          <a:lstStyle/>
          <a:p>
            <a:pPr algn="just">
              <a:defRPr/>
            </a:pPr>
            <a:r>
              <a:rPr lang="en-US" sz="2000" b="1" u="none" dirty="0">
                <a:solidFill>
                  <a:schemeClr val="bg1"/>
                </a:solidFill>
                <a:effectLst>
                  <a:outerShdw blurRad="38100" dist="38100" dir="2700000" algn="tl">
                    <a:srgbClr val="000000">
                      <a:alpha val="43137"/>
                    </a:srgbClr>
                  </a:outerShdw>
                </a:effectLst>
                <a:latin typeface="Tenorite" panose="00000500000000000000" pitchFamily="2" charset="0"/>
              </a:rPr>
              <a:t>Decisions about interest rates made by the Federal Reserve create opportunities for some organizations and threats for others</a:t>
            </a:r>
          </a:p>
        </p:txBody>
      </p:sp>
      <p:pic>
        <p:nvPicPr>
          <p:cNvPr id="9" name="Picture 2" descr="image">
            <a:extLst>
              <a:ext uri="{FF2B5EF4-FFF2-40B4-BE49-F238E27FC236}">
                <a16:creationId xmlns:a16="http://schemas.microsoft.com/office/drawing/2014/main" id="{5B78B50B-9FF2-D798-95D5-90FADC4E7E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3870" y="3807260"/>
            <a:ext cx="3798288" cy="2414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2">
            <a:extLst>
              <a:ext uri="{FF2B5EF4-FFF2-40B4-BE49-F238E27FC236}">
                <a16:creationId xmlns:a16="http://schemas.microsoft.com/office/drawing/2014/main" id="{653E97AE-19D1-A20A-32CF-0E06A2043C01}"/>
              </a:ext>
            </a:extLst>
          </p:cNvPr>
          <p:cNvSpPr>
            <a:spLocks noChangeArrowheads="1"/>
          </p:cNvSpPr>
          <p:nvPr/>
        </p:nvSpPr>
        <p:spPr bwMode="auto">
          <a:xfrm>
            <a:off x="5791200" y="5100880"/>
            <a:ext cx="5141338" cy="1015663"/>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just">
              <a:spcBef>
                <a:spcPct val="0"/>
              </a:spcBef>
              <a:buClrTx/>
              <a:buSzTx/>
              <a:buFontTx/>
              <a:buNone/>
            </a:pPr>
            <a:r>
              <a:rPr lang="en-US" altLang="pl-PL" sz="1500" b="1" u="none" dirty="0">
                <a:latin typeface="Tenorite" panose="00000500000000000000" pitchFamily="2" charset="0"/>
              </a:rPr>
              <a:t>The Federal Reserve System (commonly referred to as “The Fed”) is the United States’ central banking system. The Fed attempts to strengthen the economy through its decisions, such as setting short-term interest rates</a:t>
            </a:r>
            <a:endParaRPr lang="pl-PL" altLang="pl-PL" sz="1500" b="1" u="none" dirty="0">
              <a:latin typeface="Tenorite" panose="00000500000000000000" pitchFamily="2" charset="0"/>
            </a:endParaRPr>
          </a:p>
        </p:txBody>
      </p:sp>
    </p:spTree>
    <p:extLst>
      <p:ext uri="{BB962C8B-B14F-4D97-AF65-F5344CB8AC3E}">
        <p14:creationId xmlns:p14="http://schemas.microsoft.com/office/powerpoint/2010/main" val="30600614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132899" y="552615"/>
            <a:ext cx="5926200" cy="1453003"/>
          </a:xfrm>
        </p:spPr>
        <p:txBody>
          <a:bodyPr wrap="square" rtlCol="0" anchor="b">
            <a:normAutofit/>
          </a:bodyPr>
          <a:lstStyle/>
          <a:p>
            <a:pPr rtl="0"/>
            <a:r>
              <a:rPr lang="en-US" sz="5000" dirty="0">
                <a:latin typeface="Tenorite" panose="00000500000000000000" pitchFamily="2" charset="0"/>
              </a:rPr>
              <a:t>Social factors</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1259462" y="2683187"/>
            <a:ext cx="5766980" cy="1728391"/>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2200" dirty="0">
                <a:solidFill>
                  <a:srgbClr val="663300"/>
                </a:solidFill>
                <a:latin typeface="Tenorite" panose="00000500000000000000" pitchFamily="2" charset="0"/>
              </a:rPr>
              <a:t>Social factors include trends in demographics such as </a:t>
            </a:r>
            <a:r>
              <a:rPr lang="en-US" sz="2200" b="1" dirty="0">
                <a:solidFill>
                  <a:srgbClr val="663300"/>
                </a:solidFill>
                <a:latin typeface="Tenorite" panose="00000500000000000000" pitchFamily="2" charset="0"/>
              </a:rPr>
              <a:t>population size</a:t>
            </a:r>
            <a:r>
              <a:rPr lang="en-US" sz="2200" dirty="0">
                <a:solidFill>
                  <a:srgbClr val="663300"/>
                </a:solidFill>
                <a:latin typeface="Tenorite" panose="00000500000000000000" pitchFamily="2" charset="0"/>
              </a:rPr>
              <a:t>, </a:t>
            </a:r>
            <a:r>
              <a:rPr lang="en-US" sz="2200" b="1" dirty="0">
                <a:solidFill>
                  <a:srgbClr val="663300"/>
                </a:solidFill>
                <a:latin typeface="Tenorite" panose="00000500000000000000" pitchFamily="2" charset="0"/>
              </a:rPr>
              <a:t>age</a:t>
            </a:r>
            <a:r>
              <a:rPr lang="en-US" sz="2200" dirty="0">
                <a:solidFill>
                  <a:srgbClr val="663300"/>
                </a:solidFill>
                <a:latin typeface="Tenorite" panose="00000500000000000000" pitchFamily="2" charset="0"/>
              </a:rPr>
              <a:t>, and </a:t>
            </a:r>
            <a:r>
              <a:rPr lang="en-US" sz="2200" b="1" dirty="0">
                <a:solidFill>
                  <a:srgbClr val="663300"/>
                </a:solidFill>
                <a:latin typeface="Tenorite" panose="00000500000000000000" pitchFamily="2" charset="0"/>
              </a:rPr>
              <a:t>ethnic mix</a:t>
            </a:r>
            <a:r>
              <a:rPr lang="en-US" sz="2200" dirty="0">
                <a:solidFill>
                  <a:srgbClr val="663300"/>
                </a:solidFill>
                <a:latin typeface="Tenorite" panose="00000500000000000000" pitchFamily="2" charset="0"/>
              </a:rPr>
              <a:t>, as well as </a:t>
            </a:r>
            <a:r>
              <a:rPr lang="en-US" sz="2200" b="1" dirty="0">
                <a:solidFill>
                  <a:srgbClr val="663300"/>
                </a:solidFill>
                <a:latin typeface="Tenorite" panose="00000500000000000000" pitchFamily="2" charset="0"/>
              </a:rPr>
              <a:t>cultural trends</a:t>
            </a:r>
            <a:r>
              <a:rPr lang="en-US" sz="2200" dirty="0">
                <a:solidFill>
                  <a:srgbClr val="663300"/>
                </a:solidFill>
                <a:latin typeface="Tenorite" panose="00000500000000000000" pitchFamily="2" charset="0"/>
              </a:rPr>
              <a:t> such as attitudes toward obesity and consumer activism</a:t>
            </a:r>
            <a:endParaRPr lang="en-US" sz="2200" b="1" dirty="0">
              <a:solidFill>
                <a:srgbClr val="663300"/>
              </a:solidFill>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Organization’s</a:t>
            </a:r>
            <a:r>
              <a:rPr lang="pl-PL" sz="1100" dirty="0">
                <a:solidFill>
                  <a:srgbClr val="5E5441"/>
                </a:solidFill>
                <a:latin typeface="Tenorite" panose="00000500000000000000" pitchFamily="2" charset="0"/>
              </a:rPr>
              <a:t> environment</a:t>
            </a: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21</a:t>
            </a:fld>
            <a:endParaRPr lang="pl-PL" sz="1100" noProof="0" dirty="0">
              <a:latin typeface="Tenorite" panose="00000500000000000000" pitchFamily="2" charset="0"/>
            </a:endParaRPr>
          </a:p>
        </p:txBody>
      </p:sp>
      <p:sp>
        <p:nvSpPr>
          <p:cNvPr id="8" name="Prostokąt 7">
            <a:extLst>
              <a:ext uri="{FF2B5EF4-FFF2-40B4-BE49-F238E27FC236}">
                <a16:creationId xmlns:a16="http://schemas.microsoft.com/office/drawing/2014/main" id="{CCDCF205-F490-921E-FAE6-15E62A48EF87}"/>
              </a:ext>
            </a:extLst>
          </p:cNvPr>
          <p:cNvSpPr/>
          <p:nvPr/>
        </p:nvSpPr>
        <p:spPr>
          <a:xfrm>
            <a:off x="1796716" y="4549212"/>
            <a:ext cx="5229725" cy="1323439"/>
          </a:xfrm>
          <a:prstGeom prst="rect">
            <a:avLst/>
          </a:prstGeom>
          <a:solidFill>
            <a:srgbClr val="663300"/>
          </a:solidFill>
        </p:spPr>
        <p:txBody>
          <a:bodyPr wrap="square">
            <a:spAutoFit/>
          </a:bodyPr>
          <a:lstStyle/>
          <a:p>
            <a:pPr algn="just">
              <a:defRPr/>
            </a:pPr>
            <a:r>
              <a:rPr lang="en-US" sz="2000" b="1" u="none" dirty="0">
                <a:solidFill>
                  <a:schemeClr val="bg1"/>
                </a:solidFill>
                <a:effectLst>
                  <a:outerShdw blurRad="38100" dist="38100" dir="2700000" algn="tl">
                    <a:srgbClr val="000000">
                      <a:alpha val="43137"/>
                    </a:srgbClr>
                  </a:outerShdw>
                </a:effectLst>
                <a:latin typeface="Tenorite" panose="00000500000000000000" pitchFamily="2" charset="0"/>
              </a:rPr>
              <a:t>Women’s immense contributions to the war effort during World War II helped create positive social changes in the ensuing decades</a:t>
            </a:r>
          </a:p>
        </p:txBody>
      </p:sp>
      <p:pic>
        <p:nvPicPr>
          <p:cNvPr id="7" name="Picture 6" descr="image">
            <a:extLst>
              <a:ext uri="{FF2B5EF4-FFF2-40B4-BE49-F238E27FC236}">
                <a16:creationId xmlns:a16="http://schemas.microsoft.com/office/drawing/2014/main" id="{6AB891AE-5F20-EAAD-446D-4E2E14181CF0}"/>
              </a:ext>
            </a:extLst>
          </p:cNvPr>
          <p:cNvPicPr>
            <a:picLocks noChangeAspect="1" noChangeArrowheads="1"/>
          </p:cNvPicPr>
          <p:nvPr/>
        </p:nvPicPr>
        <p:blipFill>
          <a:blip r:embed="rId3"/>
          <a:srcRect/>
          <a:stretch>
            <a:fillRect/>
          </a:stretch>
        </p:blipFill>
        <p:spPr bwMode="auto">
          <a:xfrm>
            <a:off x="7603208" y="2138860"/>
            <a:ext cx="3259667" cy="421830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87298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132899" y="552615"/>
            <a:ext cx="5926200" cy="1453003"/>
          </a:xfrm>
        </p:spPr>
        <p:txBody>
          <a:bodyPr wrap="square" rtlCol="0" anchor="b">
            <a:normAutofit/>
          </a:bodyPr>
          <a:lstStyle/>
          <a:p>
            <a:pPr rtl="0"/>
            <a:r>
              <a:rPr lang="en-US" sz="5000" dirty="0">
                <a:latin typeface="Tenorite" panose="00000500000000000000" pitchFamily="2" charset="0"/>
              </a:rPr>
              <a:t>Technological factors</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1255372" y="2515665"/>
            <a:ext cx="9681254" cy="1054624"/>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2200" dirty="0">
                <a:solidFill>
                  <a:srgbClr val="663300"/>
                </a:solidFill>
                <a:latin typeface="Tenorite" panose="00000500000000000000" pitchFamily="2" charset="0"/>
              </a:rPr>
              <a:t>Technological factors include, for example, changes in the </a:t>
            </a:r>
            <a:r>
              <a:rPr lang="en-US" sz="2200" b="1" dirty="0">
                <a:solidFill>
                  <a:srgbClr val="663300"/>
                </a:solidFill>
                <a:latin typeface="Tenorite" panose="00000500000000000000" pitchFamily="2" charset="0"/>
              </a:rPr>
              <a:t>rate of new product development</a:t>
            </a:r>
            <a:r>
              <a:rPr lang="en-US" sz="2200" dirty="0">
                <a:solidFill>
                  <a:srgbClr val="663300"/>
                </a:solidFill>
                <a:latin typeface="Tenorite" panose="00000500000000000000" pitchFamily="2" charset="0"/>
              </a:rPr>
              <a:t>, </a:t>
            </a:r>
            <a:r>
              <a:rPr lang="en-US" sz="2200" b="1" dirty="0">
                <a:solidFill>
                  <a:srgbClr val="663300"/>
                </a:solidFill>
                <a:latin typeface="Tenorite" panose="00000500000000000000" pitchFamily="2" charset="0"/>
              </a:rPr>
              <a:t>increases in automation</a:t>
            </a:r>
            <a:r>
              <a:rPr lang="en-US" sz="2200" dirty="0">
                <a:solidFill>
                  <a:srgbClr val="663300"/>
                </a:solidFill>
                <a:latin typeface="Tenorite" panose="00000500000000000000" pitchFamily="2" charset="0"/>
              </a:rPr>
              <a:t>, and </a:t>
            </a:r>
            <a:r>
              <a:rPr lang="en-US" sz="2200" b="1" dirty="0">
                <a:solidFill>
                  <a:srgbClr val="663300"/>
                </a:solidFill>
                <a:latin typeface="Tenorite" panose="00000500000000000000" pitchFamily="2" charset="0"/>
              </a:rPr>
              <a:t>advancements in service industry delivery</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Organization’s</a:t>
            </a:r>
            <a:r>
              <a:rPr lang="pl-PL" sz="1100" dirty="0">
                <a:solidFill>
                  <a:srgbClr val="5E5441"/>
                </a:solidFill>
                <a:latin typeface="Tenorite" panose="00000500000000000000" pitchFamily="2" charset="0"/>
              </a:rPr>
              <a:t> environment</a:t>
            </a: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22</a:t>
            </a:fld>
            <a:endParaRPr lang="pl-PL" sz="1100" noProof="0" dirty="0">
              <a:latin typeface="Tenorite" panose="00000500000000000000" pitchFamily="2" charset="0"/>
            </a:endParaRPr>
          </a:p>
        </p:txBody>
      </p:sp>
      <p:sp>
        <p:nvSpPr>
          <p:cNvPr id="8" name="Prostokąt 7">
            <a:extLst>
              <a:ext uri="{FF2B5EF4-FFF2-40B4-BE49-F238E27FC236}">
                <a16:creationId xmlns:a16="http://schemas.microsoft.com/office/drawing/2014/main" id="{CCDCF205-F490-921E-FAE6-15E62A48EF87}"/>
              </a:ext>
            </a:extLst>
          </p:cNvPr>
          <p:cNvSpPr/>
          <p:nvPr/>
        </p:nvSpPr>
        <p:spPr>
          <a:xfrm>
            <a:off x="1780673" y="3955654"/>
            <a:ext cx="4170947" cy="1631216"/>
          </a:xfrm>
          <a:prstGeom prst="rect">
            <a:avLst/>
          </a:prstGeom>
          <a:solidFill>
            <a:srgbClr val="663300"/>
          </a:solidFill>
        </p:spPr>
        <p:txBody>
          <a:bodyPr wrap="square">
            <a:spAutoFit/>
          </a:bodyPr>
          <a:lstStyle/>
          <a:p>
            <a:pPr algn="just">
              <a:defRPr/>
            </a:pPr>
            <a:r>
              <a:rPr lang="en-US" sz="2000" b="1" u="none" dirty="0">
                <a:solidFill>
                  <a:schemeClr val="bg1"/>
                </a:solidFill>
                <a:effectLst>
                  <a:outerShdw blurRad="38100" dist="38100" dir="2700000" algn="tl">
                    <a:srgbClr val="000000">
                      <a:alpha val="43137"/>
                    </a:srgbClr>
                  </a:outerShdw>
                </a:effectLst>
                <a:latin typeface="Tenorite" panose="00000500000000000000" pitchFamily="2" charset="0"/>
              </a:rPr>
              <a:t>Today’s iPhone can be one hundred times faster, one hundred times lighter, and ten times less expensive than a “portable” computer built in the 1980</a:t>
            </a:r>
          </a:p>
        </p:txBody>
      </p:sp>
      <p:pic>
        <p:nvPicPr>
          <p:cNvPr id="9" name="Picture 2" descr="image">
            <a:extLst>
              <a:ext uri="{FF2B5EF4-FFF2-40B4-BE49-F238E27FC236}">
                <a16:creationId xmlns:a16="http://schemas.microsoft.com/office/drawing/2014/main" id="{92E51B41-B550-E43C-280A-90C6E4635C19}"/>
              </a:ext>
            </a:extLst>
          </p:cNvPr>
          <p:cNvPicPr>
            <a:picLocks noChangeAspect="1" noChangeArrowheads="1"/>
          </p:cNvPicPr>
          <p:nvPr/>
        </p:nvPicPr>
        <p:blipFill>
          <a:blip r:embed="rId3"/>
          <a:srcRect/>
          <a:stretch>
            <a:fillRect/>
          </a:stretch>
        </p:blipFill>
        <p:spPr bwMode="auto">
          <a:xfrm>
            <a:off x="6240382" y="3324093"/>
            <a:ext cx="4354170" cy="289433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46963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132899" y="552615"/>
            <a:ext cx="5926200" cy="1453003"/>
          </a:xfrm>
        </p:spPr>
        <p:txBody>
          <a:bodyPr wrap="square" rtlCol="0" anchor="b">
            <a:normAutofit/>
          </a:bodyPr>
          <a:lstStyle/>
          <a:p>
            <a:pPr rtl="0"/>
            <a:r>
              <a:rPr lang="en-US" sz="5000" dirty="0">
                <a:latin typeface="Tenorite" panose="00000500000000000000" pitchFamily="2" charset="0"/>
              </a:rPr>
              <a:t>Environmental factors</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1255372" y="2515665"/>
            <a:ext cx="9681254" cy="1054624"/>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2200" dirty="0">
                <a:solidFill>
                  <a:srgbClr val="663300"/>
                </a:solidFill>
                <a:latin typeface="Tenorite" panose="00000500000000000000" pitchFamily="2" charset="0"/>
              </a:rPr>
              <a:t>Environmental factors include, for example, natural disasters and weather patterns</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Organization’s</a:t>
            </a:r>
            <a:r>
              <a:rPr lang="pl-PL" sz="1100" dirty="0">
                <a:solidFill>
                  <a:srgbClr val="5E5441"/>
                </a:solidFill>
                <a:latin typeface="Tenorite" panose="00000500000000000000" pitchFamily="2" charset="0"/>
              </a:rPr>
              <a:t> environment</a:t>
            </a: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23</a:t>
            </a:fld>
            <a:endParaRPr lang="pl-PL" sz="1100" noProof="0" dirty="0">
              <a:latin typeface="Tenorite" panose="00000500000000000000" pitchFamily="2" charset="0"/>
            </a:endParaRPr>
          </a:p>
        </p:txBody>
      </p:sp>
      <p:sp>
        <p:nvSpPr>
          <p:cNvPr id="8" name="Prostokąt 7">
            <a:extLst>
              <a:ext uri="{FF2B5EF4-FFF2-40B4-BE49-F238E27FC236}">
                <a16:creationId xmlns:a16="http://schemas.microsoft.com/office/drawing/2014/main" id="{CCDCF205-F490-921E-FAE6-15E62A48EF87}"/>
              </a:ext>
            </a:extLst>
          </p:cNvPr>
          <p:cNvSpPr/>
          <p:nvPr/>
        </p:nvSpPr>
        <p:spPr>
          <a:xfrm>
            <a:off x="7390719" y="3939611"/>
            <a:ext cx="3336759" cy="1323439"/>
          </a:xfrm>
          <a:prstGeom prst="rect">
            <a:avLst/>
          </a:prstGeom>
          <a:solidFill>
            <a:srgbClr val="663300"/>
          </a:solidFill>
        </p:spPr>
        <p:txBody>
          <a:bodyPr wrap="square">
            <a:spAutoFit/>
          </a:bodyPr>
          <a:lstStyle/>
          <a:p>
            <a:pPr algn="just">
              <a:defRPr/>
            </a:pPr>
            <a:r>
              <a:rPr lang="en-US" sz="2000" b="1" u="none" dirty="0">
                <a:solidFill>
                  <a:schemeClr val="bg1"/>
                </a:solidFill>
                <a:effectLst>
                  <a:outerShdw blurRad="38100" dist="38100" dir="2700000" algn="tl">
                    <a:srgbClr val="000000">
                      <a:alpha val="43137"/>
                    </a:srgbClr>
                  </a:outerShdw>
                </a:effectLst>
                <a:latin typeface="Tenorite" panose="00000500000000000000" pitchFamily="2" charset="0"/>
              </a:rPr>
              <a:t>A key trend within the environmental segment is an increasing emphasis on conserving fossil fuels</a:t>
            </a:r>
          </a:p>
        </p:txBody>
      </p:sp>
      <p:pic>
        <p:nvPicPr>
          <p:cNvPr id="7" name="Picture 2" descr="image">
            <a:extLst>
              <a:ext uri="{FF2B5EF4-FFF2-40B4-BE49-F238E27FC236}">
                <a16:creationId xmlns:a16="http://schemas.microsoft.com/office/drawing/2014/main" id="{3F7A1090-59E6-C529-7C37-C2FE6561B24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2943"/>
          <a:stretch/>
        </p:blipFill>
        <p:spPr bwMode="auto">
          <a:xfrm>
            <a:off x="1741719" y="3359777"/>
            <a:ext cx="5434649" cy="2865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052407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132899" y="552615"/>
            <a:ext cx="5926200" cy="1453003"/>
          </a:xfrm>
        </p:spPr>
        <p:txBody>
          <a:bodyPr wrap="square" rtlCol="0" anchor="b">
            <a:normAutofit/>
          </a:bodyPr>
          <a:lstStyle/>
          <a:p>
            <a:pPr rtl="0"/>
            <a:r>
              <a:rPr lang="en-US" sz="5000" dirty="0">
                <a:latin typeface="Tenorite" panose="00000500000000000000" pitchFamily="2" charset="0"/>
              </a:rPr>
              <a:t>Exercise 2</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Organization’s</a:t>
            </a:r>
            <a:r>
              <a:rPr lang="pl-PL" sz="1100" dirty="0">
                <a:solidFill>
                  <a:srgbClr val="5E5441"/>
                </a:solidFill>
                <a:latin typeface="Tenorite" panose="00000500000000000000" pitchFamily="2" charset="0"/>
              </a:rPr>
              <a:t> environment</a:t>
            </a: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24</a:t>
            </a:fld>
            <a:endParaRPr lang="pl-PL" sz="1100" noProof="0" dirty="0">
              <a:latin typeface="Tenorite" panose="00000500000000000000" pitchFamily="2" charset="0"/>
            </a:endParaRPr>
          </a:p>
        </p:txBody>
      </p:sp>
      <p:pic>
        <p:nvPicPr>
          <p:cNvPr id="1026" name="Picture 2" descr="Bezpieczeństwo w firmie Dlaczego Google Chrome nie działa">
            <a:extLst>
              <a:ext uri="{FF2B5EF4-FFF2-40B4-BE49-F238E27FC236}">
                <a16:creationId xmlns:a16="http://schemas.microsoft.com/office/drawing/2014/main" id="{7F48D785-F322-5FD7-2046-6031FBEC0C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23934" y="3983208"/>
            <a:ext cx="3322119" cy="2260198"/>
          </a:xfrm>
          <a:prstGeom prst="rect">
            <a:avLst/>
          </a:prstGeom>
          <a:noFill/>
          <a:extLst>
            <a:ext uri="{909E8E84-426E-40DD-AFC4-6F175D3DCCD1}">
              <a14:hiddenFill xmlns:a14="http://schemas.microsoft.com/office/drawing/2010/main">
                <a:solidFill>
                  <a:srgbClr val="FFFFFF"/>
                </a:solidFill>
              </a14:hiddenFill>
            </a:ext>
          </a:extLst>
        </p:spPr>
      </p:pic>
      <p:sp>
        <p:nvSpPr>
          <p:cNvPr id="3" name="Zawartość — symbol zastępczy 2">
            <a:extLst>
              <a:ext uri="{FF2B5EF4-FFF2-40B4-BE49-F238E27FC236}">
                <a16:creationId xmlns:a16="http://schemas.microsoft.com/office/drawing/2014/main" id="{308AD74A-C3EA-269A-FA2A-C86554FB383C}"/>
              </a:ext>
            </a:extLst>
          </p:cNvPr>
          <p:cNvSpPr>
            <a:spLocks noGrp="1"/>
          </p:cNvSpPr>
          <p:nvPr>
            <p:ph type="body" sz="quarter" idx="13"/>
          </p:nvPr>
        </p:nvSpPr>
        <p:spPr>
          <a:xfrm>
            <a:off x="3607003" y="2459159"/>
            <a:ext cx="4977991" cy="1722449"/>
          </a:xfrm>
        </p:spPr>
        <p:txBody>
          <a:bodyPr rtlCol="0">
            <a:noAutofit/>
          </a:bodyPr>
          <a:lstStyle/>
          <a:p>
            <a:pPr algn="just" rtl="0">
              <a:lnSpc>
                <a:spcPct val="110000"/>
              </a:lnSpc>
              <a:buClr>
                <a:srgbClr val="663300"/>
              </a:buClr>
            </a:pPr>
            <a:r>
              <a:rPr lang="en-US" sz="3600" dirty="0">
                <a:solidFill>
                  <a:srgbClr val="663300"/>
                </a:solidFill>
                <a:latin typeface="Tenorite" panose="00000500000000000000" pitchFamily="2" charset="0"/>
              </a:rPr>
              <a:t>Google Case Study: </a:t>
            </a:r>
            <a:r>
              <a:rPr lang="pl-PL" sz="3600" dirty="0">
                <a:solidFill>
                  <a:srgbClr val="663300"/>
                </a:solidFill>
                <a:latin typeface="Tenorite" panose="00000500000000000000" pitchFamily="2" charset="0"/>
              </a:rPr>
              <a:t>   </a:t>
            </a:r>
            <a:r>
              <a:rPr lang="en-US" sz="3600" dirty="0">
                <a:solidFill>
                  <a:srgbClr val="663300"/>
                </a:solidFill>
                <a:latin typeface="Tenorite" panose="00000500000000000000" pitchFamily="2" charset="0"/>
              </a:rPr>
              <a:t>P.E.S.T.E. Analysis</a:t>
            </a:r>
          </a:p>
        </p:txBody>
      </p:sp>
    </p:spTree>
    <p:extLst>
      <p:ext uri="{BB962C8B-B14F-4D97-AF65-F5344CB8AC3E}">
        <p14:creationId xmlns:p14="http://schemas.microsoft.com/office/powerpoint/2010/main" val="31333916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132899" y="552615"/>
            <a:ext cx="5926200" cy="1453003"/>
          </a:xfrm>
        </p:spPr>
        <p:txBody>
          <a:bodyPr wrap="square" rtlCol="0" anchor="b">
            <a:normAutofit fontScale="90000"/>
          </a:bodyPr>
          <a:lstStyle/>
          <a:p>
            <a:pPr rtl="0"/>
            <a:r>
              <a:rPr lang="en-US" sz="5000" dirty="0">
                <a:latin typeface="Tenorite" panose="00000500000000000000" pitchFamily="2" charset="0"/>
              </a:rPr>
              <a:t>PESTE Analysis – one more time 1/2</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Organization’s</a:t>
            </a:r>
            <a:r>
              <a:rPr lang="pl-PL" sz="1100" dirty="0">
                <a:solidFill>
                  <a:srgbClr val="5E5441"/>
                </a:solidFill>
                <a:latin typeface="Tenorite" panose="00000500000000000000" pitchFamily="2" charset="0"/>
              </a:rPr>
              <a:t> environment</a:t>
            </a: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25</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2EE5E16F-E92D-B368-9E3C-DFC886A0F781}"/>
              </a:ext>
            </a:extLst>
          </p:cNvPr>
          <p:cNvSpPr>
            <a:spLocks noGrp="1"/>
          </p:cNvSpPr>
          <p:nvPr>
            <p:ph type="body" sz="quarter" idx="13"/>
          </p:nvPr>
        </p:nvSpPr>
        <p:spPr>
          <a:xfrm>
            <a:off x="1624940" y="2416414"/>
            <a:ext cx="7134050" cy="3760633"/>
          </a:xfrm>
        </p:spPr>
        <p:txBody>
          <a:bodyPr rtlCol="0">
            <a:noAutofit/>
          </a:bodyPr>
          <a:lstStyle/>
          <a:p>
            <a:pPr marL="342900" indent="-342900" algn="just" rtl="0">
              <a:lnSpc>
                <a:spcPct val="110000"/>
              </a:lnSpc>
              <a:buClr>
                <a:srgbClr val="663300"/>
              </a:buClr>
              <a:buFont typeface="Arial" panose="020B0604020202020204" pitchFamily="34" charset="0"/>
              <a:buChar char="•"/>
            </a:pPr>
            <a:r>
              <a:rPr lang="en-US" sz="2000" dirty="0">
                <a:solidFill>
                  <a:srgbClr val="663300"/>
                </a:solidFill>
                <a:latin typeface="Tenorite" panose="00000500000000000000" pitchFamily="2" charset="0"/>
              </a:rPr>
              <a:t>To transform an avocado into guacamole, </a:t>
            </a:r>
            <a:br>
              <a:rPr lang="en-US" sz="2000" dirty="0">
                <a:solidFill>
                  <a:srgbClr val="663300"/>
                </a:solidFill>
                <a:latin typeface="Tenorite" panose="00000500000000000000" pitchFamily="2" charset="0"/>
              </a:rPr>
            </a:br>
            <a:r>
              <a:rPr lang="en-US" sz="2000" dirty="0">
                <a:solidFill>
                  <a:srgbClr val="663300"/>
                </a:solidFill>
                <a:latin typeface="Tenorite" panose="00000500000000000000" pitchFamily="2" charset="0"/>
              </a:rPr>
              <a:t>a chef may choose to use a mortar and pestle. A mortar is a mashing device that is shaped liked a baseball bat, while a pestle is a sturdy bowl within which the mashing takes place. Similarly, PESTE reflects the general environment factors - political, economic, social, technological, environmental - that can crush an organization. In many cases, executives can prevent such outcomes by performing a PESTE analysis to diagnose where in the general environment important opportunities and threats arise.</a:t>
            </a:r>
          </a:p>
        </p:txBody>
      </p:sp>
      <p:pic>
        <p:nvPicPr>
          <p:cNvPr id="7" name="Picture 2" descr="Znalezione obrazy dla zapytania mortar and pestle guacamole">
            <a:extLst>
              <a:ext uri="{FF2B5EF4-FFF2-40B4-BE49-F238E27FC236}">
                <a16:creationId xmlns:a16="http://schemas.microsoft.com/office/drawing/2014/main" id="{9B5333EE-BDCD-B51F-8AEF-5AA5970D694D}"/>
              </a:ext>
            </a:extLst>
          </p:cNvPr>
          <p:cNvPicPr>
            <a:picLocks noChangeAspect="1" noChangeArrowheads="1"/>
          </p:cNvPicPr>
          <p:nvPr/>
        </p:nvPicPr>
        <p:blipFill>
          <a:blip r:embed="rId3"/>
          <a:srcRect/>
          <a:stretch>
            <a:fillRect/>
          </a:stretch>
        </p:blipFill>
        <p:spPr bwMode="auto">
          <a:xfrm>
            <a:off x="8951415" y="3011588"/>
            <a:ext cx="2760476" cy="229993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9785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132899" y="552615"/>
            <a:ext cx="5926200" cy="1453003"/>
          </a:xfrm>
        </p:spPr>
        <p:txBody>
          <a:bodyPr wrap="square" rtlCol="0" anchor="b">
            <a:normAutofit fontScale="90000"/>
          </a:bodyPr>
          <a:lstStyle/>
          <a:p>
            <a:pPr rtl="0"/>
            <a:r>
              <a:rPr lang="en-US" sz="5000" dirty="0">
                <a:latin typeface="Tenorite" panose="00000500000000000000" pitchFamily="2" charset="0"/>
              </a:rPr>
              <a:t>PESTE Analysis – one more time 2/2</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Organization’s</a:t>
            </a:r>
            <a:r>
              <a:rPr lang="pl-PL" sz="1100" dirty="0">
                <a:solidFill>
                  <a:srgbClr val="5E5441"/>
                </a:solidFill>
                <a:latin typeface="Tenorite" panose="00000500000000000000" pitchFamily="2" charset="0"/>
              </a:rPr>
              <a:t> environment</a:t>
            </a: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26</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2EE5E16F-E92D-B368-9E3C-DFC886A0F781}"/>
              </a:ext>
            </a:extLst>
          </p:cNvPr>
          <p:cNvSpPr>
            <a:spLocks noGrp="1"/>
          </p:cNvSpPr>
          <p:nvPr>
            <p:ph type="body" sz="quarter" idx="13"/>
          </p:nvPr>
        </p:nvSpPr>
        <p:spPr>
          <a:xfrm>
            <a:off x="3132899" y="2793049"/>
            <a:ext cx="5926200" cy="3174614"/>
          </a:xfrm>
        </p:spPr>
        <p:txBody>
          <a:bodyPr rtlCol="0">
            <a:noAutofit/>
          </a:bodyPr>
          <a:lstStyle/>
          <a:p>
            <a:pPr marL="342900" indent="-342900" algn="just" rtl="0">
              <a:lnSpc>
                <a:spcPct val="120000"/>
              </a:lnSpc>
              <a:buClr>
                <a:srgbClr val="663300"/>
              </a:buClr>
              <a:buFont typeface="Arial" panose="020B0604020202020204" pitchFamily="34" charset="0"/>
              <a:buChar char="•"/>
            </a:pPr>
            <a:r>
              <a:rPr lang="en-US" sz="2300" dirty="0">
                <a:solidFill>
                  <a:srgbClr val="663300"/>
                </a:solidFill>
                <a:latin typeface="Tenorite" panose="00000500000000000000" pitchFamily="2" charset="0"/>
              </a:rPr>
              <a:t>PESTE is often used when launching a new product or service, exploring a new route to market, or selling into </a:t>
            </a:r>
            <a:br>
              <a:rPr lang="en-US" sz="2300" dirty="0">
                <a:solidFill>
                  <a:srgbClr val="663300"/>
                </a:solidFill>
                <a:latin typeface="Tenorite" panose="00000500000000000000" pitchFamily="2" charset="0"/>
              </a:rPr>
            </a:br>
            <a:r>
              <a:rPr lang="en-US" sz="2300" dirty="0">
                <a:solidFill>
                  <a:srgbClr val="663300"/>
                </a:solidFill>
                <a:latin typeface="Tenorite" panose="00000500000000000000" pitchFamily="2" charset="0"/>
              </a:rPr>
              <a:t>a new country or region</a:t>
            </a:r>
          </a:p>
          <a:p>
            <a:pPr marL="342900" indent="-342900" algn="just" rtl="0">
              <a:lnSpc>
                <a:spcPct val="120000"/>
              </a:lnSpc>
              <a:buClr>
                <a:srgbClr val="663300"/>
              </a:buClr>
              <a:buFont typeface="Arial" panose="020B0604020202020204" pitchFamily="34" charset="0"/>
              <a:buChar char="•"/>
            </a:pPr>
            <a:r>
              <a:rPr lang="en-US" sz="2300" dirty="0">
                <a:solidFill>
                  <a:srgbClr val="663300"/>
                </a:solidFill>
                <a:latin typeface="Tenorite" panose="00000500000000000000" pitchFamily="2" charset="0"/>
              </a:rPr>
              <a:t>There are many different versions of this analysis tool, although the underlying method is the same in all cases</a:t>
            </a:r>
          </a:p>
        </p:txBody>
      </p:sp>
    </p:spTree>
    <p:extLst>
      <p:ext uri="{BB962C8B-B14F-4D97-AF65-F5344CB8AC3E}">
        <p14:creationId xmlns:p14="http://schemas.microsoft.com/office/powerpoint/2010/main" val="22183081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132899" y="552615"/>
            <a:ext cx="5926200" cy="1453003"/>
          </a:xfrm>
        </p:spPr>
        <p:txBody>
          <a:bodyPr wrap="square" rtlCol="0" anchor="b">
            <a:normAutofit fontScale="90000"/>
          </a:bodyPr>
          <a:lstStyle/>
          <a:p>
            <a:pPr rtl="0"/>
            <a:r>
              <a:rPr lang="en-US" sz="5000" dirty="0">
                <a:latin typeface="Tenorite" panose="00000500000000000000" pitchFamily="2" charset="0"/>
              </a:rPr>
              <a:t>Porter’s Five Forces Analysis</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Organization’s</a:t>
            </a:r>
            <a:r>
              <a:rPr lang="pl-PL" sz="1100" dirty="0">
                <a:solidFill>
                  <a:srgbClr val="5E5441"/>
                </a:solidFill>
                <a:latin typeface="Tenorite" panose="00000500000000000000" pitchFamily="2" charset="0"/>
              </a:rPr>
              <a:t> environment</a:t>
            </a: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27</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2EE5E16F-E92D-B368-9E3C-DFC886A0F781}"/>
              </a:ext>
            </a:extLst>
          </p:cNvPr>
          <p:cNvSpPr>
            <a:spLocks noGrp="1"/>
          </p:cNvSpPr>
          <p:nvPr>
            <p:ph type="body" sz="quarter" idx="13"/>
          </p:nvPr>
        </p:nvSpPr>
        <p:spPr>
          <a:xfrm>
            <a:off x="2210150" y="2593870"/>
            <a:ext cx="7772649" cy="3470046"/>
          </a:xfrm>
        </p:spPr>
        <p:txBody>
          <a:bodyPr rtlCol="0">
            <a:noAutofit/>
          </a:bodyPr>
          <a:lstStyle/>
          <a:p>
            <a:pPr marL="342900" indent="-342900" algn="just" rtl="0">
              <a:lnSpc>
                <a:spcPct val="120000"/>
              </a:lnSpc>
              <a:buClr>
                <a:srgbClr val="663300"/>
              </a:buClr>
              <a:buFont typeface="Arial" panose="020B0604020202020204" pitchFamily="34" charset="0"/>
              <a:buChar char="•"/>
            </a:pPr>
            <a:r>
              <a:rPr lang="en-US" sz="2000" dirty="0">
                <a:solidFill>
                  <a:srgbClr val="663300"/>
                </a:solidFill>
                <a:latin typeface="Tenorite" panose="00000500000000000000" pitchFamily="2" charset="0"/>
              </a:rPr>
              <a:t>The tool was created by Harvard Business School professor Michael Porter, to analyze an industry's attractiveness and likely profitability.</a:t>
            </a:r>
          </a:p>
          <a:p>
            <a:pPr marL="342900" indent="-342900" algn="just" rtl="0">
              <a:lnSpc>
                <a:spcPct val="120000"/>
              </a:lnSpc>
              <a:buClr>
                <a:srgbClr val="663300"/>
              </a:buClr>
              <a:buFont typeface="Arial" panose="020B0604020202020204" pitchFamily="34" charset="0"/>
              <a:buChar char="•"/>
            </a:pPr>
            <a:r>
              <a:rPr lang="en-US" sz="2000" dirty="0">
                <a:solidFill>
                  <a:srgbClr val="663300"/>
                </a:solidFill>
                <a:latin typeface="Tenorite" panose="00000500000000000000" pitchFamily="2" charset="0"/>
              </a:rPr>
              <a:t>Porter recognized that organizations likely keep a close watch on their rivals, but he encouraged them to look beyond the actions of their competitors and examine what other factors could impact the business environment. He identified five forces that make up the competitive environment, and which can erode your profitability.</a:t>
            </a:r>
          </a:p>
        </p:txBody>
      </p:sp>
      <p:sp>
        <p:nvSpPr>
          <p:cNvPr id="7" name="Rectangle 19">
            <a:extLst>
              <a:ext uri="{FF2B5EF4-FFF2-40B4-BE49-F238E27FC236}">
                <a16:creationId xmlns:a16="http://schemas.microsoft.com/office/drawing/2014/main" id="{5373A71A-F924-70C4-5854-080F7C29488A}"/>
              </a:ext>
            </a:extLst>
          </p:cNvPr>
          <p:cNvSpPr>
            <a:spLocks noChangeArrowheads="1"/>
          </p:cNvSpPr>
          <p:nvPr/>
        </p:nvSpPr>
        <p:spPr bwMode="auto">
          <a:xfrm>
            <a:off x="4037886" y="123629"/>
            <a:ext cx="4116225" cy="513015"/>
          </a:xfrm>
          <a:prstGeom prst="rect">
            <a:avLst/>
          </a:prstGeom>
          <a:solidFill>
            <a:schemeClr val="bg1"/>
          </a:solidFill>
          <a:ln w="9525" algn="ctr">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spcBef>
                <a:spcPct val="0"/>
              </a:spcBef>
              <a:buClrTx/>
              <a:buSzTx/>
              <a:buFontTx/>
              <a:buNone/>
            </a:pPr>
            <a:r>
              <a:rPr lang="pl-PL" altLang="pl-PL" sz="1800" b="1" u="none" dirty="0">
                <a:latin typeface="Tenorite" panose="00000500000000000000" pitchFamily="2" charset="0"/>
              </a:rPr>
              <a:t>TASK ENVIRONMENT</a:t>
            </a:r>
          </a:p>
        </p:txBody>
      </p:sp>
    </p:spTree>
    <p:extLst>
      <p:ext uri="{BB962C8B-B14F-4D97-AF65-F5344CB8AC3E}">
        <p14:creationId xmlns:p14="http://schemas.microsoft.com/office/powerpoint/2010/main" val="40079967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Organization’s</a:t>
            </a:r>
            <a:r>
              <a:rPr lang="pl-PL" sz="1100" dirty="0">
                <a:solidFill>
                  <a:srgbClr val="5E5441"/>
                </a:solidFill>
                <a:latin typeface="Tenorite" panose="00000500000000000000" pitchFamily="2" charset="0"/>
              </a:rPr>
              <a:t> environment</a:t>
            </a: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28</a:t>
            </a:fld>
            <a:endParaRPr lang="pl-PL" sz="1100" noProof="0" dirty="0">
              <a:latin typeface="Tenorite" panose="00000500000000000000" pitchFamily="2" charset="0"/>
            </a:endParaRPr>
          </a:p>
        </p:txBody>
      </p:sp>
      <p:sp>
        <p:nvSpPr>
          <p:cNvPr id="11" name="Oval 3">
            <a:extLst>
              <a:ext uri="{FF2B5EF4-FFF2-40B4-BE49-F238E27FC236}">
                <a16:creationId xmlns:a16="http://schemas.microsoft.com/office/drawing/2014/main" id="{2A4ADAC6-CC49-1774-CE67-20D2BFFD169C}"/>
              </a:ext>
            </a:extLst>
          </p:cNvPr>
          <p:cNvSpPr/>
          <p:nvPr/>
        </p:nvSpPr>
        <p:spPr bwMode="auto">
          <a:xfrm>
            <a:off x="4971935" y="2411437"/>
            <a:ext cx="2341517" cy="1655762"/>
          </a:xfrm>
          <a:prstGeom prst="ellipse">
            <a:avLst/>
          </a:prstGeom>
          <a:solidFill>
            <a:srgbClr val="002060"/>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r>
              <a:rPr lang="pl-PL" sz="2000" b="1" u="none" dirty="0">
                <a:solidFill>
                  <a:schemeClr val="bg1"/>
                </a:solidFill>
                <a:effectLst>
                  <a:outerShdw blurRad="38100" dist="38100" dir="2700000" algn="tl">
                    <a:srgbClr val="000000">
                      <a:alpha val="43137"/>
                    </a:srgbClr>
                  </a:outerShdw>
                </a:effectLst>
                <a:latin typeface="Tenorite" panose="00000500000000000000" pitchFamily="2" charset="0"/>
                <a:cs typeface="Arial" charset="0"/>
              </a:rPr>
              <a:t>Competitive Rivalry</a:t>
            </a:r>
          </a:p>
        </p:txBody>
      </p:sp>
      <p:sp>
        <p:nvSpPr>
          <p:cNvPr id="12" name="Down Arrow 4">
            <a:extLst>
              <a:ext uri="{FF2B5EF4-FFF2-40B4-BE49-F238E27FC236}">
                <a16:creationId xmlns:a16="http://schemas.microsoft.com/office/drawing/2014/main" id="{99755053-5D13-9365-A663-9F0FAC900E74}"/>
              </a:ext>
            </a:extLst>
          </p:cNvPr>
          <p:cNvSpPr>
            <a:spLocks noChangeArrowheads="1"/>
          </p:cNvSpPr>
          <p:nvPr/>
        </p:nvSpPr>
        <p:spPr bwMode="auto">
          <a:xfrm>
            <a:off x="5037021" y="121468"/>
            <a:ext cx="2159000" cy="2289537"/>
          </a:xfrm>
          <a:prstGeom prst="downArrow">
            <a:avLst>
              <a:gd name="adj1" fmla="val 64556"/>
              <a:gd name="adj2" fmla="val 50000"/>
            </a:avLst>
          </a:prstGeom>
          <a:solidFill>
            <a:srgbClr val="002060"/>
          </a:solidFill>
          <a:ln w="9525" algn="ctr">
            <a:solidFill>
              <a:schemeClr val="tx1"/>
            </a:solidFill>
            <a:round/>
            <a:headEnd/>
            <a:tailEnd/>
          </a:ln>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spcBef>
                <a:spcPct val="0"/>
              </a:spcBef>
              <a:buClrTx/>
              <a:buSzTx/>
              <a:buFontTx/>
              <a:buNone/>
            </a:pPr>
            <a:r>
              <a:rPr lang="pl-PL" altLang="pl-PL" sz="2000" b="1" u="none">
                <a:solidFill>
                  <a:schemeClr val="bg1"/>
                </a:solidFill>
                <a:latin typeface="Tenorite" panose="00000500000000000000" pitchFamily="2" charset="0"/>
              </a:rPr>
              <a:t>Threat of New Entry</a:t>
            </a:r>
          </a:p>
        </p:txBody>
      </p:sp>
      <p:sp>
        <p:nvSpPr>
          <p:cNvPr id="13" name="Down Arrow 6">
            <a:extLst>
              <a:ext uri="{FF2B5EF4-FFF2-40B4-BE49-F238E27FC236}">
                <a16:creationId xmlns:a16="http://schemas.microsoft.com/office/drawing/2014/main" id="{F76BA975-02C2-D9D3-C8D5-687E1981473E}"/>
              </a:ext>
            </a:extLst>
          </p:cNvPr>
          <p:cNvSpPr/>
          <p:nvPr/>
        </p:nvSpPr>
        <p:spPr bwMode="auto">
          <a:xfrm rot="16200000">
            <a:off x="2829603" y="2155849"/>
            <a:ext cx="2160588" cy="2124075"/>
          </a:xfrm>
          <a:prstGeom prst="downArrow">
            <a:avLst>
              <a:gd name="adj1" fmla="val 64551"/>
              <a:gd name="adj2" fmla="val 50000"/>
            </a:avLst>
          </a:prstGeom>
          <a:solidFill>
            <a:srgbClr val="002060"/>
          </a:solidFill>
          <a:ln w="9525" cap="flat" cmpd="sng" algn="ctr">
            <a:solidFill>
              <a:schemeClr val="tx1"/>
            </a:solidFill>
            <a:prstDash val="solid"/>
            <a:round/>
            <a:headEnd type="none" w="med" len="med"/>
            <a:tailEnd type="none" w="med" len="med"/>
          </a:ln>
          <a:effectLst/>
        </p:spPr>
        <p:txBody>
          <a:bodyPr vert="vert" anchor="ctr"/>
          <a:lstStyle/>
          <a:p>
            <a:pPr algn="ctr" eaLnBrk="1" hangingPunct="1">
              <a:defRPr/>
            </a:pPr>
            <a:r>
              <a:rPr lang="pl-PL" sz="2000" b="1" u="none" dirty="0">
                <a:solidFill>
                  <a:schemeClr val="bg1"/>
                </a:solidFill>
                <a:latin typeface="Tenorite" panose="00000500000000000000" pitchFamily="2" charset="0"/>
                <a:cs typeface="Arial" charset="0"/>
              </a:rPr>
              <a:t>Supplier Power</a:t>
            </a:r>
          </a:p>
        </p:txBody>
      </p:sp>
      <p:sp>
        <p:nvSpPr>
          <p:cNvPr id="14" name="Down Arrow 7">
            <a:extLst>
              <a:ext uri="{FF2B5EF4-FFF2-40B4-BE49-F238E27FC236}">
                <a16:creationId xmlns:a16="http://schemas.microsoft.com/office/drawing/2014/main" id="{168FAABF-401D-461D-92D2-1367F83AF267}"/>
              </a:ext>
            </a:extLst>
          </p:cNvPr>
          <p:cNvSpPr/>
          <p:nvPr/>
        </p:nvSpPr>
        <p:spPr bwMode="auto">
          <a:xfrm rot="5400000">
            <a:off x="7295450" y="2142844"/>
            <a:ext cx="2160240" cy="2124236"/>
          </a:xfrm>
          <a:prstGeom prst="downArrow">
            <a:avLst>
              <a:gd name="adj1" fmla="val 64551"/>
              <a:gd name="adj2" fmla="val 50000"/>
            </a:avLst>
          </a:prstGeom>
          <a:solidFill>
            <a:srgbClr val="002060"/>
          </a:solidFill>
          <a:ln w="9525" cap="flat" cmpd="sng" algn="ctr">
            <a:solidFill>
              <a:schemeClr val="tx1"/>
            </a:solidFill>
            <a:prstDash val="solid"/>
            <a:round/>
            <a:headEnd type="none" w="med" len="med"/>
            <a:tailEnd type="none" w="med" len="med"/>
          </a:ln>
          <a:effectLst/>
        </p:spPr>
        <p:txBody>
          <a:bodyPr vert="vert270" anchor="ctr"/>
          <a:lstStyle/>
          <a:p>
            <a:pPr algn="ctr" eaLnBrk="1" hangingPunct="1">
              <a:defRPr/>
            </a:pPr>
            <a:r>
              <a:rPr lang="pl-PL" sz="2000" b="1" u="none" dirty="0">
                <a:solidFill>
                  <a:schemeClr val="bg1"/>
                </a:solidFill>
                <a:latin typeface="Tenorite" panose="00000500000000000000" pitchFamily="2" charset="0"/>
                <a:cs typeface="Arial" charset="0"/>
              </a:rPr>
              <a:t>Buyer</a:t>
            </a:r>
            <a:br>
              <a:rPr lang="pl-PL" sz="2000" b="1" u="none" dirty="0">
                <a:solidFill>
                  <a:schemeClr val="bg1"/>
                </a:solidFill>
                <a:latin typeface="Tenorite" panose="00000500000000000000" pitchFamily="2" charset="0"/>
                <a:cs typeface="Arial" charset="0"/>
              </a:rPr>
            </a:br>
            <a:r>
              <a:rPr lang="pl-PL" sz="2000" b="1" u="none" dirty="0">
                <a:solidFill>
                  <a:schemeClr val="bg1"/>
                </a:solidFill>
                <a:latin typeface="Tenorite" panose="00000500000000000000" pitchFamily="2" charset="0"/>
                <a:cs typeface="Arial" charset="0"/>
              </a:rPr>
              <a:t> Power</a:t>
            </a:r>
          </a:p>
        </p:txBody>
      </p:sp>
      <p:sp>
        <p:nvSpPr>
          <p:cNvPr id="15" name="Down Arrow 8">
            <a:extLst>
              <a:ext uri="{FF2B5EF4-FFF2-40B4-BE49-F238E27FC236}">
                <a16:creationId xmlns:a16="http://schemas.microsoft.com/office/drawing/2014/main" id="{1CB0F86B-3F5A-925F-C9DF-D22D2D507FEC}"/>
              </a:ext>
            </a:extLst>
          </p:cNvPr>
          <p:cNvSpPr>
            <a:spLocks noChangeArrowheads="1"/>
          </p:cNvSpPr>
          <p:nvPr/>
        </p:nvSpPr>
        <p:spPr bwMode="auto">
          <a:xfrm rot="10800000">
            <a:off x="5062421" y="4067198"/>
            <a:ext cx="2160588" cy="2289969"/>
          </a:xfrm>
          <a:prstGeom prst="downArrow">
            <a:avLst>
              <a:gd name="adj1" fmla="val 64556"/>
              <a:gd name="adj2" fmla="val 50000"/>
            </a:avLst>
          </a:prstGeom>
          <a:solidFill>
            <a:srgbClr val="002060"/>
          </a:solidFill>
          <a:ln w="9525" algn="ctr">
            <a:solidFill>
              <a:schemeClr val="tx1"/>
            </a:solidFill>
            <a:round/>
            <a:headEnd/>
            <a:tailEnd/>
          </a:ln>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spcBef>
                <a:spcPct val="0"/>
              </a:spcBef>
              <a:buClrTx/>
              <a:buSzTx/>
              <a:buFontTx/>
              <a:buNone/>
            </a:pPr>
            <a:endParaRPr lang="pl-PL" altLang="pl-PL" sz="2000" b="1" u="none">
              <a:solidFill>
                <a:schemeClr val="bg1"/>
              </a:solidFill>
              <a:latin typeface="Tenorite" panose="00000500000000000000" pitchFamily="2" charset="0"/>
            </a:endParaRPr>
          </a:p>
        </p:txBody>
      </p:sp>
      <p:sp>
        <p:nvSpPr>
          <p:cNvPr id="16" name="TextBox 5">
            <a:extLst>
              <a:ext uri="{FF2B5EF4-FFF2-40B4-BE49-F238E27FC236}">
                <a16:creationId xmlns:a16="http://schemas.microsoft.com/office/drawing/2014/main" id="{42C0CD1D-666E-41F3-5794-00EA0477FD90}"/>
              </a:ext>
            </a:extLst>
          </p:cNvPr>
          <p:cNvSpPr txBox="1"/>
          <p:nvPr/>
        </p:nvSpPr>
        <p:spPr>
          <a:xfrm>
            <a:off x="5395796" y="5330056"/>
            <a:ext cx="1441450" cy="707886"/>
          </a:xfrm>
          <a:prstGeom prst="rect">
            <a:avLst/>
          </a:prstGeom>
          <a:noFill/>
        </p:spPr>
        <p:txBody>
          <a:bodyPr>
            <a:spAutoFit/>
          </a:bodyPr>
          <a:lstStyle/>
          <a:p>
            <a:pPr algn="ctr">
              <a:defRPr/>
            </a:pPr>
            <a:r>
              <a:rPr lang="pl-PL" sz="2000" b="1" u="none" dirty="0">
                <a:solidFill>
                  <a:schemeClr val="bg1"/>
                </a:solidFill>
                <a:effectLst>
                  <a:outerShdw blurRad="38100" dist="38100" dir="2700000" algn="tl">
                    <a:srgbClr val="000000">
                      <a:alpha val="43137"/>
                    </a:srgbClr>
                  </a:outerShdw>
                </a:effectLst>
                <a:latin typeface="Tenorite" panose="00000500000000000000" pitchFamily="2" charset="0"/>
              </a:rPr>
              <a:t>Threat of</a:t>
            </a:r>
          </a:p>
          <a:p>
            <a:pPr algn="ctr">
              <a:defRPr/>
            </a:pPr>
            <a:r>
              <a:rPr lang="pl-PL" sz="2000" b="1" u="none" dirty="0">
                <a:solidFill>
                  <a:schemeClr val="bg1"/>
                </a:solidFill>
                <a:effectLst>
                  <a:outerShdw blurRad="38100" dist="38100" dir="2700000" algn="tl">
                    <a:srgbClr val="000000">
                      <a:alpha val="43137"/>
                    </a:srgbClr>
                  </a:outerShdw>
                </a:effectLst>
                <a:latin typeface="Tenorite" panose="00000500000000000000" pitchFamily="2" charset="0"/>
              </a:rPr>
              <a:t>Subsitution</a:t>
            </a:r>
          </a:p>
        </p:txBody>
      </p:sp>
    </p:spTree>
    <p:extLst>
      <p:ext uri="{BB962C8B-B14F-4D97-AF65-F5344CB8AC3E}">
        <p14:creationId xmlns:p14="http://schemas.microsoft.com/office/powerpoint/2010/main" val="12579403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132899" y="552615"/>
            <a:ext cx="5926200" cy="1453003"/>
          </a:xfrm>
        </p:spPr>
        <p:txBody>
          <a:bodyPr wrap="square" rtlCol="0" anchor="b">
            <a:normAutofit fontScale="90000"/>
          </a:bodyPr>
          <a:lstStyle/>
          <a:p>
            <a:pPr rtl="0"/>
            <a:r>
              <a:rPr lang="en-US" sz="5000" dirty="0">
                <a:latin typeface="Tenorite" panose="00000500000000000000" pitchFamily="2" charset="0"/>
              </a:rPr>
              <a:t>Porter’s Five Forces Analysis</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Organization’s</a:t>
            </a:r>
            <a:r>
              <a:rPr lang="pl-PL" sz="1100" dirty="0">
                <a:solidFill>
                  <a:srgbClr val="5E5441"/>
                </a:solidFill>
                <a:latin typeface="Tenorite" panose="00000500000000000000" pitchFamily="2" charset="0"/>
              </a:rPr>
              <a:t> environment</a:t>
            </a: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29</a:t>
            </a:fld>
            <a:endParaRPr lang="pl-PL" sz="1100" noProof="0" dirty="0">
              <a:latin typeface="Tenorite" panose="00000500000000000000" pitchFamily="2" charset="0"/>
            </a:endParaRPr>
          </a:p>
        </p:txBody>
      </p:sp>
      <p:sp>
        <p:nvSpPr>
          <p:cNvPr id="8" name="Prostokąt 7">
            <a:extLst>
              <a:ext uri="{FF2B5EF4-FFF2-40B4-BE49-F238E27FC236}">
                <a16:creationId xmlns:a16="http://schemas.microsoft.com/office/drawing/2014/main" id="{CCDCF205-F490-921E-FAE6-15E62A48EF87}"/>
              </a:ext>
            </a:extLst>
          </p:cNvPr>
          <p:cNvSpPr/>
          <p:nvPr/>
        </p:nvSpPr>
        <p:spPr>
          <a:xfrm>
            <a:off x="1403011" y="2750016"/>
            <a:ext cx="5545881" cy="2862322"/>
          </a:xfrm>
          <a:prstGeom prst="rect">
            <a:avLst/>
          </a:prstGeom>
          <a:solidFill>
            <a:srgbClr val="663300"/>
          </a:solidFill>
        </p:spPr>
        <p:txBody>
          <a:bodyPr wrap="square">
            <a:spAutoFit/>
          </a:bodyPr>
          <a:lstStyle/>
          <a:p>
            <a:pPr algn="just">
              <a:defRPr/>
            </a:pPr>
            <a:r>
              <a:rPr lang="en-US" sz="2000" b="1" u="none" dirty="0">
                <a:solidFill>
                  <a:schemeClr val="bg1"/>
                </a:solidFill>
                <a:effectLst>
                  <a:outerShdw blurRad="38100" dist="38100" dir="2700000" algn="tl">
                    <a:srgbClr val="000000">
                      <a:alpha val="43137"/>
                    </a:srgbClr>
                  </a:outerShdw>
                </a:effectLst>
                <a:latin typeface="Tenorite" panose="00000500000000000000" pitchFamily="2" charset="0"/>
              </a:rPr>
              <a:t>According to Porter, these Five Forces are the key sources of competitive pressure within an industry. He stressed that it is important not to confuse them with more fleeting factors that might grab your attention, such as industry growth rates, government interventions, and technological innovations. These are temporary factors, while the Five Forces are permanent parts of an industry's structure.</a:t>
            </a:r>
          </a:p>
        </p:txBody>
      </p:sp>
      <p:sp>
        <p:nvSpPr>
          <p:cNvPr id="12" name="Oval 3">
            <a:extLst>
              <a:ext uri="{FF2B5EF4-FFF2-40B4-BE49-F238E27FC236}">
                <a16:creationId xmlns:a16="http://schemas.microsoft.com/office/drawing/2014/main" id="{A72B473D-0A0D-EE6E-139E-3124543E11FF}"/>
              </a:ext>
            </a:extLst>
          </p:cNvPr>
          <p:cNvSpPr/>
          <p:nvPr/>
        </p:nvSpPr>
        <p:spPr bwMode="auto">
          <a:xfrm>
            <a:off x="8366476" y="3613746"/>
            <a:ext cx="1932556" cy="1123371"/>
          </a:xfrm>
          <a:prstGeom prst="ellipse">
            <a:avLst/>
          </a:prstGeom>
          <a:solidFill>
            <a:srgbClr val="002060"/>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r>
              <a:rPr lang="pl-PL" sz="1700" b="1" u="none" dirty="0">
                <a:solidFill>
                  <a:schemeClr val="bg1"/>
                </a:solidFill>
                <a:effectLst>
                  <a:outerShdw blurRad="38100" dist="38100" dir="2700000" algn="tl">
                    <a:srgbClr val="000000">
                      <a:alpha val="43137"/>
                    </a:srgbClr>
                  </a:outerShdw>
                </a:effectLst>
                <a:latin typeface="Tenorite" panose="00000500000000000000" pitchFamily="2" charset="0"/>
                <a:cs typeface="Arial" charset="0"/>
              </a:rPr>
              <a:t>Competitive Rivalry</a:t>
            </a:r>
          </a:p>
        </p:txBody>
      </p:sp>
      <p:sp>
        <p:nvSpPr>
          <p:cNvPr id="13" name="Down Arrow 4">
            <a:extLst>
              <a:ext uri="{FF2B5EF4-FFF2-40B4-BE49-F238E27FC236}">
                <a16:creationId xmlns:a16="http://schemas.microsoft.com/office/drawing/2014/main" id="{380424F8-EF0A-840B-9758-19F91C40442B}"/>
              </a:ext>
            </a:extLst>
          </p:cNvPr>
          <p:cNvSpPr>
            <a:spLocks noChangeArrowheads="1"/>
          </p:cNvSpPr>
          <p:nvPr/>
        </p:nvSpPr>
        <p:spPr bwMode="auto">
          <a:xfrm>
            <a:off x="8703018" y="2177052"/>
            <a:ext cx="1259469" cy="1441103"/>
          </a:xfrm>
          <a:prstGeom prst="downArrow">
            <a:avLst>
              <a:gd name="adj1" fmla="val 64556"/>
              <a:gd name="adj2" fmla="val 50000"/>
            </a:avLst>
          </a:prstGeom>
          <a:solidFill>
            <a:srgbClr val="002060"/>
          </a:solidFill>
          <a:ln w="9525" algn="ctr">
            <a:solidFill>
              <a:schemeClr val="tx1"/>
            </a:solidFill>
            <a:round/>
            <a:headEnd/>
            <a:tailEnd/>
          </a:ln>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spcBef>
                <a:spcPct val="0"/>
              </a:spcBef>
              <a:buClrTx/>
              <a:buSzTx/>
              <a:buFontTx/>
              <a:buNone/>
            </a:pPr>
            <a:r>
              <a:rPr lang="pl-PL" altLang="pl-PL" sz="1700" b="1" u="none" dirty="0" err="1">
                <a:solidFill>
                  <a:schemeClr val="bg1"/>
                </a:solidFill>
                <a:latin typeface="Tenorite" panose="00000500000000000000" pitchFamily="2" charset="0"/>
              </a:rPr>
              <a:t>Threat</a:t>
            </a:r>
            <a:r>
              <a:rPr lang="pl-PL" altLang="pl-PL" sz="1700" b="1" u="none" dirty="0">
                <a:solidFill>
                  <a:schemeClr val="bg1"/>
                </a:solidFill>
                <a:latin typeface="Tenorite" panose="00000500000000000000" pitchFamily="2" charset="0"/>
              </a:rPr>
              <a:t> of New </a:t>
            </a:r>
            <a:r>
              <a:rPr lang="pl-PL" altLang="pl-PL" sz="1700" b="1" u="none" dirty="0" err="1">
                <a:solidFill>
                  <a:schemeClr val="bg1"/>
                </a:solidFill>
                <a:latin typeface="Tenorite" panose="00000500000000000000" pitchFamily="2" charset="0"/>
              </a:rPr>
              <a:t>Entry</a:t>
            </a:r>
            <a:endParaRPr lang="pl-PL" altLang="pl-PL" sz="1700" b="1" u="none" dirty="0">
              <a:solidFill>
                <a:schemeClr val="bg1"/>
              </a:solidFill>
              <a:latin typeface="Tenorite" panose="00000500000000000000" pitchFamily="2" charset="0"/>
            </a:endParaRPr>
          </a:p>
        </p:txBody>
      </p:sp>
      <p:sp>
        <p:nvSpPr>
          <p:cNvPr id="14" name="Down Arrow 6">
            <a:extLst>
              <a:ext uri="{FF2B5EF4-FFF2-40B4-BE49-F238E27FC236}">
                <a16:creationId xmlns:a16="http://schemas.microsoft.com/office/drawing/2014/main" id="{A2638C99-AE53-56F2-9F8A-DC36FE7CC600}"/>
              </a:ext>
            </a:extLst>
          </p:cNvPr>
          <p:cNvSpPr/>
          <p:nvPr/>
        </p:nvSpPr>
        <p:spPr bwMode="auto">
          <a:xfrm rot="16200000">
            <a:off x="6982546" y="3530565"/>
            <a:ext cx="1465873" cy="1301985"/>
          </a:xfrm>
          <a:prstGeom prst="downArrow">
            <a:avLst>
              <a:gd name="adj1" fmla="val 64551"/>
              <a:gd name="adj2" fmla="val 50000"/>
            </a:avLst>
          </a:prstGeom>
          <a:solidFill>
            <a:srgbClr val="002060"/>
          </a:solidFill>
          <a:ln w="9525" cap="flat" cmpd="sng" algn="ctr">
            <a:solidFill>
              <a:schemeClr val="tx1"/>
            </a:solidFill>
            <a:prstDash val="solid"/>
            <a:round/>
            <a:headEnd type="none" w="med" len="med"/>
            <a:tailEnd type="none" w="med" len="med"/>
          </a:ln>
          <a:effectLst/>
        </p:spPr>
        <p:txBody>
          <a:bodyPr vert="vert" anchor="ctr"/>
          <a:lstStyle/>
          <a:p>
            <a:pPr algn="ctr" eaLnBrk="1" hangingPunct="1">
              <a:defRPr/>
            </a:pPr>
            <a:r>
              <a:rPr lang="pl-PL" sz="1700" b="1" u="none" dirty="0">
                <a:solidFill>
                  <a:schemeClr val="bg1"/>
                </a:solidFill>
                <a:latin typeface="Tenorite" panose="00000500000000000000" pitchFamily="2" charset="0"/>
                <a:cs typeface="Arial" charset="0"/>
              </a:rPr>
              <a:t>Supplier Power</a:t>
            </a:r>
          </a:p>
        </p:txBody>
      </p:sp>
      <p:sp>
        <p:nvSpPr>
          <p:cNvPr id="15" name="Down Arrow 7">
            <a:extLst>
              <a:ext uri="{FF2B5EF4-FFF2-40B4-BE49-F238E27FC236}">
                <a16:creationId xmlns:a16="http://schemas.microsoft.com/office/drawing/2014/main" id="{58792412-C730-ABE8-00C5-23AF8C772EDF}"/>
              </a:ext>
            </a:extLst>
          </p:cNvPr>
          <p:cNvSpPr/>
          <p:nvPr/>
        </p:nvSpPr>
        <p:spPr bwMode="auto">
          <a:xfrm rot="5400000">
            <a:off x="10217204" y="3524439"/>
            <a:ext cx="1465639" cy="1301984"/>
          </a:xfrm>
          <a:prstGeom prst="downArrow">
            <a:avLst>
              <a:gd name="adj1" fmla="val 64551"/>
              <a:gd name="adj2" fmla="val 50000"/>
            </a:avLst>
          </a:prstGeom>
          <a:solidFill>
            <a:srgbClr val="002060"/>
          </a:solidFill>
          <a:ln w="9525" cap="flat" cmpd="sng" algn="ctr">
            <a:solidFill>
              <a:schemeClr val="tx1"/>
            </a:solidFill>
            <a:prstDash val="solid"/>
            <a:round/>
            <a:headEnd type="none" w="med" len="med"/>
            <a:tailEnd type="none" w="med" len="med"/>
          </a:ln>
          <a:effectLst/>
        </p:spPr>
        <p:txBody>
          <a:bodyPr vert="vert270" anchor="ctr"/>
          <a:lstStyle/>
          <a:p>
            <a:pPr algn="ctr" eaLnBrk="1" hangingPunct="1">
              <a:defRPr/>
            </a:pPr>
            <a:r>
              <a:rPr lang="pl-PL" sz="1700" b="1" u="none" dirty="0">
                <a:solidFill>
                  <a:schemeClr val="bg1"/>
                </a:solidFill>
                <a:latin typeface="Tenorite" panose="00000500000000000000" pitchFamily="2" charset="0"/>
                <a:cs typeface="Arial" charset="0"/>
              </a:rPr>
              <a:t>Buyer</a:t>
            </a:r>
            <a:br>
              <a:rPr lang="pl-PL" sz="1700" b="1" u="none" dirty="0">
                <a:solidFill>
                  <a:schemeClr val="bg1"/>
                </a:solidFill>
                <a:latin typeface="Tenorite" panose="00000500000000000000" pitchFamily="2" charset="0"/>
                <a:cs typeface="Arial" charset="0"/>
              </a:rPr>
            </a:br>
            <a:r>
              <a:rPr lang="pl-PL" sz="1700" b="1" u="none" dirty="0">
                <a:solidFill>
                  <a:schemeClr val="bg1"/>
                </a:solidFill>
                <a:latin typeface="Tenorite" panose="00000500000000000000" pitchFamily="2" charset="0"/>
                <a:cs typeface="Arial" charset="0"/>
              </a:rPr>
              <a:t> Power</a:t>
            </a:r>
          </a:p>
        </p:txBody>
      </p:sp>
      <p:sp>
        <p:nvSpPr>
          <p:cNvPr id="16" name="Down Arrow 8">
            <a:extLst>
              <a:ext uri="{FF2B5EF4-FFF2-40B4-BE49-F238E27FC236}">
                <a16:creationId xmlns:a16="http://schemas.microsoft.com/office/drawing/2014/main" id="{30636206-DD66-7C11-614D-D51692E36ABA}"/>
              </a:ext>
            </a:extLst>
          </p:cNvPr>
          <p:cNvSpPr>
            <a:spLocks noChangeArrowheads="1"/>
          </p:cNvSpPr>
          <p:nvPr/>
        </p:nvSpPr>
        <p:spPr bwMode="auto">
          <a:xfrm rot="10800000">
            <a:off x="8685249" y="4734121"/>
            <a:ext cx="1260395" cy="1441103"/>
          </a:xfrm>
          <a:prstGeom prst="downArrow">
            <a:avLst>
              <a:gd name="adj1" fmla="val 64556"/>
              <a:gd name="adj2" fmla="val 50000"/>
            </a:avLst>
          </a:prstGeom>
          <a:solidFill>
            <a:srgbClr val="002060"/>
          </a:solidFill>
          <a:ln w="9525" algn="ctr">
            <a:solidFill>
              <a:schemeClr val="tx1"/>
            </a:solidFill>
            <a:round/>
            <a:headEnd/>
            <a:tailEnd/>
          </a:ln>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spcBef>
                <a:spcPct val="0"/>
              </a:spcBef>
              <a:buClrTx/>
              <a:buSzTx/>
              <a:buFontTx/>
              <a:buNone/>
            </a:pPr>
            <a:endParaRPr lang="pl-PL" altLang="pl-PL" sz="1700" b="1" u="none">
              <a:solidFill>
                <a:schemeClr val="bg1"/>
              </a:solidFill>
              <a:latin typeface="Tenorite" panose="00000500000000000000" pitchFamily="2" charset="0"/>
            </a:endParaRPr>
          </a:p>
        </p:txBody>
      </p:sp>
      <p:sp>
        <p:nvSpPr>
          <p:cNvPr id="17" name="TextBox 5">
            <a:extLst>
              <a:ext uri="{FF2B5EF4-FFF2-40B4-BE49-F238E27FC236}">
                <a16:creationId xmlns:a16="http://schemas.microsoft.com/office/drawing/2014/main" id="{385D8655-FFE3-9F67-7F59-EFEB10B5D315}"/>
              </a:ext>
            </a:extLst>
          </p:cNvPr>
          <p:cNvSpPr txBox="1"/>
          <p:nvPr/>
        </p:nvSpPr>
        <p:spPr>
          <a:xfrm>
            <a:off x="8895005" y="5011642"/>
            <a:ext cx="840881" cy="1138773"/>
          </a:xfrm>
          <a:prstGeom prst="rect">
            <a:avLst/>
          </a:prstGeom>
          <a:noFill/>
        </p:spPr>
        <p:txBody>
          <a:bodyPr wrap="square">
            <a:spAutoFit/>
          </a:bodyPr>
          <a:lstStyle/>
          <a:p>
            <a:pPr algn="ctr">
              <a:defRPr/>
            </a:pPr>
            <a:r>
              <a:rPr lang="pl-PL" sz="1700" b="1" u="none" dirty="0">
                <a:solidFill>
                  <a:schemeClr val="bg1"/>
                </a:solidFill>
                <a:effectLst>
                  <a:outerShdw blurRad="38100" dist="38100" dir="2700000" algn="tl">
                    <a:srgbClr val="000000">
                      <a:alpha val="43137"/>
                    </a:srgbClr>
                  </a:outerShdw>
                </a:effectLst>
                <a:latin typeface="Tenorite" panose="00000500000000000000" pitchFamily="2" charset="0"/>
              </a:rPr>
              <a:t>Threat of</a:t>
            </a:r>
          </a:p>
          <a:p>
            <a:pPr algn="ctr">
              <a:defRPr/>
            </a:pPr>
            <a:r>
              <a:rPr lang="pl-PL" sz="1700" b="1" u="none" dirty="0">
                <a:solidFill>
                  <a:schemeClr val="bg1"/>
                </a:solidFill>
                <a:effectLst>
                  <a:outerShdw blurRad="38100" dist="38100" dir="2700000" algn="tl">
                    <a:srgbClr val="000000">
                      <a:alpha val="43137"/>
                    </a:srgbClr>
                  </a:outerShdw>
                </a:effectLst>
                <a:latin typeface="Tenorite" panose="00000500000000000000" pitchFamily="2" charset="0"/>
              </a:rPr>
              <a:t>Subsitution</a:t>
            </a:r>
          </a:p>
        </p:txBody>
      </p:sp>
    </p:spTree>
    <p:extLst>
      <p:ext uri="{BB962C8B-B14F-4D97-AF65-F5344CB8AC3E}">
        <p14:creationId xmlns:p14="http://schemas.microsoft.com/office/powerpoint/2010/main" val="42471509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416968" y="793247"/>
            <a:ext cx="5358063" cy="1453003"/>
          </a:xfrm>
        </p:spPr>
        <p:txBody>
          <a:bodyPr wrap="square" rtlCol="0" anchor="b">
            <a:normAutofit/>
          </a:bodyPr>
          <a:lstStyle/>
          <a:p>
            <a:pPr rtl="0"/>
            <a:r>
              <a:rPr lang="en-US" sz="5000" dirty="0">
                <a:latin typeface="Tenorite" panose="00000500000000000000" pitchFamily="2" charset="0"/>
              </a:rPr>
              <a:t>Test</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2197448" y="2556704"/>
            <a:ext cx="7785352" cy="3489579"/>
          </a:xfrm>
        </p:spPr>
        <p:txBody>
          <a:bodyPr rtlCol="0">
            <a:noAutofit/>
          </a:bodyPr>
          <a:lstStyle/>
          <a:p>
            <a:pPr marL="457200" marR="0" lvl="0" indent="-457200" algn="just" defTabSz="914400" rtl="0" eaLnBrk="0" fontAlgn="base" latinLnBrk="0" hangingPunct="0">
              <a:lnSpc>
                <a:spcPct val="100000"/>
              </a:lnSpc>
              <a:spcBef>
                <a:spcPts val="0"/>
              </a:spcBef>
              <a:spcAft>
                <a:spcPts val="1800"/>
              </a:spcAft>
              <a:buClrTx/>
              <a:buSzTx/>
              <a:buFontTx/>
              <a:buAutoNum type="arabicPeriod"/>
              <a:tabLst/>
              <a:defRPr/>
            </a:pPr>
            <a:r>
              <a:rPr kumimoji="0" lang="en-US" sz="24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An organizational environment is composed of forces or institutions surrounding an organization that affect which of the following? </a:t>
            </a:r>
            <a:endParaRPr kumimoji="0" lang="pl-PL" sz="24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endParaRPr>
          </a:p>
          <a:p>
            <a:pPr marL="457200" marR="0" lvl="0" indent="-457200" algn="just"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Performance</a:t>
            </a:r>
          </a:p>
          <a:p>
            <a:pPr marL="457200" marR="0" lvl="0" indent="-457200" algn="just"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Operations</a:t>
            </a:r>
          </a:p>
          <a:p>
            <a:pPr marL="457200" marR="0" lvl="0" indent="-457200" algn="just"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Resources</a:t>
            </a:r>
          </a:p>
          <a:p>
            <a:pPr marL="457200" marR="0" lvl="0" indent="-457200" algn="just"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All the answers are correct</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pl-PL" sz="1800" b="0" i="0" u="sng"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r>
              <a:rPr lang="pl-PL" sz="1100" dirty="0" err="1">
                <a:solidFill>
                  <a:srgbClr val="5E5441"/>
                </a:solidFill>
                <a:latin typeface="Tenorite" panose="00000500000000000000" pitchFamily="2" charset="0"/>
              </a:rPr>
              <a:t>Organization’s</a:t>
            </a:r>
            <a:r>
              <a:rPr lang="pl-PL" sz="1100" dirty="0">
                <a:solidFill>
                  <a:srgbClr val="5E5441"/>
                </a:solidFill>
                <a:latin typeface="Tenorite" panose="00000500000000000000" pitchFamily="2" charset="0"/>
              </a:rPr>
              <a:t> environment</a:t>
            </a: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30</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18404427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416968" y="793247"/>
            <a:ext cx="5358063" cy="1453003"/>
          </a:xfrm>
        </p:spPr>
        <p:txBody>
          <a:bodyPr wrap="square" rtlCol="0" anchor="b">
            <a:normAutofit/>
          </a:bodyPr>
          <a:lstStyle/>
          <a:p>
            <a:pPr rtl="0"/>
            <a:r>
              <a:rPr lang="en-US" sz="5000" dirty="0">
                <a:latin typeface="Tenorite" panose="00000500000000000000" pitchFamily="2" charset="0"/>
              </a:rPr>
              <a:t>Test</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3056019" y="2575174"/>
            <a:ext cx="6079959" cy="3489579"/>
          </a:xfrm>
        </p:spPr>
        <p:txBody>
          <a:bodyPr rtlCol="0">
            <a:noAutofit/>
          </a:bodyPr>
          <a:lstStyle/>
          <a:p>
            <a:pPr marL="0" marR="0" lvl="0" indent="0" algn="l" defTabSz="914400" rtl="0" eaLnBrk="0" fontAlgn="base" latinLnBrk="0" hangingPunct="0">
              <a:lnSpc>
                <a:spcPct val="100000"/>
              </a:lnSpc>
              <a:spcBef>
                <a:spcPct val="0"/>
              </a:spcBef>
              <a:spcAft>
                <a:spcPts val="1800"/>
              </a:spcAft>
              <a:buClrTx/>
              <a:buSzTx/>
              <a:buFontTx/>
              <a:buNone/>
              <a:tabLst/>
              <a:defRPr/>
            </a:pPr>
            <a:r>
              <a:rPr kumimoji="0" lang="pl-PL" altLang="pl-PL" sz="24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2</a:t>
            </a:r>
            <a:r>
              <a:rPr kumimoji="0" lang="en-US" altLang="pl-PL" sz="24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 </a:t>
            </a:r>
            <a:r>
              <a:rPr kumimoji="0" lang="en-US" sz="24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Which of the following are considered P - elements of PESTE?</a:t>
            </a:r>
          </a:p>
          <a:p>
            <a:pPr marL="457200" marR="0" lvl="0" indent="-457200" algn="l"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Visa requirements and trading tariffs</a:t>
            </a:r>
          </a:p>
          <a:p>
            <a:pPr marL="457200" marR="0" lvl="0" indent="-457200" algn="l"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Weather and climate</a:t>
            </a:r>
          </a:p>
          <a:p>
            <a:pPr marL="457200" marR="0" lvl="0" indent="-457200" algn="l"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Currency inflation and interests rates</a:t>
            </a:r>
          </a:p>
          <a:p>
            <a:pPr marL="457200" marR="0" lvl="0" indent="-457200" algn="l"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Age and gender</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r>
              <a:rPr lang="pl-PL" sz="1100" dirty="0" err="1">
                <a:solidFill>
                  <a:srgbClr val="5E5441"/>
                </a:solidFill>
                <a:latin typeface="Tenorite" panose="00000500000000000000" pitchFamily="2" charset="0"/>
              </a:rPr>
              <a:t>Organization’s</a:t>
            </a:r>
            <a:r>
              <a:rPr lang="pl-PL" sz="1100" dirty="0">
                <a:solidFill>
                  <a:srgbClr val="5E5441"/>
                </a:solidFill>
                <a:latin typeface="Tenorite" panose="00000500000000000000" pitchFamily="2" charset="0"/>
              </a:rPr>
              <a:t> environment</a:t>
            </a: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31</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34350119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416968" y="793247"/>
            <a:ext cx="5358063" cy="1453003"/>
          </a:xfrm>
        </p:spPr>
        <p:txBody>
          <a:bodyPr wrap="square" rtlCol="0" anchor="b">
            <a:normAutofit/>
          </a:bodyPr>
          <a:lstStyle/>
          <a:p>
            <a:pPr rtl="0"/>
            <a:r>
              <a:rPr lang="en-US" sz="5000" dirty="0">
                <a:latin typeface="Tenorite" panose="00000500000000000000" pitchFamily="2" charset="0"/>
              </a:rPr>
              <a:t>Test</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2551190" y="2840136"/>
            <a:ext cx="7089619" cy="3118414"/>
          </a:xfrm>
        </p:spPr>
        <p:txBody>
          <a:bodyPr rtlCol="0">
            <a:noAutofit/>
          </a:bodyPr>
          <a:lstStyle/>
          <a:p>
            <a:pPr marL="0" marR="0" lvl="0" indent="0" algn="just" defTabSz="914400" rtl="0" eaLnBrk="0" fontAlgn="base" latinLnBrk="0" hangingPunct="0">
              <a:lnSpc>
                <a:spcPct val="100000"/>
              </a:lnSpc>
              <a:spcBef>
                <a:spcPct val="0"/>
              </a:spcBef>
              <a:spcAft>
                <a:spcPts val="1800"/>
              </a:spcAft>
              <a:buClrTx/>
              <a:buSzTx/>
              <a:buFontTx/>
              <a:buNone/>
              <a:tabLst/>
              <a:defRPr/>
            </a:pPr>
            <a:r>
              <a:rPr kumimoji="0" lang="en-US" altLang="pl-PL" sz="24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3. </a:t>
            </a:r>
            <a:r>
              <a:rPr kumimoji="0" lang="en-US" sz="24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Which of the following is NOT a part of the task environment?</a:t>
            </a:r>
          </a:p>
          <a:p>
            <a:pPr marL="457200" marR="0" lvl="0" indent="-457200" algn="l"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Employees</a:t>
            </a:r>
          </a:p>
          <a:p>
            <a:pPr marL="457200" marR="0" lvl="0" indent="-457200" algn="l"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Customers</a:t>
            </a:r>
          </a:p>
          <a:p>
            <a:pPr marL="457200" marR="0" lvl="0" indent="-457200" algn="l"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Competitors</a:t>
            </a:r>
          </a:p>
          <a:p>
            <a:pPr marL="457200" marR="0" lvl="0" indent="-457200" algn="l"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Suppliers</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r>
              <a:rPr lang="pl-PL" sz="1100" dirty="0" err="1">
                <a:solidFill>
                  <a:srgbClr val="5E5441"/>
                </a:solidFill>
                <a:latin typeface="Tenorite" panose="00000500000000000000" pitchFamily="2" charset="0"/>
              </a:rPr>
              <a:t>Organization’s</a:t>
            </a:r>
            <a:r>
              <a:rPr lang="pl-PL" sz="1100" dirty="0">
                <a:solidFill>
                  <a:srgbClr val="5E5441"/>
                </a:solidFill>
                <a:latin typeface="Tenorite" panose="00000500000000000000" pitchFamily="2" charset="0"/>
              </a:rPr>
              <a:t> environment</a:t>
            </a: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32</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38654959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416968" y="793247"/>
            <a:ext cx="5358063" cy="1453003"/>
          </a:xfrm>
        </p:spPr>
        <p:txBody>
          <a:bodyPr wrap="square" rtlCol="0" anchor="b">
            <a:normAutofit/>
          </a:bodyPr>
          <a:lstStyle/>
          <a:p>
            <a:pPr rtl="0"/>
            <a:r>
              <a:rPr lang="en-US" sz="5000" dirty="0">
                <a:latin typeface="Tenorite" panose="00000500000000000000" pitchFamily="2" charset="0"/>
              </a:rPr>
              <a:t>Test</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2294020" y="2596735"/>
            <a:ext cx="7603957" cy="3468018"/>
          </a:xfrm>
        </p:spPr>
        <p:txBody>
          <a:bodyPr rtlCol="0">
            <a:noAutofit/>
          </a:bodyPr>
          <a:lstStyle/>
          <a:p>
            <a:pPr marL="0" marR="0" lvl="0" indent="0" algn="just" defTabSz="914400" rtl="0" eaLnBrk="0" fontAlgn="base" latinLnBrk="0" hangingPunct="0">
              <a:lnSpc>
                <a:spcPct val="100000"/>
              </a:lnSpc>
              <a:spcBef>
                <a:spcPct val="0"/>
              </a:spcBef>
              <a:spcAft>
                <a:spcPts val="1800"/>
              </a:spcAft>
              <a:buClrTx/>
              <a:buSzTx/>
              <a:buFontTx/>
              <a:buNone/>
              <a:tabLst/>
              <a:defRPr/>
            </a:pPr>
            <a:r>
              <a:rPr kumimoji="0" lang="en-US" sz="24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4</a:t>
            </a:r>
            <a:r>
              <a:rPr kumimoji="0" lang="pl-PL" sz="24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 </a:t>
            </a:r>
            <a:r>
              <a:rPr kumimoji="0" lang="en-US" sz="24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If you sell in-home coffee makers, what is an example of a substitution product?</a:t>
            </a:r>
          </a:p>
          <a:p>
            <a:pPr marL="342900" marR="0" lvl="0" indent="-342900" algn="just"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A coffee from Starbucks</a:t>
            </a:r>
          </a:p>
          <a:p>
            <a:pPr marL="342900" marR="0" lvl="0" indent="-342900" algn="just"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A competing in-home coffee maker</a:t>
            </a:r>
          </a:p>
          <a:p>
            <a:pPr marL="342900" marR="0" lvl="0" indent="-342900" algn="just"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A change in the design of the coffee maker</a:t>
            </a:r>
          </a:p>
          <a:p>
            <a:pPr marL="342900" marR="0" lvl="0" indent="-342900" algn="just"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Buyers uniting to boycott the coffee maker</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r>
              <a:rPr lang="pl-PL" sz="1100" dirty="0" err="1">
                <a:solidFill>
                  <a:srgbClr val="5E5441"/>
                </a:solidFill>
                <a:latin typeface="Tenorite" panose="00000500000000000000" pitchFamily="2" charset="0"/>
              </a:rPr>
              <a:t>Organization’s</a:t>
            </a:r>
            <a:r>
              <a:rPr lang="pl-PL" sz="1100" dirty="0">
                <a:solidFill>
                  <a:srgbClr val="5E5441"/>
                </a:solidFill>
                <a:latin typeface="Tenorite" panose="00000500000000000000" pitchFamily="2" charset="0"/>
              </a:rPr>
              <a:t> environment</a:t>
            </a: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33</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20346657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416968" y="793247"/>
            <a:ext cx="5358063" cy="1453003"/>
          </a:xfrm>
        </p:spPr>
        <p:txBody>
          <a:bodyPr wrap="square" rtlCol="0" anchor="b">
            <a:normAutofit/>
          </a:bodyPr>
          <a:lstStyle/>
          <a:p>
            <a:pPr rtl="0"/>
            <a:r>
              <a:rPr lang="en-US" sz="5000" dirty="0">
                <a:latin typeface="Tenorite" panose="00000500000000000000" pitchFamily="2" charset="0"/>
              </a:rPr>
              <a:t>Test</a:t>
            </a:r>
            <a:r>
              <a:rPr lang="pl-PL" sz="5000" dirty="0">
                <a:latin typeface="Tenorite" panose="00000500000000000000" pitchFamily="2" charset="0"/>
              </a:rPr>
              <a:t> - </a:t>
            </a:r>
            <a:r>
              <a:rPr lang="pl-PL" sz="5000" dirty="0" err="1">
                <a:latin typeface="Tenorite" panose="00000500000000000000" pitchFamily="2" charset="0"/>
              </a:rPr>
              <a:t>Answers</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5549068" y="2968101"/>
            <a:ext cx="1093862" cy="2971226"/>
          </a:xfrm>
        </p:spPr>
        <p:txBody>
          <a:bodyPr rtlCol="0">
            <a:noAutofit/>
          </a:bodyPr>
          <a:lstStyle/>
          <a:p>
            <a:pPr marL="342900" marR="0" lvl="0" indent="-342900" algn="just" defTabSz="914400" rtl="0" eaLnBrk="0" fontAlgn="base" latinLnBrk="0" hangingPunct="0">
              <a:lnSpc>
                <a:spcPct val="100000"/>
              </a:lnSpc>
              <a:spcBef>
                <a:spcPct val="0"/>
              </a:spcBef>
              <a:spcAft>
                <a:spcPts val="1800"/>
              </a:spcAft>
              <a:buClrTx/>
              <a:buSzTx/>
              <a:buFontTx/>
              <a:buAutoNum type="arabicPeriod"/>
              <a:tabLst/>
              <a:defRPr/>
            </a:pPr>
            <a:r>
              <a:rPr kumimoji="0" lang="pl-PL" sz="2400" b="1" i="0" u="none" strike="noStrike" kern="1200" cap="none" spc="0" normalizeH="0" baseline="0" noProof="0" dirty="0">
                <a:ln>
                  <a:noFill/>
                </a:ln>
                <a:solidFill>
                  <a:schemeClr val="tx1"/>
                </a:solidFill>
                <a:effectLst/>
                <a:uLnTx/>
                <a:uFillTx/>
                <a:latin typeface="Tenorite" panose="00000500000000000000" pitchFamily="2" charset="0"/>
                <a:cs typeface="Arial" panose="020B0604020202020204" pitchFamily="34" charset="0"/>
              </a:rPr>
              <a:t>D.</a:t>
            </a:r>
          </a:p>
          <a:p>
            <a:pPr marL="342900" marR="0" lvl="0" indent="-342900" algn="just" defTabSz="914400" rtl="0" eaLnBrk="0" fontAlgn="base" latinLnBrk="0" hangingPunct="0">
              <a:lnSpc>
                <a:spcPct val="100000"/>
              </a:lnSpc>
              <a:spcBef>
                <a:spcPct val="0"/>
              </a:spcBef>
              <a:spcAft>
                <a:spcPts val="1800"/>
              </a:spcAft>
              <a:buClrTx/>
              <a:buSzTx/>
              <a:buFontTx/>
              <a:buAutoNum type="arabicPeriod"/>
              <a:tabLst/>
              <a:defRPr/>
            </a:pPr>
            <a:r>
              <a:rPr lang="pl-PL" sz="2400" b="1" spc="0" dirty="0">
                <a:solidFill>
                  <a:schemeClr val="tx1"/>
                </a:solidFill>
                <a:latin typeface="Tenorite" panose="00000500000000000000" pitchFamily="2" charset="0"/>
                <a:cs typeface="Arial" panose="020B0604020202020204" pitchFamily="34" charset="0"/>
              </a:rPr>
              <a:t>A.</a:t>
            </a:r>
          </a:p>
          <a:p>
            <a:pPr marL="342900" marR="0" lvl="0" indent="-342900" algn="just" defTabSz="914400" rtl="0" eaLnBrk="0" fontAlgn="base" latinLnBrk="0" hangingPunct="0">
              <a:lnSpc>
                <a:spcPct val="100000"/>
              </a:lnSpc>
              <a:spcBef>
                <a:spcPct val="0"/>
              </a:spcBef>
              <a:spcAft>
                <a:spcPts val="1800"/>
              </a:spcAft>
              <a:buClrTx/>
              <a:buSzTx/>
              <a:buFontTx/>
              <a:buAutoNum type="arabicPeriod"/>
              <a:tabLst/>
              <a:defRPr/>
            </a:pPr>
            <a:r>
              <a:rPr lang="pl-PL" sz="2400" b="1" spc="0" dirty="0">
                <a:solidFill>
                  <a:schemeClr val="tx1"/>
                </a:solidFill>
                <a:latin typeface="Tenorite" panose="00000500000000000000" pitchFamily="2" charset="0"/>
                <a:cs typeface="Arial" panose="020B0604020202020204" pitchFamily="34" charset="0"/>
              </a:rPr>
              <a:t>A.</a:t>
            </a:r>
          </a:p>
          <a:p>
            <a:pPr marL="342900" marR="0" lvl="0" indent="-342900" algn="just" defTabSz="914400" rtl="0" eaLnBrk="0" fontAlgn="base" latinLnBrk="0" hangingPunct="0">
              <a:lnSpc>
                <a:spcPct val="100000"/>
              </a:lnSpc>
              <a:spcBef>
                <a:spcPct val="0"/>
              </a:spcBef>
              <a:spcAft>
                <a:spcPts val="1800"/>
              </a:spcAft>
              <a:buClrTx/>
              <a:buSzTx/>
              <a:buFontTx/>
              <a:buAutoNum type="arabicPeriod"/>
              <a:tabLst/>
              <a:defRPr/>
            </a:pPr>
            <a:r>
              <a:rPr lang="pl-PL" sz="2400" b="1" spc="0" dirty="0">
                <a:solidFill>
                  <a:schemeClr val="tx1"/>
                </a:solidFill>
                <a:latin typeface="Tenorite" panose="00000500000000000000" pitchFamily="2" charset="0"/>
                <a:cs typeface="Arial" panose="020B0604020202020204" pitchFamily="34" charset="0"/>
              </a:rPr>
              <a:t>B.</a:t>
            </a:r>
          </a:p>
          <a:p>
            <a:pPr marL="342900" marR="0" lvl="0" indent="-342900" algn="just" defTabSz="914400" rtl="0" eaLnBrk="0" fontAlgn="base" latinLnBrk="0" hangingPunct="0">
              <a:lnSpc>
                <a:spcPct val="100000"/>
              </a:lnSpc>
              <a:spcBef>
                <a:spcPct val="0"/>
              </a:spcBef>
              <a:spcAft>
                <a:spcPts val="1800"/>
              </a:spcAft>
              <a:buClrTx/>
              <a:buSzTx/>
              <a:buFontTx/>
              <a:buAutoNum type="arabicPeriod"/>
              <a:tabLst/>
              <a:defRPr/>
            </a:pPr>
            <a:endParaRPr lang="pl-PL" sz="1800" spc="0" dirty="0">
              <a:solidFill>
                <a:schemeClr val="tx1"/>
              </a:solidFill>
              <a:latin typeface="Tenorite" panose="00000500000000000000" pitchFamily="2" charset="0"/>
              <a:cs typeface="Arial" panose="020B0604020202020204" pitchFamily="34" charset="0"/>
            </a:endParaRPr>
          </a:p>
          <a:p>
            <a:pPr marL="342900" marR="0" lvl="0" indent="-342900" algn="just" defTabSz="914400" rtl="0" eaLnBrk="0" fontAlgn="base" latinLnBrk="0" hangingPunct="0">
              <a:lnSpc>
                <a:spcPct val="100000"/>
              </a:lnSpc>
              <a:spcBef>
                <a:spcPct val="0"/>
              </a:spcBef>
              <a:spcAft>
                <a:spcPts val="1800"/>
              </a:spcAft>
              <a:buClrTx/>
              <a:buSzTx/>
              <a:buFontTx/>
              <a:buAutoNum type="arabicPeriod"/>
              <a:tabLst/>
              <a:defRPr/>
            </a:pPr>
            <a:endParaRPr lang="pl-PL" sz="1800" spc="0" dirty="0">
              <a:solidFill>
                <a:schemeClr val="tx1"/>
              </a:solidFill>
              <a:latin typeface="Tenorite" panose="00000500000000000000" pitchFamily="2" charset="0"/>
              <a:cs typeface="Arial" panose="020B0604020202020204" pitchFamily="34" charset="0"/>
            </a:endParaRPr>
          </a:p>
          <a:p>
            <a:pPr marL="342900" marR="0" lvl="0" indent="-342900" algn="just" defTabSz="914400" rtl="0" eaLnBrk="0" fontAlgn="base" latinLnBrk="0" hangingPunct="0">
              <a:lnSpc>
                <a:spcPct val="100000"/>
              </a:lnSpc>
              <a:spcBef>
                <a:spcPct val="0"/>
              </a:spcBef>
              <a:spcAft>
                <a:spcPts val="1800"/>
              </a:spcAft>
              <a:buClrTx/>
              <a:buSzTx/>
              <a:buFontTx/>
              <a:buAutoNum type="arabicPeriod"/>
              <a:tabLst/>
              <a:defRPr/>
            </a:pPr>
            <a:endParaRPr kumimoji="0" lang="en-US" sz="1800" b="0" i="0" u="none" strike="noStrike" kern="1200" cap="none" spc="0" normalizeH="0" baseline="0" noProof="0" dirty="0">
              <a:ln>
                <a:noFill/>
              </a:ln>
              <a:solidFill>
                <a:schemeClr val="tx1"/>
              </a:solidFill>
              <a:effectLst/>
              <a:uLnTx/>
              <a:uFillTx/>
              <a:latin typeface="Tenorite" panose="00000500000000000000" pitchFamily="2" charset="0"/>
              <a:cs typeface="Arial" panose="020B0604020202020204" pitchFamily="34"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r>
              <a:rPr lang="pl-PL" sz="1100" dirty="0" err="1">
                <a:solidFill>
                  <a:srgbClr val="5E5441"/>
                </a:solidFill>
                <a:latin typeface="Tenorite" panose="00000500000000000000" pitchFamily="2" charset="0"/>
              </a:rPr>
              <a:t>Organization’s</a:t>
            </a:r>
            <a:r>
              <a:rPr lang="pl-PL" sz="1100" dirty="0">
                <a:solidFill>
                  <a:srgbClr val="5E5441"/>
                </a:solidFill>
                <a:latin typeface="Tenorite" panose="00000500000000000000" pitchFamily="2" charset="0"/>
              </a:rPr>
              <a:t> environment</a:t>
            </a: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34</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24486655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416968" y="793247"/>
            <a:ext cx="5358063" cy="1453003"/>
          </a:xfrm>
        </p:spPr>
        <p:txBody>
          <a:bodyPr wrap="square" rtlCol="0" anchor="b">
            <a:normAutofit/>
          </a:bodyPr>
          <a:lstStyle/>
          <a:p>
            <a:pPr rtl="0"/>
            <a:r>
              <a:rPr lang="pl-PL" sz="5000" dirty="0" err="1">
                <a:latin typeface="Tenorite" panose="00000500000000000000" pitchFamily="2" charset="0"/>
              </a:rPr>
              <a:t>Homework</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3197340" y="2877742"/>
            <a:ext cx="5797317" cy="3468018"/>
          </a:xfrm>
        </p:spPr>
        <p:txBody>
          <a:bodyPr rtlCol="0">
            <a:noAutofit/>
          </a:bodyPr>
          <a:lstStyle/>
          <a:p>
            <a:pPr marL="0" marR="0" lvl="0" indent="0" algn="just" defTabSz="914400" rtl="0" eaLnBrk="0" fontAlgn="base" latinLnBrk="0" hangingPunct="0">
              <a:lnSpc>
                <a:spcPct val="100000"/>
              </a:lnSpc>
              <a:spcBef>
                <a:spcPct val="0"/>
              </a:spcBef>
              <a:spcAft>
                <a:spcPts val="1800"/>
              </a:spcAft>
              <a:buClrTx/>
              <a:buSzTx/>
              <a:buFontTx/>
              <a:buNone/>
              <a:tabLst/>
              <a:defRPr/>
            </a:pPr>
            <a:r>
              <a:rPr kumimoji="0" lang="pl-PL" sz="2400" i="0" u="none" strike="noStrike" kern="1200" cap="none" spc="0" normalizeH="0" baseline="0" noProof="0" dirty="0" err="1">
                <a:ln>
                  <a:noFill/>
                </a:ln>
                <a:solidFill>
                  <a:srgbClr val="000000"/>
                </a:solidFill>
                <a:effectLst/>
                <a:uLnTx/>
                <a:uFillTx/>
                <a:latin typeface="Tenorite" panose="00000500000000000000" pitchFamily="2" charset="0"/>
                <a:cs typeface="Arial" panose="020B0604020202020204" pitchFamily="34" charset="0"/>
              </a:rPr>
              <a:t>Prepare</a:t>
            </a:r>
            <a:r>
              <a:rPr kumimoji="0" lang="pl-PL" sz="240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 a </a:t>
            </a:r>
            <a:r>
              <a:rPr kumimoji="0" lang="pl-PL" sz="2400" i="0" u="none" strike="noStrike" kern="1200" cap="none" spc="0" normalizeH="0" baseline="0" noProof="0" dirty="0" err="1">
                <a:ln>
                  <a:noFill/>
                </a:ln>
                <a:solidFill>
                  <a:srgbClr val="000000"/>
                </a:solidFill>
                <a:effectLst/>
                <a:uLnTx/>
                <a:uFillTx/>
                <a:latin typeface="Tenorite" panose="00000500000000000000" pitchFamily="2" charset="0"/>
                <a:cs typeface="Arial" panose="020B0604020202020204" pitchFamily="34" charset="0"/>
              </a:rPr>
              <a:t>presentation</a:t>
            </a:r>
            <a:r>
              <a:rPr kumimoji="0" lang="pl-PL" sz="240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 </a:t>
            </a:r>
            <a:r>
              <a:rPr kumimoji="0" lang="pl-PL" sz="2400" i="0" u="none" strike="noStrike" kern="1200" cap="none" spc="0" normalizeH="0" baseline="0" noProof="0" dirty="0" err="1">
                <a:ln>
                  <a:noFill/>
                </a:ln>
                <a:solidFill>
                  <a:srgbClr val="000000"/>
                </a:solidFill>
                <a:effectLst/>
                <a:uLnTx/>
                <a:uFillTx/>
                <a:latin typeface="Tenorite" panose="00000500000000000000" pitchFamily="2" charset="0"/>
                <a:cs typeface="Arial" panose="020B0604020202020204" pitchFamily="34" charset="0"/>
              </a:rPr>
              <a:t>about</a:t>
            </a:r>
            <a:r>
              <a:rPr kumimoji="0" lang="pl-PL" sz="240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 the </a:t>
            </a:r>
            <a:r>
              <a:rPr kumimoji="0" lang="pl-PL" sz="2400" i="0" u="none" strike="noStrike" kern="1200" cap="none" spc="0" normalizeH="0" baseline="0" noProof="0" dirty="0" err="1">
                <a:ln>
                  <a:noFill/>
                </a:ln>
                <a:solidFill>
                  <a:srgbClr val="000000"/>
                </a:solidFill>
                <a:effectLst/>
                <a:uLnTx/>
                <a:uFillTx/>
                <a:latin typeface="Tenorite" panose="00000500000000000000" pitchFamily="2" charset="0"/>
                <a:cs typeface="Arial" panose="020B0604020202020204" pitchFamily="34" charset="0"/>
              </a:rPr>
              <a:t>organization’s</a:t>
            </a:r>
            <a:r>
              <a:rPr kumimoji="0" lang="pl-PL" sz="240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 </a:t>
            </a:r>
            <a:r>
              <a:rPr kumimoji="0" lang="pl-PL" sz="2400" i="0" u="none" strike="noStrike" kern="1200" cap="none" spc="0" normalizeH="0" baseline="0" noProof="0" dirty="0" err="1">
                <a:ln>
                  <a:noFill/>
                </a:ln>
                <a:solidFill>
                  <a:srgbClr val="000000"/>
                </a:solidFill>
                <a:effectLst/>
                <a:uLnTx/>
                <a:uFillTx/>
                <a:latin typeface="Tenorite" panose="00000500000000000000" pitchFamily="2" charset="0"/>
                <a:cs typeface="Arial" panose="020B0604020202020204" pitchFamily="34" charset="0"/>
              </a:rPr>
              <a:t>culture</a:t>
            </a:r>
            <a:r>
              <a:rPr kumimoji="0" lang="pl-PL" sz="240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 of a </a:t>
            </a:r>
            <a:r>
              <a:rPr kumimoji="0" lang="pl-PL" sz="2400" i="0" u="none" strike="noStrike" kern="1200" cap="none" spc="0" normalizeH="0" baseline="0" noProof="0" dirty="0" err="1">
                <a:ln>
                  <a:noFill/>
                </a:ln>
                <a:solidFill>
                  <a:srgbClr val="000000"/>
                </a:solidFill>
                <a:effectLst/>
                <a:uLnTx/>
                <a:uFillTx/>
                <a:latin typeface="Tenorite" panose="00000500000000000000" pitchFamily="2" charset="0"/>
                <a:cs typeface="Arial" panose="020B0604020202020204" pitchFamily="34" charset="0"/>
              </a:rPr>
              <a:t>company</a:t>
            </a:r>
            <a:r>
              <a:rPr kumimoji="0" lang="pl-PL" sz="240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 of </a:t>
            </a:r>
            <a:r>
              <a:rPr kumimoji="0" lang="pl-PL" sz="2400" i="0" u="none" strike="noStrike" kern="1200" cap="none" spc="0" normalizeH="0" baseline="0" noProof="0" dirty="0" err="1">
                <a:ln>
                  <a:noFill/>
                </a:ln>
                <a:solidFill>
                  <a:srgbClr val="000000"/>
                </a:solidFill>
                <a:effectLst/>
                <a:uLnTx/>
                <a:uFillTx/>
                <a:latin typeface="Tenorite" panose="00000500000000000000" pitchFamily="2" charset="0"/>
                <a:cs typeface="Arial" panose="020B0604020202020204" pitchFamily="34" charset="0"/>
              </a:rPr>
              <a:t>your</a:t>
            </a:r>
            <a:r>
              <a:rPr kumimoji="0" lang="pl-PL" sz="240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 choice (for </a:t>
            </a:r>
            <a:r>
              <a:rPr kumimoji="0" lang="pl-PL" sz="2400" i="0" u="none" strike="noStrike" kern="1200" cap="none" spc="0" normalizeH="0" baseline="0" noProof="0" dirty="0" err="1">
                <a:ln>
                  <a:noFill/>
                </a:ln>
                <a:solidFill>
                  <a:srgbClr val="000000"/>
                </a:solidFill>
                <a:effectLst/>
                <a:uLnTx/>
                <a:uFillTx/>
                <a:latin typeface="Tenorite" panose="00000500000000000000" pitchFamily="2" charset="0"/>
                <a:cs typeface="Arial" panose="020B0604020202020204" pitchFamily="34" charset="0"/>
              </a:rPr>
              <a:t>volunteers</a:t>
            </a:r>
            <a:r>
              <a:rPr kumimoji="0" lang="pl-PL" sz="240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 </a:t>
            </a:r>
            <a:r>
              <a:rPr kumimoji="0" lang="pl-PL" sz="2400" i="0" u="none" strike="noStrike" kern="1200" cap="none" spc="0" normalizeH="0" baseline="0" noProof="0" dirty="0" err="1">
                <a:ln>
                  <a:noFill/>
                </a:ln>
                <a:solidFill>
                  <a:srgbClr val="000000"/>
                </a:solidFill>
                <a:effectLst/>
                <a:uLnTx/>
                <a:uFillTx/>
                <a:latin typeface="Tenorite" panose="00000500000000000000" pitchFamily="2" charset="0"/>
                <a:cs typeface="Arial" panose="020B0604020202020204" pitchFamily="34" charset="0"/>
              </a:rPr>
              <a:t>up</a:t>
            </a:r>
            <a:r>
              <a:rPr kumimoji="0" lang="pl-PL" sz="240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 to 10 min)</a:t>
            </a:r>
            <a:endParaRPr kumimoji="0" lang="en-US" sz="240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r>
              <a:rPr lang="pl-PL" sz="1100" dirty="0" err="1">
                <a:solidFill>
                  <a:srgbClr val="5E5441"/>
                </a:solidFill>
                <a:latin typeface="Tenorite" panose="00000500000000000000" pitchFamily="2" charset="0"/>
              </a:rPr>
              <a:t>Organization’s</a:t>
            </a:r>
            <a:r>
              <a:rPr lang="pl-PL" sz="1100" dirty="0">
                <a:solidFill>
                  <a:srgbClr val="5E5441"/>
                </a:solidFill>
                <a:latin typeface="Tenorite" panose="00000500000000000000" pitchFamily="2" charset="0"/>
              </a:rPr>
              <a:t> environment</a:t>
            </a: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35</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14686271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9FAE308-3076-43DB-B834-DA0B0AE19AF9}"/>
              </a:ext>
            </a:extLst>
          </p:cNvPr>
          <p:cNvSpPr>
            <a:spLocks noGrp="1"/>
          </p:cNvSpPr>
          <p:nvPr>
            <p:ph type="title"/>
          </p:nvPr>
        </p:nvSpPr>
        <p:spPr>
          <a:xfrm>
            <a:off x="7794707" y="536573"/>
            <a:ext cx="3856679" cy="1453003"/>
          </a:xfrm>
        </p:spPr>
        <p:txBody>
          <a:bodyPr wrap="square" rtlCol="0" anchor="b">
            <a:normAutofit/>
          </a:bodyPr>
          <a:lstStyle/>
          <a:p>
            <a:pPr rtl="0"/>
            <a:r>
              <a:rPr lang="pl-PL" dirty="0" err="1">
                <a:latin typeface="Tenorite" panose="00000500000000000000" pitchFamily="2" charset="0"/>
              </a:rPr>
              <a:t>Thank</a:t>
            </a:r>
            <a:r>
              <a:rPr lang="pl-PL" dirty="0">
                <a:latin typeface="Tenorite" panose="00000500000000000000" pitchFamily="2" charset="0"/>
              </a:rPr>
              <a:t> </a:t>
            </a:r>
            <a:r>
              <a:rPr lang="pl-PL" dirty="0" err="1">
                <a:latin typeface="Tenorite" panose="00000500000000000000" pitchFamily="2" charset="0"/>
              </a:rPr>
              <a:t>you</a:t>
            </a:r>
            <a:r>
              <a:rPr lang="pl-PL" dirty="0">
                <a:latin typeface="Tenorite" panose="00000500000000000000" pitchFamily="2" charset="0"/>
              </a:rPr>
              <a:t> for </a:t>
            </a:r>
            <a:r>
              <a:rPr lang="pl-PL" dirty="0" err="1">
                <a:latin typeface="Tenorite" panose="00000500000000000000" pitchFamily="2" charset="0"/>
              </a:rPr>
              <a:t>your</a:t>
            </a:r>
            <a:r>
              <a:rPr lang="pl-PL" dirty="0">
                <a:latin typeface="Tenorite" panose="00000500000000000000" pitchFamily="2" charset="0"/>
              </a:rPr>
              <a:t> </a:t>
            </a:r>
            <a:r>
              <a:rPr lang="pl-PL" dirty="0" err="1">
                <a:latin typeface="Tenorite" panose="00000500000000000000" pitchFamily="2" charset="0"/>
              </a:rPr>
              <a:t>attention</a:t>
            </a:r>
            <a:endParaRPr lang="pl-PL" dirty="0">
              <a:latin typeface="Tenorite" panose="00000500000000000000" pitchFamily="2" charset="0"/>
            </a:endParaRPr>
          </a:p>
        </p:txBody>
      </p:sp>
      <p:sp>
        <p:nvSpPr>
          <p:cNvPr id="4" name="Symbol zastępczy daty 3">
            <a:extLst>
              <a:ext uri="{FF2B5EF4-FFF2-40B4-BE49-F238E27FC236}">
                <a16:creationId xmlns:a16="http://schemas.microsoft.com/office/drawing/2014/main" id="{76668B0E-2FDB-42B1-9FBF-47CFF6003F4A}"/>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100" b="0" i="0" u="none" strike="noStrike" kern="1200" cap="all" spc="200" normalizeH="0" baseline="0" noProof="0" dirty="0">
                <a:ln>
                  <a:noFill/>
                </a:ln>
                <a:solidFill>
                  <a:prstClr val="black">
                    <a:alpha val="60000"/>
                  </a:prstClr>
                </a:solidFill>
                <a:effectLst/>
                <a:uLnTx/>
                <a:uFillTx/>
                <a:latin typeface="Tenorite" panose="00000500000000000000" pitchFamily="2" charset="0"/>
                <a:ea typeface="+mn-ea"/>
                <a:cs typeface="Times New Roman" panose="02020603050405020304" pitchFamily="18" charset="0"/>
              </a:rPr>
              <a:t>Winter </a:t>
            </a:r>
            <a:r>
              <a:rPr kumimoji="0" lang="pl-PL" sz="1100" b="0" i="0" u="none" strike="noStrike" kern="1200" cap="all" spc="200" normalizeH="0" baseline="0" noProof="0" dirty="0" err="1">
                <a:ln>
                  <a:noFill/>
                </a:ln>
                <a:solidFill>
                  <a:prstClr val="black">
                    <a:alpha val="60000"/>
                  </a:prstClr>
                </a:solidFill>
                <a:effectLst/>
                <a:uLnTx/>
                <a:uFillTx/>
                <a:latin typeface="Tenorite" panose="00000500000000000000" pitchFamily="2" charset="0"/>
                <a:ea typeface="+mn-ea"/>
                <a:cs typeface="Times New Roman" panose="02020603050405020304" pitchFamily="18" charset="0"/>
              </a:rPr>
              <a:t>semester</a:t>
            </a:r>
            <a:r>
              <a:rPr kumimoji="0" lang="pl-PL" sz="1100" b="0" i="0" u="none" strike="noStrike" kern="1200" cap="all" spc="200" normalizeH="0" baseline="0" noProof="0" dirty="0">
                <a:ln>
                  <a:noFill/>
                </a:ln>
                <a:solidFill>
                  <a:prstClr val="black">
                    <a:alpha val="60000"/>
                  </a:prstClr>
                </a:solidFill>
                <a:effectLst/>
                <a:uLnTx/>
                <a:uFillTx/>
                <a:latin typeface="Tenorite" panose="00000500000000000000" pitchFamily="2" charset="0"/>
                <a:ea typeface="+mn-ea"/>
                <a:cs typeface="Times New Roman" panose="02020603050405020304" pitchFamily="18" charset="0"/>
              </a:rPr>
              <a:t> 2025/2026</a:t>
            </a:r>
          </a:p>
        </p:txBody>
      </p:sp>
      <p:sp>
        <p:nvSpPr>
          <p:cNvPr id="5" name="Symbol zastępczy stopki 4">
            <a:extLst>
              <a:ext uri="{FF2B5EF4-FFF2-40B4-BE49-F238E27FC236}">
                <a16:creationId xmlns:a16="http://schemas.microsoft.com/office/drawing/2014/main" id="{40CD61CF-D74B-4BA8-9203-75CCDE2E3FC8}"/>
              </a:ext>
            </a:extLst>
          </p:cNvPr>
          <p:cNvSpPr>
            <a:spLocks noGrp="1"/>
          </p:cNvSpPr>
          <p:nvPr>
            <p:ph type="ftr" sz="quarter" idx="11"/>
          </p:nvPr>
        </p:nvSpPr>
        <p:spPr/>
        <p:txBody>
          <a:bodyPr/>
          <a:lstStyle/>
          <a:p>
            <a:r>
              <a:rPr lang="pl-PL" sz="1100" dirty="0" err="1">
                <a:solidFill>
                  <a:srgbClr val="5E5441"/>
                </a:solidFill>
                <a:latin typeface="Tenorite" panose="00000500000000000000" pitchFamily="2" charset="0"/>
              </a:rPr>
              <a:t>Organization’s</a:t>
            </a:r>
            <a:r>
              <a:rPr lang="pl-PL" sz="1100" dirty="0">
                <a:solidFill>
                  <a:srgbClr val="5E5441"/>
                </a:solidFill>
                <a:latin typeface="Tenorite" panose="00000500000000000000" pitchFamily="2" charset="0"/>
              </a:rPr>
              <a:t> environment</a:t>
            </a:r>
          </a:p>
        </p:txBody>
      </p:sp>
      <p:sp>
        <p:nvSpPr>
          <p:cNvPr id="6" name="Symbol zastępczy numeru slajdu 5">
            <a:extLst>
              <a:ext uri="{FF2B5EF4-FFF2-40B4-BE49-F238E27FC236}">
                <a16:creationId xmlns:a16="http://schemas.microsoft.com/office/drawing/2014/main" id="{CB72DABE-154C-498B-844F-DA32A156E7F4}"/>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36</a:t>
            </a:fld>
            <a:endParaRPr lang="pl-PL" noProof="0" dirty="0">
              <a:latin typeface="Tenorite" panose="00000500000000000000" pitchFamily="2" charset="0"/>
            </a:endParaRPr>
          </a:p>
        </p:txBody>
      </p:sp>
      <p:pic>
        <p:nvPicPr>
          <p:cNvPr id="7" name="Grafika 6" descr="Znacznik wyboru z wypełnieniem pełnym">
            <a:extLst>
              <a:ext uri="{FF2B5EF4-FFF2-40B4-BE49-F238E27FC236}">
                <a16:creationId xmlns:a16="http://schemas.microsoft.com/office/drawing/2014/main" id="{CEBA48F0-FBF3-E162-CB95-288ADA9A40F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65846" y="3570006"/>
            <a:ext cx="914400" cy="914400"/>
          </a:xfrm>
          <a:prstGeom prst="rect">
            <a:avLst/>
          </a:prstGeom>
        </p:spPr>
      </p:pic>
    </p:spTree>
    <p:extLst>
      <p:ext uri="{BB962C8B-B14F-4D97-AF65-F5344CB8AC3E}">
        <p14:creationId xmlns:p14="http://schemas.microsoft.com/office/powerpoint/2010/main" val="3103683689"/>
      </p:ext>
    </p:extLst>
  </p:cSld>
  <p:clrMapOvr>
    <a:masterClrMapping/>
  </p:clrMapOvr>
</p:sld>
</file>

<file path=ppt/theme/theme1.xml><?xml version="1.0" encoding="utf-8"?>
<a:theme xmlns:a="http://schemas.openxmlformats.org/drawingml/2006/main" name="FrostyVTI">
  <a:themeElements>
    <a:clrScheme name="Niestandardowy 21">
      <a:dk1>
        <a:sysClr val="windowText" lastClr="000000"/>
      </a:dk1>
      <a:lt1>
        <a:sysClr val="window" lastClr="FFFFFF"/>
      </a:lt1>
      <a:dk2>
        <a:srgbClr val="39302A"/>
      </a:dk2>
      <a:lt2>
        <a:srgbClr val="D7BF95"/>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Candara">
      <a:majorFont>
        <a:latin typeface="Candara" panose="020E0502030303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ndara" panose="020E0502030303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52848536_TF11158769_Win32" id="{3AF82E72-8752-4FE9-8BC4-FCF6E5881B39}" vid="{4CAADE4C-DE4C-483F-9283-0B3CBE44827D}"/>
    </a:ext>
  </a:extLst>
</a:theme>
</file>

<file path=ppt/theme/theme2.xml><?xml version="1.0" encoding="utf-8"?>
<a:theme xmlns:a="http://schemas.openxmlformats.org/drawingml/2006/main" name="Motyw pakietu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Motyw pakietu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kument" ma:contentTypeID="0x010100B16A5C6CBCEA1B4380397E98D9AF306E" ma:contentTypeVersion="3" ma:contentTypeDescription="Utwórz nowy dokument." ma:contentTypeScope="" ma:versionID="e00e7412ea5873290917f06a5fff196f">
  <xsd:schema xmlns:xsd="http://www.w3.org/2001/XMLSchema" xmlns:xs="http://www.w3.org/2001/XMLSchema" xmlns:p="http://schemas.microsoft.com/office/2006/metadata/properties" xmlns:ns2="74d0b6ec-ebf6-45c9-ba31-30d50b17e98f" targetNamespace="http://schemas.microsoft.com/office/2006/metadata/properties" ma:root="true" ma:fieldsID="9c279d9016946203f364bf7be78e8d52" ns2:_="">
    <xsd:import namespace="74d0b6ec-ebf6-45c9-ba31-30d50b17e98f"/>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4d0b6ec-ebf6-45c9-ba31-30d50b17e98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zawartości"/>
        <xsd:element ref="dc:title" minOccurs="0" maxOccurs="1" ma:index="4" ma:displayName="Tytuł"/>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1309999-888E-44BA-A188-888AF21B1F1C}">
  <ds:schemaRefs>
    <ds:schemaRef ds:uri="http://schemas.microsoft.com/sharepoint/v3/contenttype/forms"/>
  </ds:schemaRefs>
</ds:datastoreItem>
</file>

<file path=customXml/itemProps2.xml><?xml version="1.0" encoding="utf-8"?>
<ds:datastoreItem xmlns:ds="http://schemas.openxmlformats.org/officeDocument/2006/customXml" ds:itemID="{9E25681C-0862-4DD6-95E6-4A190D66AA74}"/>
</file>

<file path=customXml/itemProps3.xml><?xml version="1.0" encoding="utf-8"?>
<ds:datastoreItem xmlns:ds="http://schemas.openxmlformats.org/officeDocument/2006/customXml" ds:itemID="{61CF82A0-F4E3-45B7-AF6D-1D89198889C4}">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docProps/app.xml><?xml version="1.0" encoding="utf-8"?>
<Properties xmlns="http://schemas.openxmlformats.org/officeDocument/2006/extended-properties" xmlns:vt="http://schemas.openxmlformats.org/officeDocument/2006/docPropsVTypes">
  <Template>Projekt Mroźny</Template>
  <TotalTime>1961</TotalTime>
  <Words>2014</Words>
  <Application>Microsoft Office PowerPoint</Application>
  <PresentationFormat>Widescreen</PresentationFormat>
  <Paragraphs>377</Paragraphs>
  <Slides>36</Slides>
  <Notes>36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36</vt:i4>
      </vt:variant>
    </vt:vector>
  </HeadingPairs>
  <TitlesOfParts>
    <vt:vector size="44" baseType="lpstr">
      <vt:lpstr>Tenorite</vt:lpstr>
      <vt:lpstr>Arial</vt:lpstr>
      <vt:lpstr>Calibri</vt:lpstr>
      <vt:lpstr>Candara</vt:lpstr>
      <vt:lpstr>Tahoma</vt:lpstr>
      <vt:lpstr>Times New Roman</vt:lpstr>
      <vt:lpstr>Wingdings</vt:lpstr>
      <vt:lpstr>FrostyVTI</vt:lpstr>
      <vt:lpstr>Introduction  to management</vt:lpstr>
      <vt:lpstr>Definitions  of organization</vt:lpstr>
      <vt:lpstr>Components of organization</vt:lpstr>
      <vt:lpstr>Components of organization</vt:lpstr>
      <vt:lpstr>Components of organization</vt:lpstr>
      <vt:lpstr>Components of organization</vt:lpstr>
      <vt:lpstr>Components of organization</vt:lpstr>
      <vt:lpstr>Components of organization</vt:lpstr>
      <vt:lpstr>Components of organization</vt:lpstr>
      <vt:lpstr>Organization as an „open system”</vt:lpstr>
      <vt:lpstr>Major resources used by organizations</vt:lpstr>
      <vt:lpstr>Organization as an „open system”</vt:lpstr>
      <vt:lpstr>Organization’s environment</vt:lpstr>
      <vt:lpstr>PESTE Analysis</vt:lpstr>
      <vt:lpstr>PESTE Analysis</vt:lpstr>
      <vt:lpstr>PESTE Analysis</vt:lpstr>
      <vt:lpstr>PESTE Analysis</vt:lpstr>
      <vt:lpstr>Exercise 1</vt:lpstr>
      <vt:lpstr>Political factors</vt:lpstr>
      <vt:lpstr>Economic factors</vt:lpstr>
      <vt:lpstr>Social factors</vt:lpstr>
      <vt:lpstr>Technological factors</vt:lpstr>
      <vt:lpstr>Environmental factors</vt:lpstr>
      <vt:lpstr>Exercise 2</vt:lpstr>
      <vt:lpstr>PESTE Analysis – one more time 1/2</vt:lpstr>
      <vt:lpstr>PESTE Analysis – one more time 2/2</vt:lpstr>
      <vt:lpstr>Porter’s Five Forces Analysis</vt:lpstr>
      <vt:lpstr>PowerPoint Presentation</vt:lpstr>
      <vt:lpstr>Porter’s Five Forces Analysis</vt:lpstr>
      <vt:lpstr>Test</vt:lpstr>
      <vt:lpstr>Test</vt:lpstr>
      <vt:lpstr>Test</vt:lpstr>
      <vt:lpstr>Test</vt:lpstr>
      <vt:lpstr>Test - Answers</vt:lpstr>
      <vt:lpstr>Homework</vt:lpstr>
      <vt:lpstr>Thank you for your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management</dc:title>
  <dc:creator>Julia Głaszczka</dc:creator>
  <cp:lastModifiedBy>Julia Glaszczka</cp:lastModifiedBy>
  <cp:revision>50</cp:revision>
  <dcterms:created xsi:type="dcterms:W3CDTF">2022-09-23T12:53:53Z</dcterms:created>
  <dcterms:modified xsi:type="dcterms:W3CDTF">2025-10-14T15:01:59Z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0x010100B16A5C6CBCEA1B4380397E98D9AF306E</vt:lpwstr>
  </property>
</Properties>
</file>
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26"/>
  </p:notesMasterIdLst>
  <p:handoutMasterIdLst>
    <p:handoutMasterId r:id="rId27"/>
  </p:handoutMasterIdLst>
  <p:sldIdLst>
    <p:sldId id="256" r:id="rId5"/>
    <p:sldId id="419" r:id="rId6"/>
    <p:sldId id="440" r:id="rId7"/>
    <p:sldId id="441" r:id="rId8"/>
    <p:sldId id="442" r:id="rId9"/>
    <p:sldId id="395" r:id="rId10"/>
    <p:sldId id="443" r:id="rId11"/>
    <p:sldId id="444" r:id="rId12"/>
    <p:sldId id="445" r:id="rId13"/>
    <p:sldId id="446" r:id="rId14"/>
    <p:sldId id="447" r:id="rId15"/>
    <p:sldId id="448" r:id="rId16"/>
    <p:sldId id="449" r:id="rId17"/>
    <p:sldId id="450" r:id="rId18"/>
    <p:sldId id="451" r:id="rId19"/>
    <p:sldId id="356" r:id="rId20"/>
    <p:sldId id="357" r:id="rId21"/>
    <p:sldId id="359" r:id="rId22"/>
    <p:sldId id="439" r:id="rId23"/>
    <p:sldId id="365" r:id="rId24"/>
    <p:sldId id="268" r:id="rId25"/>
  </p:sldIdLst>
  <p:sldSz cx="12192000" cy="6858000"/>
  <p:notesSz cx="6858000" cy="9144000"/>
  <p:defaultTextStyle>
    <a:defPPr rtl="0">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5E5441"/>
    <a:srgbClr val="68598D"/>
    <a:srgbClr val="646C92"/>
    <a:srgbClr val="5A6B76"/>
    <a:srgbClr val="5A6E6E"/>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yl pośredni 2 — Ak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95204" autoAdjust="0"/>
  </p:normalViewPr>
  <p:slideViewPr>
    <p:cSldViewPr snapToGrid="0">
      <p:cViewPr varScale="1">
        <p:scale>
          <a:sx n="113" d="100"/>
          <a:sy n="113" d="100"/>
        </p:scale>
        <p:origin x="522" y="114"/>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6" d="100"/>
          <a:sy n="86" d="100"/>
        </p:scale>
        <p:origin x="384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agłówek — symbol zastępczy 1">
            <a:extLst>
              <a:ext uri="{FF2B5EF4-FFF2-40B4-BE49-F238E27FC236}">
                <a16:creationId xmlns:a16="http://schemas.microsoft.com/office/drawing/2014/main" id="{B214C67D-B906-455D-BA57-3AC7BDDD5AB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l-PL"/>
          </a:p>
        </p:txBody>
      </p:sp>
      <p:sp>
        <p:nvSpPr>
          <p:cNvPr id="3" name="Data — symbol zastępczy 2">
            <a:extLst>
              <a:ext uri="{FF2B5EF4-FFF2-40B4-BE49-F238E27FC236}">
                <a16:creationId xmlns:a16="http://schemas.microsoft.com/office/drawing/2014/main" id="{0D332E0C-8512-4414-B261-B516F8BA774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F40BB49-C64B-4514-8B91-76664D4C6F5D}" type="datetime1">
              <a:rPr lang="pl-PL" smtClean="0"/>
              <a:t>7.11.2025</a:t>
            </a:fld>
            <a:endParaRPr lang="pl-PL" dirty="0"/>
          </a:p>
        </p:txBody>
      </p:sp>
      <p:sp>
        <p:nvSpPr>
          <p:cNvPr id="4" name="Stopka — symbol zastępczy 3">
            <a:extLst>
              <a:ext uri="{FF2B5EF4-FFF2-40B4-BE49-F238E27FC236}">
                <a16:creationId xmlns:a16="http://schemas.microsoft.com/office/drawing/2014/main" id="{9286510F-EAB7-49FF-882B-FACF21CCB66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l-PL"/>
          </a:p>
        </p:txBody>
      </p:sp>
      <p:sp>
        <p:nvSpPr>
          <p:cNvPr id="5" name="Numer slajdu — symbol zastępczy 4">
            <a:extLst>
              <a:ext uri="{FF2B5EF4-FFF2-40B4-BE49-F238E27FC236}">
                <a16:creationId xmlns:a16="http://schemas.microsoft.com/office/drawing/2014/main" id="{4B226CFF-3858-4E44-8689-2174855E04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F9FA676-98A1-4ED8-86AE-3FF061B14C58}" type="slidenum">
              <a:rPr lang="pl-PL" smtClean="0"/>
              <a:t>‹#›</a:t>
            </a:fld>
            <a:endParaRPr lang="pl-PL"/>
          </a:p>
        </p:txBody>
      </p:sp>
    </p:spTree>
    <p:extLst>
      <p:ext uri="{BB962C8B-B14F-4D97-AF65-F5344CB8AC3E}">
        <p14:creationId xmlns:p14="http://schemas.microsoft.com/office/powerpoint/2010/main" val="194386203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agłówek — symbol zastępczy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l-PL" noProof="0"/>
          </a:p>
        </p:txBody>
      </p:sp>
      <p:sp>
        <p:nvSpPr>
          <p:cNvPr id="3" name="Data — symbol zastępcz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EA92BC-5B6A-4BBA-9D49-4B6964D53BD3}" type="datetime1">
              <a:rPr lang="pl-PL" smtClean="0"/>
              <a:pPr/>
              <a:t>7.11.2025</a:t>
            </a:fld>
            <a:endParaRPr lang="pl-PL" dirty="0"/>
          </a:p>
        </p:txBody>
      </p:sp>
      <p:sp>
        <p:nvSpPr>
          <p:cNvPr id="4" name="Obraz slajdu — symbol zastępczy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pl-PL" noProof="0"/>
          </a:p>
        </p:txBody>
      </p:sp>
      <p:sp>
        <p:nvSpPr>
          <p:cNvPr id="5" name="Notatki — symbol zastępcz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6" name="Stopka — symbol zastępczy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l-PL" noProof="0"/>
          </a:p>
        </p:txBody>
      </p:sp>
      <p:sp>
        <p:nvSpPr>
          <p:cNvPr id="7" name="Numer slajdu — symbol zastępcz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B8B270D-091D-4ED2-8C85-0898DD7D9F21}" type="slidenum">
              <a:rPr lang="pl-PL" noProof="0" smtClean="0"/>
              <a:t>‹#›</a:t>
            </a:fld>
            <a:endParaRPr lang="pl-PL" noProof="0"/>
          </a:p>
        </p:txBody>
      </p:sp>
    </p:spTree>
    <p:extLst>
      <p:ext uri="{BB962C8B-B14F-4D97-AF65-F5344CB8AC3E}">
        <p14:creationId xmlns:p14="http://schemas.microsoft.com/office/powerpoint/2010/main" val="225311874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 symbol zastępczy 1"/>
          <p:cNvSpPr>
            <a:spLocks noGrp="1" noRot="1" noChangeAspect="1"/>
          </p:cNvSpPr>
          <p:nvPr>
            <p:ph type="sldImg"/>
          </p:nvPr>
        </p:nvSpPr>
        <p:spPr/>
      </p:sp>
      <p:sp>
        <p:nvSpPr>
          <p:cNvPr id="3" name="Notatki — symbol zastępczy 2"/>
          <p:cNvSpPr>
            <a:spLocks noGrp="1"/>
          </p:cNvSpPr>
          <p:nvPr>
            <p:ph type="body" idx="1"/>
          </p:nvPr>
        </p:nvSpPr>
        <p:spPr/>
        <p:txBody>
          <a:bodyPr rtlCol="0"/>
          <a:lstStyle/>
          <a:p>
            <a:pPr rtl="0"/>
            <a:endParaRPr lang="pl-PL"/>
          </a:p>
        </p:txBody>
      </p:sp>
      <p:sp>
        <p:nvSpPr>
          <p:cNvPr id="4" name="Numer slajdu — symbol zastępczy 3"/>
          <p:cNvSpPr>
            <a:spLocks noGrp="1"/>
          </p:cNvSpPr>
          <p:nvPr>
            <p:ph type="sldNum" sz="quarter" idx="5"/>
          </p:nvPr>
        </p:nvSpPr>
        <p:spPr/>
        <p:txBody>
          <a:bodyPr rtlCol="0"/>
          <a:lstStyle/>
          <a:p>
            <a:pPr rtl="0"/>
            <a:fld id="{5B8B270D-091D-4ED2-8C85-0898DD7D9F21}" type="slidenum">
              <a:rPr lang="pl-PL" smtClean="0"/>
              <a:t>1</a:t>
            </a:fld>
            <a:endParaRPr lang="pl-PL"/>
          </a:p>
        </p:txBody>
      </p:sp>
    </p:spTree>
    <p:extLst>
      <p:ext uri="{BB962C8B-B14F-4D97-AF65-F5344CB8AC3E}">
        <p14:creationId xmlns:p14="http://schemas.microsoft.com/office/powerpoint/2010/main" val="2490102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a:t>
            </a:fld>
            <a:endParaRPr lang="pl-PL"/>
          </a:p>
        </p:txBody>
      </p:sp>
    </p:spTree>
    <p:extLst>
      <p:ext uri="{BB962C8B-B14F-4D97-AF65-F5344CB8AC3E}">
        <p14:creationId xmlns:p14="http://schemas.microsoft.com/office/powerpoint/2010/main" val="3256921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a:t>
            </a:fld>
            <a:endParaRPr lang="pl-PL"/>
          </a:p>
        </p:txBody>
      </p:sp>
    </p:spTree>
    <p:extLst>
      <p:ext uri="{BB962C8B-B14F-4D97-AF65-F5344CB8AC3E}">
        <p14:creationId xmlns:p14="http://schemas.microsoft.com/office/powerpoint/2010/main" val="12561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4</a:t>
            </a:fld>
            <a:endParaRPr lang="pl-PL"/>
          </a:p>
        </p:txBody>
      </p:sp>
    </p:spTree>
    <p:extLst>
      <p:ext uri="{BB962C8B-B14F-4D97-AF65-F5344CB8AC3E}">
        <p14:creationId xmlns:p14="http://schemas.microsoft.com/office/powerpoint/2010/main" val="28599514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5</a:t>
            </a:fld>
            <a:endParaRPr lang="pl-PL"/>
          </a:p>
        </p:txBody>
      </p:sp>
    </p:spTree>
    <p:extLst>
      <p:ext uri="{BB962C8B-B14F-4D97-AF65-F5344CB8AC3E}">
        <p14:creationId xmlns:p14="http://schemas.microsoft.com/office/powerpoint/2010/main" val="29852412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6</a:t>
            </a:fld>
            <a:endParaRPr lang="pl-PL"/>
          </a:p>
        </p:txBody>
      </p:sp>
    </p:spTree>
    <p:extLst>
      <p:ext uri="{BB962C8B-B14F-4D97-AF65-F5344CB8AC3E}">
        <p14:creationId xmlns:p14="http://schemas.microsoft.com/office/powerpoint/2010/main" val="2565240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7</a:t>
            </a:fld>
            <a:endParaRPr lang="pl-PL"/>
          </a:p>
        </p:txBody>
      </p:sp>
    </p:spTree>
    <p:extLst>
      <p:ext uri="{BB962C8B-B14F-4D97-AF65-F5344CB8AC3E}">
        <p14:creationId xmlns:p14="http://schemas.microsoft.com/office/powerpoint/2010/main" val="4059395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8</a:t>
            </a:fld>
            <a:endParaRPr lang="pl-PL"/>
          </a:p>
        </p:txBody>
      </p:sp>
    </p:spTree>
    <p:extLst>
      <p:ext uri="{BB962C8B-B14F-4D97-AF65-F5344CB8AC3E}">
        <p14:creationId xmlns:p14="http://schemas.microsoft.com/office/powerpoint/2010/main" val="3604099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9</a:t>
            </a:fld>
            <a:endParaRPr lang="pl-PL"/>
          </a:p>
        </p:txBody>
      </p:sp>
    </p:spTree>
    <p:extLst>
      <p:ext uri="{BB962C8B-B14F-4D97-AF65-F5344CB8AC3E}">
        <p14:creationId xmlns:p14="http://schemas.microsoft.com/office/powerpoint/2010/main" val="32468529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10</a:t>
            </a:fld>
            <a:endParaRPr lang="pl-PL"/>
          </a:p>
        </p:txBody>
      </p:sp>
    </p:spTree>
    <p:extLst>
      <p:ext uri="{BB962C8B-B14F-4D97-AF65-F5344CB8AC3E}">
        <p14:creationId xmlns:p14="http://schemas.microsoft.com/office/powerpoint/2010/main" val="29312344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11</a:t>
            </a:fld>
            <a:endParaRPr lang="pl-PL"/>
          </a:p>
        </p:txBody>
      </p:sp>
    </p:spTree>
    <p:extLst>
      <p:ext uri="{BB962C8B-B14F-4D97-AF65-F5344CB8AC3E}">
        <p14:creationId xmlns:p14="http://schemas.microsoft.com/office/powerpoint/2010/main" val="4144315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12</a:t>
            </a:fld>
            <a:endParaRPr lang="pl-PL"/>
          </a:p>
        </p:txBody>
      </p:sp>
    </p:spTree>
    <p:extLst>
      <p:ext uri="{BB962C8B-B14F-4D97-AF65-F5344CB8AC3E}">
        <p14:creationId xmlns:p14="http://schemas.microsoft.com/office/powerpoint/2010/main" val="33547016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13</a:t>
            </a:fld>
            <a:endParaRPr lang="pl-PL"/>
          </a:p>
        </p:txBody>
      </p:sp>
    </p:spTree>
    <p:extLst>
      <p:ext uri="{BB962C8B-B14F-4D97-AF65-F5344CB8AC3E}">
        <p14:creationId xmlns:p14="http://schemas.microsoft.com/office/powerpoint/2010/main" val="15262424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14</a:t>
            </a:fld>
            <a:endParaRPr lang="pl-PL"/>
          </a:p>
        </p:txBody>
      </p:sp>
    </p:spTree>
    <p:extLst>
      <p:ext uri="{BB962C8B-B14F-4D97-AF65-F5344CB8AC3E}">
        <p14:creationId xmlns:p14="http://schemas.microsoft.com/office/powerpoint/2010/main" val="26689643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15</a:t>
            </a:fld>
            <a:endParaRPr lang="pl-PL"/>
          </a:p>
        </p:txBody>
      </p:sp>
    </p:spTree>
    <p:extLst>
      <p:ext uri="{BB962C8B-B14F-4D97-AF65-F5344CB8AC3E}">
        <p14:creationId xmlns:p14="http://schemas.microsoft.com/office/powerpoint/2010/main" val="42882373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16</a:t>
            </a:fld>
            <a:endParaRPr lang="pl-PL"/>
          </a:p>
        </p:txBody>
      </p:sp>
    </p:spTree>
    <p:extLst>
      <p:ext uri="{BB962C8B-B14F-4D97-AF65-F5344CB8AC3E}">
        <p14:creationId xmlns:p14="http://schemas.microsoft.com/office/powerpoint/2010/main" val="33290237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17</a:t>
            </a:fld>
            <a:endParaRPr lang="pl-PL"/>
          </a:p>
        </p:txBody>
      </p:sp>
    </p:spTree>
    <p:extLst>
      <p:ext uri="{BB962C8B-B14F-4D97-AF65-F5344CB8AC3E}">
        <p14:creationId xmlns:p14="http://schemas.microsoft.com/office/powerpoint/2010/main" val="26060405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18</a:t>
            </a:fld>
            <a:endParaRPr lang="pl-PL"/>
          </a:p>
        </p:txBody>
      </p:sp>
    </p:spTree>
    <p:extLst>
      <p:ext uri="{BB962C8B-B14F-4D97-AF65-F5344CB8AC3E}">
        <p14:creationId xmlns:p14="http://schemas.microsoft.com/office/powerpoint/2010/main" val="2028479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19</a:t>
            </a:fld>
            <a:endParaRPr lang="pl-PL"/>
          </a:p>
        </p:txBody>
      </p:sp>
    </p:spTree>
    <p:extLst>
      <p:ext uri="{BB962C8B-B14F-4D97-AF65-F5344CB8AC3E}">
        <p14:creationId xmlns:p14="http://schemas.microsoft.com/office/powerpoint/2010/main" val="12845405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20</a:t>
            </a:fld>
            <a:endParaRPr lang="pl-PL"/>
          </a:p>
        </p:txBody>
      </p:sp>
    </p:spTree>
    <p:extLst>
      <p:ext uri="{BB962C8B-B14F-4D97-AF65-F5344CB8AC3E}">
        <p14:creationId xmlns:p14="http://schemas.microsoft.com/office/powerpoint/2010/main" val="12810026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21</a:t>
            </a:fld>
            <a:endParaRPr lang="pl-PL"/>
          </a:p>
        </p:txBody>
      </p:sp>
    </p:spTree>
    <p:extLst>
      <p:ext uri="{BB962C8B-B14F-4D97-AF65-F5344CB8AC3E}">
        <p14:creationId xmlns:p14="http://schemas.microsoft.com/office/powerpoint/2010/main" val="472908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984522" y="874663"/>
            <a:ext cx="4650901" cy="2334637"/>
          </a:xfrm>
        </p:spPr>
        <p:txBody>
          <a:bodyPr rtlCol="0">
            <a:normAutofit/>
          </a:bodyPr>
          <a:lstStyle>
            <a:lvl1pPr algn="ctr">
              <a:defRPr sz="4800"/>
            </a:lvl1pPr>
          </a:lstStyle>
          <a:p>
            <a:pPr rtl="0"/>
            <a:r>
              <a:rPr lang="pl-PL" noProof="0"/>
              <a:t>Kliknij, aby edytować styl wzorca tytułu</a:t>
            </a:r>
          </a:p>
        </p:txBody>
      </p:sp>
      <p:grpSp>
        <p:nvGrpSpPr>
          <p:cNvPr id="6" name="Grupa 5">
            <a:extLst>
              <a:ext uri="{FF2B5EF4-FFF2-40B4-BE49-F238E27FC236}">
                <a16:creationId xmlns:a16="http://schemas.microsoft.com/office/drawing/2014/main" id="{F44A4473-D4D4-4E24-B542-C5D63C28DA75}"/>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upa 6">
              <a:extLst>
                <a:ext uri="{FF2B5EF4-FFF2-40B4-BE49-F238E27FC236}">
                  <a16:creationId xmlns:a16="http://schemas.microsoft.com/office/drawing/2014/main" id="{14CA4A32-A016-460F-8B99-22A5D265B4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84DB1BC2-B158-4DA5-9164-843E6B566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7" name="Freeform 69">
                <a:extLst>
                  <a:ext uri="{FF2B5EF4-FFF2-40B4-BE49-F238E27FC236}">
                    <a16:creationId xmlns:a16="http://schemas.microsoft.com/office/drawing/2014/main" id="{751FDE2E-D749-401E-B3BA-66B2F5231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8" name="Line 70">
                <a:extLst>
                  <a:ext uri="{FF2B5EF4-FFF2-40B4-BE49-F238E27FC236}">
                    <a16:creationId xmlns:a16="http://schemas.microsoft.com/office/drawing/2014/main" id="{49546377-E2EE-4854-AA84-5575789BAF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8" name="Grupa 7">
              <a:extLst>
                <a:ext uri="{FF2B5EF4-FFF2-40B4-BE49-F238E27FC236}">
                  <a16:creationId xmlns:a16="http://schemas.microsoft.com/office/drawing/2014/main" id="{04FCC465-42B8-456F-951F-8C51A42F97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3D7F8A9A-8A53-4FD3-855C-C49B035CE8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nvGrpSpPr>
              <p:cNvPr id="49" name="Grupa 48">
                <a:extLst>
                  <a:ext uri="{FF2B5EF4-FFF2-40B4-BE49-F238E27FC236}">
                    <a16:creationId xmlns:a16="http://schemas.microsoft.com/office/drawing/2014/main" id="{AC347F99-AC7C-4DB2-8AAF-9E2A7AE629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89B06C37-E219-479D-B324-0DC7D0565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5" name="Freeform 81">
                  <a:extLst>
                    <a:ext uri="{FF2B5EF4-FFF2-40B4-BE49-F238E27FC236}">
                      <a16:creationId xmlns:a16="http://schemas.microsoft.com/office/drawing/2014/main" id="{29A1D878-CEA2-41DC-8638-A85231672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6" name="Freeform 61">
                  <a:extLst>
                    <a:ext uri="{FF2B5EF4-FFF2-40B4-BE49-F238E27FC236}">
                      <a16:creationId xmlns:a16="http://schemas.microsoft.com/office/drawing/2014/main" id="{99394209-57ED-4126-A8DC-0862D1FA11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7" name="Freeform 78">
                  <a:extLst>
                    <a:ext uri="{FF2B5EF4-FFF2-40B4-BE49-F238E27FC236}">
                      <a16:creationId xmlns:a16="http://schemas.microsoft.com/office/drawing/2014/main" id="{A48B0004-4618-4D71-88D1-A2FEE4F0AD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8" name="Freeform 84">
                  <a:extLst>
                    <a:ext uri="{FF2B5EF4-FFF2-40B4-BE49-F238E27FC236}">
                      <a16:creationId xmlns:a16="http://schemas.microsoft.com/office/drawing/2014/main" id="{4D1C172B-2446-428A-A518-FE1B5FCE0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9" name="Freeform 87">
                  <a:extLst>
                    <a:ext uri="{FF2B5EF4-FFF2-40B4-BE49-F238E27FC236}">
                      <a16:creationId xmlns:a16="http://schemas.microsoft.com/office/drawing/2014/main" id="{E359C795-FCC1-401F-B0B6-F722AE632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0" name="Freeform 60">
                  <a:extLst>
                    <a:ext uri="{FF2B5EF4-FFF2-40B4-BE49-F238E27FC236}">
                      <a16:creationId xmlns:a16="http://schemas.microsoft.com/office/drawing/2014/main" id="{8260D102-71BB-497E-A5CF-743FB5987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1" name="Freeform 59">
                  <a:extLst>
                    <a:ext uri="{FF2B5EF4-FFF2-40B4-BE49-F238E27FC236}">
                      <a16:creationId xmlns:a16="http://schemas.microsoft.com/office/drawing/2014/main" id="{811E3D98-A5FB-4BDE-A07D-A03EB898C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2" name="Freeform 62">
                  <a:extLst>
                    <a:ext uri="{FF2B5EF4-FFF2-40B4-BE49-F238E27FC236}">
                      <a16:creationId xmlns:a16="http://schemas.microsoft.com/office/drawing/2014/main" id="{9E48CE7F-B4EF-4629-8706-6838C171EF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3" name="Freeform 65">
                  <a:extLst>
                    <a:ext uri="{FF2B5EF4-FFF2-40B4-BE49-F238E27FC236}">
                      <a16:creationId xmlns:a16="http://schemas.microsoft.com/office/drawing/2014/main" id="{C8EBC77A-0887-4128-A73B-2C0165C6F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4" name="Freeform 79">
                  <a:extLst>
                    <a:ext uri="{FF2B5EF4-FFF2-40B4-BE49-F238E27FC236}">
                      <a16:creationId xmlns:a16="http://schemas.microsoft.com/office/drawing/2014/main" id="{7AF3D400-AAAA-47BD-922E-AA3A2AFA3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5" name="Freeform 82">
                  <a:extLst>
                    <a:ext uri="{FF2B5EF4-FFF2-40B4-BE49-F238E27FC236}">
                      <a16:creationId xmlns:a16="http://schemas.microsoft.com/office/drawing/2014/main" id="{B0A3E6A0-609D-427D-9D34-E7CF184B45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6" name="Freeform 85">
                  <a:extLst>
                    <a:ext uri="{FF2B5EF4-FFF2-40B4-BE49-F238E27FC236}">
                      <a16:creationId xmlns:a16="http://schemas.microsoft.com/office/drawing/2014/main" id="{DDE08965-A3F4-426A-924B-102A6F6FE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7" name="Freeform 88">
                  <a:extLst>
                    <a:ext uri="{FF2B5EF4-FFF2-40B4-BE49-F238E27FC236}">
                      <a16:creationId xmlns:a16="http://schemas.microsoft.com/office/drawing/2014/main" id="{13FA8E6E-7F53-47E9-9BF8-1CD3130F4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78" name="Grupa 77">
                  <a:extLst>
                    <a:ext uri="{FF2B5EF4-FFF2-40B4-BE49-F238E27FC236}">
                      <a16:creationId xmlns:a16="http://schemas.microsoft.com/office/drawing/2014/main" id="{7A8A9991-EF8F-4128-9DB7-A2FA8CF2F6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41E966B6-186E-4D17-B570-969B6951A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0" name="Line 66">
                    <a:extLst>
                      <a:ext uri="{FF2B5EF4-FFF2-40B4-BE49-F238E27FC236}">
                        <a16:creationId xmlns:a16="http://schemas.microsoft.com/office/drawing/2014/main" id="{918B08AD-5F3C-4FC5-8998-8524763C7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1" name="Line 67">
                    <a:extLst>
                      <a:ext uri="{FF2B5EF4-FFF2-40B4-BE49-F238E27FC236}">
                        <a16:creationId xmlns:a16="http://schemas.microsoft.com/office/drawing/2014/main" id="{EDF72260-B0A1-47A1-9459-FDF4600AC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2" name="Line 80">
                    <a:extLst>
                      <a:ext uri="{FF2B5EF4-FFF2-40B4-BE49-F238E27FC236}">
                        <a16:creationId xmlns:a16="http://schemas.microsoft.com/office/drawing/2014/main" id="{C6A7FA58-53F7-4C2F-96D5-E97BB3CC6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3" name="Line 83">
                    <a:extLst>
                      <a:ext uri="{FF2B5EF4-FFF2-40B4-BE49-F238E27FC236}">
                        <a16:creationId xmlns:a16="http://schemas.microsoft.com/office/drawing/2014/main" id="{1B986617-481E-450F-8FAD-CA3086A3E0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4" name="Line 86">
                    <a:extLst>
                      <a:ext uri="{FF2B5EF4-FFF2-40B4-BE49-F238E27FC236}">
                        <a16:creationId xmlns:a16="http://schemas.microsoft.com/office/drawing/2014/main" id="{4D24CAEB-B2FE-4796-8E6E-DB5148C38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5" name="Line 89">
                    <a:extLst>
                      <a:ext uri="{FF2B5EF4-FFF2-40B4-BE49-F238E27FC236}">
                        <a16:creationId xmlns:a16="http://schemas.microsoft.com/office/drawing/2014/main" id="{3D577B03-E6D9-4FFA-A799-E504CBF8D7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50" name="Grupa 49">
                <a:extLst>
                  <a:ext uri="{FF2B5EF4-FFF2-40B4-BE49-F238E27FC236}">
                    <a16:creationId xmlns:a16="http://schemas.microsoft.com/office/drawing/2014/main" id="{43509C13-FDEE-45B0-B954-D80D6F38F0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upa 55">
                  <a:extLst>
                    <a:ext uri="{FF2B5EF4-FFF2-40B4-BE49-F238E27FC236}">
                      <a16:creationId xmlns:a16="http://schemas.microsoft.com/office/drawing/2014/main" id="{21FF647D-8D8A-43E8-A2E2-46D1117839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Łącznik prosty 59">
                    <a:extLst>
                      <a:ext uri="{FF2B5EF4-FFF2-40B4-BE49-F238E27FC236}">
                        <a16:creationId xmlns:a16="http://schemas.microsoft.com/office/drawing/2014/main" id="{87B8728B-0A45-4551-99F0-CF33B850DA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Łącznik prosty 60">
                    <a:extLst>
                      <a:ext uri="{FF2B5EF4-FFF2-40B4-BE49-F238E27FC236}">
                        <a16:creationId xmlns:a16="http://schemas.microsoft.com/office/drawing/2014/main" id="{CCFAA15D-9EFC-4A70-AC98-CB3EF00C3A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AD80CCBD-3F02-48A0-A24E-5971D22951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63" name="Rectangle 30">
                    <a:extLst>
                      <a:ext uri="{FF2B5EF4-FFF2-40B4-BE49-F238E27FC236}">
                        <a16:creationId xmlns:a16="http://schemas.microsoft.com/office/drawing/2014/main" id="{AB5B7D34-5A4E-48DE-8893-0F022E4CC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57" name="Grupa 56">
                  <a:extLst>
                    <a:ext uri="{FF2B5EF4-FFF2-40B4-BE49-F238E27FC236}">
                      <a16:creationId xmlns:a16="http://schemas.microsoft.com/office/drawing/2014/main" id="{2341ADC6-0CC2-46C0-BA6F-9D99136698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A93316DB-546B-41BA-AD1B-94D5C46702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59" name="Freeform: Shape 58">
                    <a:extLst>
                      <a:ext uri="{FF2B5EF4-FFF2-40B4-BE49-F238E27FC236}">
                        <a16:creationId xmlns:a16="http://schemas.microsoft.com/office/drawing/2014/main" id="{35105C82-44C4-41C2-96AE-ADE6DD1D7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51" name="Grupa 50">
                <a:extLst>
                  <a:ext uri="{FF2B5EF4-FFF2-40B4-BE49-F238E27FC236}">
                    <a16:creationId xmlns:a16="http://schemas.microsoft.com/office/drawing/2014/main" id="{A7A634F2-054C-4614-9ECB-96BE809893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upa 51">
                  <a:extLst>
                    <a:ext uri="{FF2B5EF4-FFF2-40B4-BE49-F238E27FC236}">
                      <a16:creationId xmlns:a16="http://schemas.microsoft.com/office/drawing/2014/main" id="{1764AB7F-1912-4909-A04A-C8D125467E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6B93639B-DE1C-4A46-A4B5-B88FD6FC2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5" name="Freeform 69">
                    <a:extLst>
                      <a:ext uri="{FF2B5EF4-FFF2-40B4-BE49-F238E27FC236}">
                        <a16:creationId xmlns:a16="http://schemas.microsoft.com/office/drawing/2014/main" id="{A6C5D17F-13E7-4861-A839-3C56ABD56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sp>
              <p:nvSpPr>
                <p:cNvPr id="53" name="Line 70">
                  <a:extLst>
                    <a:ext uri="{FF2B5EF4-FFF2-40B4-BE49-F238E27FC236}">
                      <a16:creationId xmlns:a16="http://schemas.microsoft.com/office/drawing/2014/main" id="{1C343C91-0F9E-4530-939D-2D9F15DF4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9" name="Grupa 8">
              <a:extLst>
                <a:ext uri="{FF2B5EF4-FFF2-40B4-BE49-F238E27FC236}">
                  <a16:creationId xmlns:a16="http://schemas.microsoft.com/office/drawing/2014/main" id="{92109E9F-E572-4202-B7A6-630155DD5B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B4FF54B2-44F5-42F7-8353-111D80A8D2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nvGrpSpPr>
              <p:cNvPr id="11" name="Grupa 10">
                <a:extLst>
                  <a:ext uri="{FF2B5EF4-FFF2-40B4-BE49-F238E27FC236}">
                    <a16:creationId xmlns:a16="http://schemas.microsoft.com/office/drawing/2014/main" id="{19A2BBF4-4F54-4179-B672-AD4C8D58A3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2F2D95CF-DAE2-4601-B9A6-233F4F2F3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7" name="Freeform 81">
                  <a:extLst>
                    <a:ext uri="{FF2B5EF4-FFF2-40B4-BE49-F238E27FC236}">
                      <a16:creationId xmlns:a16="http://schemas.microsoft.com/office/drawing/2014/main" id="{3CD52B72-C30B-4570-A8AB-78CB884F8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8" name="Freeform 61">
                  <a:extLst>
                    <a:ext uri="{FF2B5EF4-FFF2-40B4-BE49-F238E27FC236}">
                      <a16:creationId xmlns:a16="http://schemas.microsoft.com/office/drawing/2014/main" id="{696A9FBF-C89D-4CF9-A1DC-C0275A3B3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9" name="Freeform 78">
                  <a:extLst>
                    <a:ext uri="{FF2B5EF4-FFF2-40B4-BE49-F238E27FC236}">
                      <a16:creationId xmlns:a16="http://schemas.microsoft.com/office/drawing/2014/main" id="{C50B0ACE-17B4-4F11-BA43-0159796B8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0" name="Freeform 84">
                  <a:extLst>
                    <a:ext uri="{FF2B5EF4-FFF2-40B4-BE49-F238E27FC236}">
                      <a16:creationId xmlns:a16="http://schemas.microsoft.com/office/drawing/2014/main" id="{F0346B01-7019-48B2-9BE7-3E90F590F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1" name="Freeform 87">
                  <a:extLst>
                    <a:ext uri="{FF2B5EF4-FFF2-40B4-BE49-F238E27FC236}">
                      <a16:creationId xmlns:a16="http://schemas.microsoft.com/office/drawing/2014/main" id="{5C186E4B-7559-4E95-9BDD-7DA75E087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2" name="Freeform 60">
                  <a:extLst>
                    <a:ext uri="{FF2B5EF4-FFF2-40B4-BE49-F238E27FC236}">
                      <a16:creationId xmlns:a16="http://schemas.microsoft.com/office/drawing/2014/main" id="{4FFE117A-211E-4BD5-AB76-05026DEC6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3" name="Freeform 59">
                  <a:extLst>
                    <a:ext uri="{FF2B5EF4-FFF2-40B4-BE49-F238E27FC236}">
                      <a16:creationId xmlns:a16="http://schemas.microsoft.com/office/drawing/2014/main" id="{5CC0C412-2859-4E97-924F-291318E6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4" name="Freeform 62">
                  <a:extLst>
                    <a:ext uri="{FF2B5EF4-FFF2-40B4-BE49-F238E27FC236}">
                      <a16:creationId xmlns:a16="http://schemas.microsoft.com/office/drawing/2014/main" id="{AECE441C-0FBF-4F02-9781-35F2487E3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5" name="Freeform 65">
                  <a:extLst>
                    <a:ext uri="{FF2B5EF4-FFF2-40B4-BE49-F238E27FC236}">
                      <a16:creationId xmlns:a16="http://schemas.microsoft.com/office/drawing/2014/main" id="{951A4317-3E34-41B4-BCD9-E6E0627C18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6" name="Freeform 79">
                  <a:extLst>
                    <a:ext uri="{FF2B5EF4-FFF2-40B4-BE49-F238E27FC236}">
                      <a16:creationId xmlns:a16="http://schemas.microsoft.com/office/drawing/2014/main" id="{CE2D40E4-274B-4D43-801B-7B3BAF03E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7" name="Freeform 82">
                  <a:extLst>
                    <a:ext uri="{FF2B5EF4-FFF2-40B4-BE49-F238E27FC236}">
                      <a16:creationId xmlns:a16="http://schemas.microsoft.com/office/drawing/2014/main" id="{2D939FC8-6395-4DCB-B28C-2342BFB72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8" name="Freeform 85">
                  <a:extLst>
                    <a:ext uri="{FF2B5EF4-FFF2-40B4-BE49-F238E27FC236}">
                      <a16:creationId xmlns:a16="http://schemas.microsoft.com/office/drawing/2014/main" id="{620FEEF2-AE91-48CA-8FE7-B50F83E1C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9" name="Freeform 88">
                  <a:extLst>
                    <a:ext uri="{FF2B5EF4-FFF2-40B4-BE49-F238E27FC236}">
                      <a16:creationId xmlns:a16="http://schemas.microsoft.com/office/drawing/2014/main" id="{27050D75-D26B-4BD3-A4A5-68DF13E9C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40" name="Grupa 39">
                  <a:extLst>
                    <a:ext uri="{FF2B5EF4-FFF2-40B4-BE49-F238E27FC236}">
                      <a16:creationId xmlns:a16="http://schemas.microsoft.com/office/drawing/2014/main" id="{37668160-F5BE-4756-B84F-C68992BC7A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E7F90261-4A5A-4C39-B4B3-FEBED04E34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2" name="Line 66">
                    <a:extLst>
                      <a:ext uri="{FF2B5EF4-FFF2-40B4-BE49-F238E27FC236}">
                        <a16:creationId xmlns:a16="http://schemas.microsoft.com/office/drawing/2014/main" id="{71681E7C-A7E8-4F01-9001-3FD1105E1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3" name="Line 67">
                    <a:extLst>
                      <a:ext uri="{FF2B5EF4-FFF2-40B4-BE49-F238E27FC236}">
                        <a16:creationId xmlns:a16="http://schemas.microsoft.com/office/drawing/2014/main" id="{901B0597-C838-4481-A49D-E8D85B631C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4" name="Line 80">
                    <a:extLst>
                      <a:ext uri="{FF2B5EF4-FFF2-40B4-BE49-F238E27FC236}">
                        <a16:creationId xmlns:a16="http://schemas.microsoft.com/office/drawing/2014/main" id="{23C2B0BF-A329-4A97-B3D5-545BC6813E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5" name="Line 83">
                    <a:extLst>
                      <a:ext uri="{FF2B5EF4-FFF2-40B4-BE49-F238E27FC236}">
                        <a16:creationId xmlns:a16="http://schemas.microsoft.com/office/drawing/2014/main" id="{DBCCCA80-4FEE-4C79-8AF3-66B97054C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6" name="Line 86">
                    <a:extLst>
                      <a:ext uri="{FF2B5EF4-FFF2-40B4-BE49-F238E27FC236}">
                        <a16:creationId xmlns:a16="http://schemas.microsoft.com/office/drawing/2014/main" id="{4B9AD13F-808D-4464-989B-F40B3E77B7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7" name="Line 89">
                    <a:extLst>
                      <a:ext uri="{FF2B5EF4-FFF2-40B4-BE49-F238E27FC236}">
                        <a16:creationId xmlns:a16="http://schemas.microsoft.com/office/drawing/2014/main" id="{076473B5-E30F-4635-8789-51368A971B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12" name="Grupa 11">
                <a:extLst>
                  <a:ext uri="{FF2B5EF4-FFF2-40B4-BE49-F238E27FC236}">
                    <a16:creationId xmlns:a16="http://schemas.microsoft.com/office/drawing/2014/main" id="{EF568995-35CF-4C80-A63C-82B47F1BA1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upa 17">
                  <a:extLst>
                    <a:ext uri="{FF2B5EF4-FFF2-40B4-BE49-F238E27FC236}">
                      <a16:creationId xmlns:a16="http://schemas.microsoft.com/office/drawing/2014/main" id="{99432608-19E2-4A3E-A68B-45C8E5DD47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Łącznik prosty 21">
                    <a:extLst>
                      <a:ext uri="{FF2B5EF4-FFF2-40B4-BE49-F238E27FC236}">
                        <a16:creationId xmlns:a16="http://schemas.microsoft.com/office/drawing/2014/main" id="{127A2810-84DE-450A-986B-DE8AF8AE6F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Łącznik prosty 22">
                    <a:extLst>
                      <a:ext uri="{FF2B5EF4-FFF2-40B4-BE49-F238E27FC236}">
                        <a16:creationId xmlns:a16="http://schemas.microsoft.com/office/drawing/2014/main" id="{1A56ED6A-BBD4-4005-A99D-65BCF8047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CFC0629C-AFCE-4D39-87D5-36EF1FE5CF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25" name="Rectangle 30">
                    <a:extLst>
                      <a:ext uri="{FF2B5EF4-FFF2-40B4-BE49-F238E27FC236}">
                        <a16:creationId xmlns:a16="http://schemas.microsoft.com/office/drawing/2014/main" id="{81F3517A-93AD-4DF3-BEC7-E607A73E5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19" name="Grupa 18">
                  <a:extLst>
                    <a:ext uri="{FF2B5EF4-FFF2-40B4-BE49-F238E27FC236}">
                      <a16:creationId xmlns:a16="http://schemas.microsoft.com/office/drawing/2014/main" id="{4CBBC251-E8DD-438C-8733-7D65F461A4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6A94A4D4-EFFA-4AE2-B533-75F01F0F0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21" name="Freeform: Shape 20">
                    <a:extLst>
                      <a:ext uri="{FF2B5EF4-FFF2-40B4-BE49-F238E27FC236}">
                        <a16:creationId xmlns:a16="http://schemas.microsoft.com/office/drawing/2014/main" id="{1F4B0E1D-2F9C-444A-ADBA-BDE9F01D8D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13" name="Grupa 12">
                <a:extLst>
                  <a:ext uri="{FF2B5EF4-FFF2-40B4-BE49-F238E27FC236}">
                    <a16:creationId xmlns:a16="http://schemas.microsoft.com/office/drawing/2014/main" id="{5F5ACA0E-A5DF-4015-8FD4-FA7A53E9D1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upa 13">
                  <a:extLst>
                    <a:ext uri="{FF2B5EF4-FFF2-40B4-BE49-F238E27FC236}">
                      <a16:creationId xmlns:a16="http://schemas.microsoft.com/office/drawing/2014/main" id="{5A4DCFFD-FD3C-42EA-862E-5B792D9020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089A8F3-7530-4C17-848C-580015C3ED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7" name="Freeform 69">
                    <a:extLst>
                      <a:ext uri="{FF2B5EF4-FFF2-40B4-BE49-F238E27FC236}">
                        <a16:creationId xmlns:a16="http://schemas.microsoft.com/office/drawing/2014/main" id="{61D8EA0C-1521-4C6D-8C09-DD6D8F1F2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sp>
              <p:nvSpPr>
                <p:cNvPr id="15" name="Line 70">
                  <a:extLst>
                    <a:ext uri="{FF2B5EF4-FFF2-40B4-BE49-F238E27FC236}">
                      <a16:creationId xmlns:a16="http://schemas.microsoft.com/office/drawing/2014/main" id="{517033B6-6B8A-4BD6-9A52-BF9E9EFBD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cxnSp>
        <p:nvCxnSpPr>
          <p:cNvPr id="173" name="Łącznik prosty 172">
            <a:extLst>
              <a:ext uri="{FF2B5EF4-FFF2-40B4-BE49-F238E27FC236}">
                <a16:creationId xmlns:a16="http://schemas.microsoft.com/office/drawing/2014/main" id="{88D7A558-4107-4032-8E5F-99B445369147}"/>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30384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5" name="Podtytuł 2">
            <a:extLst>
              <a:ext uri="{FF2B5EF4-FFF2-40B4-BE49-F238E27FC236}">
                <a16:creationId xmlns:a16="http://schemas.microsoft.com/office/drawing/2014/main" id="{6B5BCC80-B184-4F6C-B3E3-CFC7F4C41C95}"/>
              </a:ext>
            </a:extLst>
          </p:cNvPr>
          <p:cNvSpPr>
            <a:spLocks noGrp="1"/>
          </p:cNvSpPr>
          <p:nvPr>
            <p:ph type="subTitle" idx="1" hasCustomPrompt="1"/>
          </p:nvPr>
        </p:nvSpPr>
        <p:spPr>
          <a:xfrm>
            <a:off x="990000" y="4113213"/>
            <a:ext cx="4636800" cy="1655762"/>
          </a:xfrm>
        </p:spPr>
        <p:txBody>
          <a:bodyPr rtlCol="0">
            <a:normAutofit/>
          </a:bodyPr>
          <a:lstStyle>
            <a:lvl1pPr marL="0" indent="0" algn="ctr">
              <a:buNone/>
              <a:defRPr/>
            </a:lvl1pPr>
          </a:lstStyle>
          <a:p>
            <a:pPr rtl="0"/>
            <a:r>
              <a:rPr lang="pl-PL" noProof="0">
                <a:cs typeface="Calibri"/>
              </a:rPr>
              <a:t>Imię i nazwisko osoby prowadzącej</a:t>
            </a:r>
            <a:endParaRPr lang="pl-PL" noProof="0"/>
          </a:p>
        </p:txBody>
      </p:sp>
    </p:spTree>
    <p:extLst>
      <p:ext uri="{BB962C8B-B14F-4D97-AF65-F5344CB8AC3E}">
        <p14:creationId xmlns:p14="http://schemas.microsoft.com/office/powerpoint/2010/main" val="4229122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lan spotkania">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530307" y="536573"/>
            <a:ext cx="3856679" cy="1453003"/>
          </a:xfrm>
        </p:spPr>
        <p:txBody>
          <a:bodyPr rtlCol="0"/>
          <a:lstStyle>
            <a:lvl1pPr algn="ctr">
              <a:defRPr/>
            </a:lvl1pPr>
          </a:lstStyle>
          <a:p>
            <a:pPr rtl="0"/>
            <a:r>
              <a:rPr lang="pl-PL" noProof="0"/>
              <a:t>Kliknij, aby edytować styl wzorca tytułu</a:t>
            </a:r>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21791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03" name="Zawartość — symbol zastępczy 2">
            <a:extLst>
              <a:ext uri="{FF2B5EF4-FFF2-40B4-BE49-F238E27FC236}">
                <a16:creationId xmlns:a16="http://schemas.microsoft.com/office/drawing/2014/main" id="{E4838519-F7BD-42C9-BDE6-B4D6DF7E1175}"/>
              </a:ext>
            </a:extLst>
          </p:cNvPr>
          <p:cNvSpPr>
            <a:spLocks noGrp="1"/>
          </p:cNvSpPr>
          <p:nvPr>
            <p:ph idx="13" hasCustomPrompt="1"/>
          </p:nvPr>
        </p:nvSpPr>
        <p:spPr>
          <a:xfrm>
            <a:off x="907606" y="2877018"/>
            <a:ext cx="3060000" cy="2938561"/>
          </a:xfrm>
        </p:spPr>
        <p:txBody>
          <a:bodyPr rtlCol="0">
            <a:normAutofit/>
          </a:bodyPr>
          <a:lstStyle>
            <a:lvl1pPr algn="ctr">
              <a:defRPr/>
            </a:lvl1pPr>
          </a:lstStyle>
          <a:p>
            <a:pPr marL="0" indent="0" algn="ctr" rtl="0">
              <a:buNone/>
            </a:pPr>
            <a:r>
              <a:rPr lang="pl-PL" noProof="0"/>
              <a:t>Kliknij, aby edytować styl wzorca tekstu</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a:xfrm>
            <a:off x="450000" y="6357168"/>
            <a:ext cx="1480400" cy="461665"/>
          </a:xfrm>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a:xfrm>
            <a:off x="1996947" y="6357600"/>
            <a:ext cx="6683376" cy="460800"/>
          </a:xfrm>
        </p:spPr>
        <p:txBody>
          <a:bodyPr rtlCol="0"/>
          <a:lstStyle>
            <a:lvl1pPr algn="l">
              <a:defRPr/>
            </a:lvl1pPr>
          </a:lstStyle>
          <a:p>
            <a:pPr rtl="0"/>
            <a:endParaRPr lang="pl-PL" noProof="0"/>
          </a:p>
        </p:txBody>
      </p:sp>
      <p:sp>
        <p:nvSpPr>
          <p:cNvPr id="9" name="Obraz — symbol zastępczy 8">
            <a:extLst>
              <a:ext uri="{FF2B5EF4-FFF2-40B4-BE49-F238E27FC236}">
                <a16:creationId xmlns:a16="http://schemas.microsoft.com/office/drawing/2014/main" id="{EF1A84F6-2D30-446A-9D91-44FBCB825679}"/>
              </a:ext>
            </a:extLst>
          </p:cNvPr>
          <p:cNvSpPr>
            <a:spLocks noGrp="1"/>
          </p:cNvSpPr>
          <p:nvPr>
            <p:ph type="pic" sz="quarter" idx="14"/>
          </p:nvPr>
        </p:nvSpPr>
        <p:spPr>
          <a:xfrm>
            <a:off x="4979987" y="0"/>
            <a:ext cx="7212013" cy="6858000"/>
          </a:xfrm>
        </p:spPr>
        <p:txBody>
          <a:bodyPr rtlCol="0"/>
          <a:lstStyle/>
          <a:p>
            <a:pPr rtl="0"/>
            <a:r>
              <a:rPr lang="pl-PL" noProof="0"/>
              <a:t>Kliknij ikonę, aby dodać obraz</a:t>
            </a:r>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44646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stęp">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4056600" y="536573"/>
            <a:ext cx="4078800" cy="1453003"/>
          </a:xfrm>
        </p:spPr>
        <p:txBody>
          <a:bodyPr rtlCol="0"/>
          <a:lstStyle>
            <a:lvl1pPr algn="ctr">
              <a:defRPr/>
            </a:lvl1pPr>
          </a:lstStyle>
          <a:p>
            <a:pPr rtl="0"/>
            <a:r>
              <a:rPr lang="pl-PL" noProof="0"/>
              <a:t>Kliknij, aby edytować styl wzorca tytułu</a:t>
            </a:r>
          </a:p>
        </p:txBody>
      </p:sp>
      <p:sp>
        <p:nvSpPr>
          <p:cNvPr id="95" name="Tekst — symbol zastępczy 94">
            <a:extLst>
              <a:ext uri="{FF2B5EF4-FFF2-40B4-BE49-F238E27FC236}">
                <a16:creationId xmlns:a16="http://schemas.microsoft.com/office/drawing/2014/main" id="{376C93AE-577A-4E39-B37B-F54DD619E8E9}"/>
              </a:ext>
            </a:extLst>
          </p:cNvPr>
          <p:cNvSpPr>
            <a:spLocks noGrp="1"/>
          </p:cNvSpPr>
          <p:nvPr>
            <p:ph type="body" sz="quarter" idx="13" hasCustomPrompt="1"/>
          </p:nvPr>
        </p:nvSpPr>
        <p:spPr>
          <a:xfrm>
            <a:off x="3686175" y="2876550"/>
            <a:ext cx="4819650" cy="2875321"/>
          </a:xfrm>
        </p:spPr>
        <p:txBody>
          <a:bodyPr rtlCol="0">
            <a:normAutofit/>
          </a:bodyPr>
          <a:lstStyle>
            <a:lvl1pPr marL="0" indent="0" algn="ctr">
              <a:buNone/>
              <a:defRPr sz="1600" baseline="0"/>
            </a:lvl1pPr>
            <a:lvl2pPr marL="360000" indent="0" algn="ctr">
              <a:buFont typeface="Arial" panose="020B0604020202020204" pitchFamily="34" charset="0"/>
              <a:buNone/>
              <a:defRPr/>
            </a:lvl2pPr>
            <a:lvl3pPr marL="720000" indent="0" algn="ctr">
              <a:buNone/>
              <a:defRPr/>
            </a:lvl3pPr>
            <a:lvl4pPr marL="1080000" indent="0" algn="ctr">
              <a:buFont typeface="Arial" panose="020B0604020202020204" pitchFamily="34" charset="0"/>
              <a:buNone/>
              <a:defRPr/>
            </a:lvl4pPr>
            <a:lvl5pPr marL="1440000" indent="0" algn="ctr">
              <a:buNone/>
              <a:defRPr/>
            </a:lvl5pPr>
          </a:lstStyle>
          <a:p>
            <a:pPr lvl="0" rtl="0"/>
            <a:r>
              <a:rPr lang="pl-PL" noProof="0"/>
              <a:t>Kliknij, aby dodać tekst</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grpSp>
        <p:nvGrpSpPr>
          <p:cNvPr id="6" name="Grupa 5">
            <a:extLst>
              <a:ext uri="{FF2B5EF4-FFF2-40B4-BE49-F238E27FC236}">
                <a16:creationId xmlns:a16="http://schemas.microsoft.com/office/drawing/2014/main" id="{4DF41F26-BFC3-471C-AEBF-8D613043F8A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7" name="Grupa 6">
              <a:extLst>
                <a:ext uri="{FF2B5EF4-FFF2-40B4-BE49-F238E27FC236}">
                  <a16:creationId xmlns:a16="http://schemas.microsoft.com/office/drawing/2014/main" id="{CD3F709F-F0BC-4149-B83C-D6E0B13F9C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6" name="Freeform 64">
                <a:extLst>
                  <a:ext uri="{FF2B5EF4-FFF2-40B4-BE49-F238E27FC236}">
                    <a16:creationId xmlns:a16="http://schemas.microsoft.com/office/drawing/2014/main" id="{5C5EF830-776D-4D9D-B2AD-E2EF27FE2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7" name="Freeform 81">
                <a:extLst>
                  <a:ext uri="{FF2B5EF4-FFF2-40B4-BE49-F238E27FC236}">
                    <a16:creationId xmlns:a16="http://schemas.microsoft.com/office/drawing/2014/main" id="{24555386-DD07-47B5-8731-6188F04409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8" name="Freeform 61">
                <a:extLst>
                  <a:ext uri="{FF2B5EF4-FFF2-40B4-BE49-F238E27FC236}">
                    <a16:creationId xmlns:a16="http://schemas.microsoft.com/office/drawing/2014/main" id="{98AACD5A-587D-4523-8687-E39554A9EE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9" name="Freeform 78">
                <a:extLst>
                  <a:ext uri="{FF2B5EF4-FFF2-40B4-BE49-F238E27FC236}">
                    <a16:creationId xmlns:a16="http://schemas.microsoft.com/office/drawing/2014/main" id="{056E6FE3-AE0B-4665-BDC4-C43B088EA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0" name="Freeform 84">
                <a:extLst>
                  <a:ext uri="{FF2B5EF4-FFF2-40B4-BE49-F238E27FC236}">
                    <a16:creationId xmlns:a16="http://schemas.microsoft.com/office/drawing/2014/main" id="{3341E111-158B-46EB-85CF-76ACE2E63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1" name="Freeform 87">
                <a:extLst>
                  <a:ext uri="{FF2B5EF4-FFF2-40B4-BE49-F238E27FC236}">
                    <a16:creationId xmlns:a16="http://schemas.microsoft.com/office/drawing/2014/main" id="{B6BAC346-F465-42C1-B326-511CDAAF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2" name="Freeform 60">
                <a:extLst>
                  <a:ext uri="{FF2B5EF4-FFF2-40B4-BE49-F238E27FC236}">
                    <a16:creationId xmlns:a16="http://schemas.microsoft.com/office/drawing/2014/main" id="{41EFAE7C-FB00-406B-B543-258ECBA85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3" name="Freeform 59">
                <a:extLst>
                  <a:ext uri="{FF2B5EF4-FFF2-40B4-BE49-F238E27FC236}">
                    <a16:creationId xmlns:a16="http://schemas.microsoft.com/office/drawing/2014/main" id="{7B8E44F7-B4B5-407F-8CBF-2EF396585A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4" name="Freeform 62">
                <a:extLst>
                  <a:ext uri="{FF2B5EF4-FFF2-40B4-BE49-F238E27FC236}">
                    <a16:creationId xmlns:a16="http://schemas.microsoft.com/office/drawing/2014/main" id="{E5CB4BB7-46DD-4D14-AF85-0E13EFBA6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5" name="Freeform 65">
                <a:extLst>
                  <a:ext uri="{FF2B5EF4-FFF2-40B4-BE49-F238E27FC236}">
                    <a16:creationId xmlns:a16="http://schemas.microsoft.com/office/drawing/2014/main" id="{F7F8EDDC-B124-4CF0-9C0B-036D7E9203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6" name="Freeform 79">
                <a:extLst>
                  <a:ext uri="{FF2B5EF4-FFF2-40B4-BE49-F238E27FC236}">
                    <a16:creationId xmlns:a16="http://schemas.microsoft.com/office/drawing/2014/main" id="{F9979D20-23CA-44BF-94E4-277FAA877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7" name="Freeform 82">
                <a:extLst>
                  <a:ext uri="{FF2B5EF4-FFF2-40B4-BE49-F238E27FC236}">
                    <a16:creationId xmlns:a16="http://schemas.microsoft.com/office/drawing/2014/main" id="{64DA53E4-1E27-44B2-9EA5-375E3D20A7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8" name="Freeform 85">
                <a:extLst>
                  <a:ext uri="{FF2B5EF4-FFF2-40B4-BE49-F238E27FC236}">
                    <a16:creationId xmlns:a16="http://schemas.microsoft.com/office/drawing/2014/main" id="{AF41DBD5-F7CA-43C7-B477-6E93D8DC0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9" name="Freeform 88">
                <a:extLst>
                  <a:ext uri="{FF2B5EF4-FFF2-40B4-BE49-F238E27FC236}">
                    <a16:creationId xmlns:a16="http://schemas.microsoft.com/office/drawing/2014/main" id="{8DE355CC-A733-4109-AC9E-4E5E96E35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40" name="Grupa 39">
                <a:extLst>
                  <a:ext uri="{FF2B5EF4-FFF2-40B4-BE49-F238E27FC236}">
                    <a16:creationId xmlns:a16="http://schemas.microsoft.com/office/drawing/2014/main" id="{C60E99C1-AC1B-4267-A404-07CA28EA1A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46BA754B-AF8C-4E32-B5D4-BD2CA1341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2" name="Line 66">
                  <a:extLst>
                    <a:ext uri="{FF2B5EF4-FFF2-40B4-BE49-F238E27FC236}">
                      <a16:creationId xmlns:a16="http://schemas.microsoft.com/office/drawing/2014/main" id="{AA7154F4-DAA9-42B8-9C79-E7D89EB926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3" name="Line 67">
                  <a:extLst>
                    <a:ext uri="{FF2B5EF4-FFF2-40B4-BE49-F238E27FC236}">
                      <a16:creationId xmlns:a16="http://schemas.microsoft.com/office/drawing/2014/main" id="{CFCCE002-4181-4663-B8B4-5B5CC711B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4" name="Line 80">
                  <a:extLst>
                    <a:ext uri="{FF2B5EF4-FFF2-40B4-BE49-F238E27FC236}">
                      <a16:creationId xmlns:a16="http://schemas.microsoft.com/office/drawing/2014/main" id="{B3C1286A-A92F-45A8-A144-C4EBF3B8BC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5" name="Line 83">
                  <a:extLst>
                    <a:ext uri="{FF2B5EF4-FFF2-40B4-BE49-F238E27FC236}">
                      <a16:creationId xmlns:a16="http://schemas.microsoft.com/office/drawing/2014/main" id="{31993490-8FCD-4048-A2E8-0A217FF65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6" name="Line 86">
                  <a:extLst>
                    <a:ext uri="{FF2B5EF4-FFF2-40B4-BE49-F238E27FC236}">
                      <a16:creationId xmlns:a16="http://schemas.microsoft.com/office/drawing/2014/main" id="{33AF3440-700A-44B0-A0D1-1E6301F18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7" name="Line 89">
                  <a:extLst>
                    <a:ext uri="{FF2B5EF4-FFF2-40B4-BE49-F238E27FC236}">
                      <a16:creationId xmlns:a16="http://schemas.microsoft.com/office/drawing/2014/main" id="{F17E7CAB-5E29-47AC-91E8-B488D357F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8" name="Grupa 7">
              <a:extLst>
                <a:ext uri="{FF2B5EF4-FFF2-40B4-BE49-F238E27FC236}">
                  <a16:creationId xmlns:a16="http://schemas.microsoft.com/office/drawing/2014/main" id="{D713AE0B-3A03-4CCB-B15E-CAF75D85583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8" name="Grupa 17">
                <a:extLst>
                  <a:ext uri="{FF2B5EF4-FFF2-40B4-BE49-F238E27FC236}">
                    <a16:creationId xmlns:a16="http://schemas.microsoft.com/office/drawing/2014/main" id="{94CC0330-760F-4B4E-BE37-D345B5B2E8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Łącznik prosty 21">
                  <a:extLst>
                    <a:ext uri="{FF2B5EF4-FFF2-40B4-BE49-F238E27FC236}">
                      <a16:creationId xmlns:a16="http://schemas.microsoft.com/office/drawing/2014/main" id="{8B6C8306-3715-4107-BA99-68EB308CA1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Łącznik prosty 22">
                  <a:extLst>
                    <a:ext uri="{FF2B5EF4-FFF2-40B4-BE49-F238E27FC236}">
                      <a16:creationId xmlns:a16="http://schemas.microsoft.com/office/drawing/2014/main" id="{5A4B3797-F2A4-43E3-B8F8-8BC4B0FBDE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BB27766D-84D5-4D02-AE36-3149427B2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25" name="Rectangle 30">
                  <a:extLst>
                    <a:ext uri="{FF2B5EF4-FFF2-40B4-BE49-F238E27FC236}">
                      <a16:creationId xmlns:a16="http://schemas.microsoft.com/office/drawing/2014/main" id="{8F1C8A62-8495-422A-9A73-9C59C603F6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19" name="Grupa 18">
                <a:extLst>
                  <a:ext uri="{FF2B5EF4-FFF2-40B4-BE49-F238E27FC236}">
                    <a16:creationId xmlns:a16="http://schemas.microsoft.com/office/drawing/2014/main" id="{B1CEBFBC-BC6E-4C5F-BEC4-DD2079D8E2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969A298F-AA6C-4139-992B-E27C08546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21" name="Freeform: Shape 20">
                  <a:extLst>
                    <a:ext uri="{FF2B5EF4-FFF2-40B4-BE49-F238E27FC236}">
                      <a16:creationId xmlns:a16="http://schemas.microsoft.com/office/drawing/2014/main" id="{972AA363-33A2-4979-9DE5-9FA8ACADE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9" name="Grupa 8">
              <a:extLst>
                <a:ext uri="{FF2B5EF4-FFF2-40B4-BE49-F238E27FC236}">
                  <a16:creationId xmlns:a16="http://schemas.microsoft.com/office/drawing/2014/main" id="{A3822750-6B8C-4F83-9CAD-F924EF4937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0" name="Grupa 9">
                <a:extLst>
                  <a:ext uri="{FF2B5EF4-FFF2-40B4-BE49-F238E27FC236}">
                    <a16:creationId xmlns:a16="http://schemas.microsoft.com/office/drawing/2014/main" id="{58523E1A-71CD-4B09-A4F4-07F86003B4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169972B1-6443-4F74-80F9-BB4943CD30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6" name="Freeform 69">
                  <a:extLst>
                    <a:ext uri="{FF2B5EF4-FFF2-40B4-BE49-F238E27FC236}">
                      <a16:creationId xmlns:a16="http://schemas.microsoft.com/office/drawing/2014/main" id="{EB69F32F-40CA-458E-B833-E909ADFDD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7" name="Line 70">
                  <a:extLst>
                    <a:ext uri="{FF2B5EF4-FFF2-40B4-BE49-F238E27FC236}">
                      <a16:creationId xmlns:a16="http://schemas.microsoft.com/office/drawing/2014/main" id="{5B2FEC36-803B-49C9-8313-D558457B25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11" name="Grupa 10">
                <a:extLst>
                  <a:ext uri="{FF2B5EF4-FFF2-40B4-BE49-F238E27FC236}">
                    <a16:creationId xmlns:a16="http://schemas.microsoft.com/office/drawing/2014/main" id="{5178F1E3-F49B-4E7A-BA5C-B2BFD9A636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2" name="Freeform 68">
                  <a:extLst>
                    <a:ext uri="{FF2B5EF4-FFF2-40B4-BE49-F238E27FC236}">
                      <a16:creationId xmlns:a16="http://schemas.microsoft.com/office/drawing/2014/main" id="{9F18055A-6D8B-4373-A010-59AE8C813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3" name="Freeform 69">
                  <a:extLst>
                    <a:ext uri="{FF2B5EF4-FFF2-40B4-BE49-F238E27FC236}">
                      <a16:creationId xmlns:a16="http://schemas.microsoft.com/office/drawing/2014/main" id="{2612E838-0F14-4DE7-AD23-6A8307851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4" name="Line 70">
                  <a:extLst>
                    <a:ext uri="{FF2B5EF4-FFF2-40B4-BE49-F238E27FC236}">
                      <a16:creationId xmlns:a16="http://schemas.microsoft.com/office/drawing/2014/main" id="{AF3F8EED-B567-43E0-8B31-5A5E7AFB2D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grpSp>
        <p:nvGrpSpPr>
          <p:cNvPr id="48" name="Grupa 47">
            <a:extLst>
              <a:ext uri="{FF2B5EF4-FFF2-40B4-BE49-F238E27FC236}">
                <a16:creationId xmlns:a16="http://schemas.microsoft.com/office/drawing/2014/main" id="{952B8C31-9649-4E69-B31C-D77394EE2339}"/>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49" name="Grupa 48">
              <a:extLst>
                <a:ext uri="{FF2B5EF4-FFF2-40B4-BE49-F238E27FC236}">
                  <a16:creationId xmlns:a16="http://schemas.microsoft.com/office/drawing/2014/main" id="{269D1249-EDCC-41AC-BA08-E670FB4E33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8" name="Freeform 64">
                <a:extLst>
                  <a:ext uri="{FF2B5EF4-FFF2-40B4-BE49-F238E27FC236}">
                    <a16:creationId xmlns:a16="http://schemas.microsoft.com/office/drawing/2014/main" id="{EA5EA6EB-846A-4897-AE83-5BDD96A4F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9" name="Freeform 81">
                <a:extLst>
                  <a:ext uri="{FF2B5EF4-FFF2-40B4-BE49-F238E27FC236}">
                    <a16:creationId xmlns:a16="http://schemas.microsoft.com/office/drawing/2014/main" id="{185EF0DB-BE87-4CDD-823B-E66511379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0" name="Freeform 61">
                <a:extLst>
                  <a:ext uri="{FF2B5EF4-FFF2-40B4-BE49-F238E27FC236}">
                    <a16:creationId xmlns:a16="http://schemas.microsoft.com/office/drawing/2014/main" id="{9AC9E234-4400-46EB-92D7-9B53A68B9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1" name="Freeform 78">
                <a:extLst>
                  <a:ext uri="{FF2B5EF4-FFF2-40B4-BE49-F238E27FC236}">
                    <a16:creationId xmlns:a16="http://schemas.microsoft.com/office/drawing/2014/main" id="{A0C06F74-3085-4BB3-9758-D97415975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2" name="Freeform 84">
                <a:extLst>
                  <a:ext uri="{FF2B5EF4-FFF2-40B4-BE49-F238E27FC236}">
                    <a16:creationId xmlns:a16="http://schemas.microsoft.com/office/drawing/2014/main" id="{9EA54D9F-32B0-4B48-B93A-B5A9E3DC6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3" name="Freeform 87">
                <a:extLst>
                  <a:ext uri="{FF2B5EF4-FFF2-40B4-BE49-F238E27FC236}">
                    <a16:creationId xmlns:a16="http://schemas.microsoft.com/office/drawing/2014/main" id="{3858A715-B583-4779-A1D2-86822F2CB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4" name="Freeform 60">
                <a:extLst>
                  <a:ext uri="{FF2B5EF4-FFF2-40B4-BE49-F238E27FC236}">
                    <a16:creationId xmlns:a16="http://schemas.microsoft.com/office/drawing/2014/main" id="{ECAE61B9-0396-4F89-85E9-EB174D639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5" name="Freeform 59">
                <a:extLst>
                  <a:ext uri="{FF2B5EF4-FFF2-40B4-BE49-F238E27FC236}">
                    <a16:creationId xmlns:a16="http://schemas.microsoft.com/office/drawing/2014/main" id="{46E4F030-726A-40ED-810F-C9F2379183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6" name="Freeform 62">
                <a:extLst>
                  <a:ext uri="{FF2B5EF4-FFF2-40B4-BE49-F238E27FC236}">
                    <a16:creationId xmlns:a16="http://schemas.microsoft.com/office/drawing/2014/main" id="{B3148C64-AE70-4F9D-B6CE-5C92B9922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7" name="Freeform 65">
                <a:extLst>
                  <a:ext uri="{FF2B5EF4-FFF2-40B4-BE49-F238E27FC236}">
                    <a16:creationId xmlns:a16="http://schemas.microsoft.com/office/drawing/2014/main" id="{78C97992-BC56-40D7-A639-3D314871C8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8" name="Freeform 79">
                <a:extLst>
                  <a:ext uri="{FF2B5EF4-FFF2-40B4-BE49-F238E27FC236}">
                    <a16:creationId xmlns:a16="http://schemas.microsoft.com/office/drawing/2014/main" id="{469CAD99-0EFE-4B8E-922B-0C2BCFFD5D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9" name="Freeform 82">
                <a:extLst>
                  <a:ext uri="{FF2B5EF4-FFF2-40B4-BE49-F238E27FC236}">
                    <a16:creationId xmlns:a16="http://schemas.microsoft.com/office/drawing/2014/main" id="{1D00B441-E5A3-4411-9B05-8E09BFF62D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0" name="Freeform 85">
                <a:extLst>
                  <a:ext uri="{FF2B5EF4-FFF2-40B4-BE49-F238E27FC236}">
                    <a16:creationId xmlns:a16="http://schemas.microsoft.com/office/drawing/2014/main" id="{3FFE4E0B-A703-4655-B55F-44B3A3902F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1" name="Freeform 88">
                <a:extLst>
                  <a:ext uri="{FF2B5EF4-FFF2-40B4-BE49-F238E27FC236}">
                    <a16:creationId xmlns:a16="http://schemas.microsoft.com/office/drawing/2014/main" id="{F19632C2-B953-4CD1-9EAA-5C1FEA3EF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82" name="Grupa 81">
                <a:extLst>
                  <a:ext uri="{FF2B5EF4-FFF2-40B4-BE49-F238E27FC236}">
                    <a16:creationId xmlns:a16="http://schemas.microsoft.com/office/drawing/2014/main" id="{DBDC3951-9E4C-4062-9B43-3038D9058A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2764EF0E-A104-46C9-B242-778009E49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4" name="Line 66">
                  <a:extLst>
                    <a:ext uri="{FF2B5EF4-FFF2-40B4-BE49-F238E27FC236}">
                      <a16:creationId xmlns:a16="http://schemas.microsoft.com/office/drawing/2014/main" id="{D0A8B652-41E0-456C-9C9F-1F0EC0089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5" name="Line 67">
                  <a:extLst>
                    <a:ext uri="{FF2B5EF4-FFF2-40B4-BE49-F238E27FC236}">
                      <a16:creationId xmlns:a16="http://schemas.microsoft.com/office/drawing/2014/main" id="{802E547A-C876-460C-B6A4-BCE8D39DA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6" name="Line 80">
                  <a:extLst>
                    <a:ext uri="{FF2B5EF4-FFF2-40B4-BE49-F238E27FC236}">
                      <a16:creationId xmlns:a16="http://schemas.microsoft.com/office/drawing/2014/main" id="{00363E6C-7B8D-4E1D-A93E-E73306E1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7" name="Line 83">
                  <a:extLst>
                    <a:ext uri="{FF2B5EF4-FFF2-40B4-BE49-F238E27FC236}">
                      <a16:creationId xmlns:a16="http://schemas.microsoft.com/office/drawing/2014/main" id="{206E174F-B8D0-4FFD-A1B5-56BFC5CCE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8" name="Line 86">
                  <a:extLst>
                    <a:ext uri="{FF2B5EF4-FFF2-40B4-BE49-F238E27FC236}">
                      <a16:creationId xmlns:a16="http://schemas.microsoft.com/office/drawing/2014/main" id="{3A10191E-76B5-4841-B32D-0DF6EAB63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9" name="Line 89">
                  <a:extLst>
                    <a:ext uri="{FF2B5EF4-FFF2-40B4-BE49-F238E27FC236}">
                      <a16:creationId xmlns:a16="http://schemas.microsoft.com/office/drawing/2014/main" id="{CF67EF0B-5FE7-4D99-8B38-95B1706F07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50" name="Grupa 49">
              <a:extLst>
                <a:ext uri="{FF2B5EF4-FFF2-40B4-BE49-F238E27FC236}">
                  <a16:creationId xmlns:a16="http://schemas.microsoft.com/office/drawing/2014/main" id="{0B39CF0F-2997-4D96-8F17-211C97D87D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0" name="Grupa 59">
                <a:extLst>
                  <a:ext uri="{FF2B5EF4-FFF2-40B4-BE49-F238E27FC236}">
                    <a16:creationId xmlns:a16="http://schemas.microsoft.com/office/drawing/2014/main" id="{6408937D-7FFE-4D6C-AF79-1F60035CC7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Łącznik prosty 63">
                  <a:extLst>
                    <a:ext uri="{FF2B5EF4-FFF2-40B4-BE49-F238E27FC236}">
                      <a16:creationId xmlns:a16="http://schemas.microsoft.com/office/drawing/2014/main" id="{749AA60A-BD5D-4647-AE8A-DF411C654B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Łącznik prosty 64">
                  <a:extLst>
                    <a:ext uri="{FF2B5EF4-FFF2-40B4-BE49-F238E27FC236}">
                      <a16:creationId xmlns:a16="http://schemas.microsoft.com/office/drawing/2014/main" id="{3F335D2B-768D-4700-A35C-F54A7BD352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B6F1EDEE-EDB1-4759-9339-8F60B631A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67" name="Rectangle 30">
                  <a:extLst>
                    <a:ext uri="{FF2B5EF4-FFF2-40B4-BE49-F238E27FC236}">
                      <a16:creationId xmlns:a16="http://schemas.microsoft.com/office/drawing/2014/main" id="{305D4D3B-BD5E-44BE-BE6A-4C9184593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61" name="Grupa 60">
                <a:extLst>
                  <a:ext uri="{FF2B5EF4-FFF2-40B4-BE49-F238E27FC236}">
                    <a16:creationId xmlns:a16="http://schemas.microsoft.com/office/drawing/2014/main" id="{30748E9E-1F8D-4FB9-89D6-F5B35B5049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61">
                  <a:extLst>
                    <a:ext uri="{FF2B5EF4-FFF2-40B4-BE49-F238E27FC236}">
                      <a16:creationId xmlns:a16="http://schemas.microsoft.com/office/drawing/2014/main" id="{B56CFFBA-D942-451F-B4E0-133DEA264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63" name="Freeform: Shape 62">
                  <a:extLst>
                    <a:ext uri="{FF2B5EF4-FFF2-40B4-BE49-F238E27FC236}">
                      <a16:creationId xmlns:a16="http://schemas.microsoft.com/office/drawing/2014/main" id="{1B25F38B-03B2-435D-82ED-142D2AB4D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51" name="Grupa 50">
              <a:extLst>
                <a:ext uri="{FF2B5EF4-FFF2-40B4-BE49-F238E27FC236}">
                  <a16:creationId xmlns:a16="http://schemas.microsoft.com/office/drawing/2014/main" id="{E1A0A593-F414-4B02-A355-AC7A50A7E0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2" name="Grupa 51">
                <a:extLst>
                  <a:ext uri="{FF2B5EF4-FFF2-40B4-BE49-F238E27FC236}">
                    <a16:creationId xmlns:a16="http://schemas.microsoft.com/office/drawing/2014/main" id="{1BA06E81-194E-43F2-B418-BF8101EAAE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7" name="Freeform 68">
                  <a:extLst>
                    <a:ext uri="{FF2B5EF4-FFF2-40B4-BE49-F238E27FC236}">
                      <a16:creationId xmlns:a16="http://schemas.microsoft.com/office/drawing/2014/main" id="{ABE6BF78-8FF2-4595-9072-48ACEBE20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8" name="Freeform 69">
                  <a:extLst>
                    <a:ext uri="{FF2B5EF4-FFF2-40B4-BE49-F238E27FC236}">
                      <a16:creationId xmlns:a16="http://schemas.microsoft.com/office/drawing/2014/main" id="{E182745B-1C12-49AC-97AD-501D806E9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9" name="Line 70">
                  <a:extLst>
                    <a:ext uri="{FF2B5EF4-FFF2-40B4-BE49-F238E27FC236}">
                      <a16:creationId xmlns:a16="http://schemas.microsoft.com/office/drawing/2014/main" id="{56B38515-A1C4-46D9-AEC6-E55E1CB73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53" name="Grupa 52">
                <a:extLst>
                  <a:ext uri="{FF2B5EF4-FFF2-40B4-BE49-F238E27FC236}">
                    <a16:creationId xmlns:a16="http://schemas.microsoft.com/office/drawing/2014/main" id="{C9A4424F-2DA0-4E5A-9291-0A5FCE5575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4" name="Freeform 68">
                  <a:extLst>
                    <a:ext uri="{FF2B5EF4-FFF2-40B4-BE49-F238E27FC236}">
                      <a16:creationId xmlns:a16="http://schemas.microsoft.com/office/drawing/2014/main" id="{8609BA22-8E70-41AA-BACA-C9F8A789B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5" name="Freeform 69">
                  <a:extLst>
                    <a:ext uri="{FF2B5EF4-FFF2-40B4-BE49-F238E27FC236}">
                      <a16:creationId xmlns:a16="http://schemas.microsoft.com/office/drawing/2014/main" id="{C2F49FC5-EFC3-4A02-9782-EC06564A9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6" name="Line 70">
                  <a:extLst>
                    <a:ext uri="{FF2B5EF4-FFF2-40B4-BE49-F238E27FC236}">
                      <a16:creationId xmlns:a16="http://schemas.microsoft.com/office/drawing/2014/main" id="{782187F0-090B-4C65-B604-5DD33B4FF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8260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438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dział sekcji">
    <p:spTree>
      <p:nvGrpSpPr>
        <p:cNvPr id="1" name=""/>
        <p:cNvGrpSpPr/>
        <p:nvPr/>
      </p:nvGrpSpPr>
      <p:grpSpPr>
        <a:xfrm>
          <a:off x="0" y="0"/>
          <a:ext cx="0" cy="0"/>
          <a:chOff x="0" y="0"/>
          <a:chExt cx="0" cy="0"/>
        </a:xfrm>
      </p:grpSpPr>
      <p:sp>
        <p:nvSpPr>
          <p:cNvPr id="18" name="Prostokąt 17">
            <a:extLst>
              <a:ext uri="{FF2B5EF4-FFF2-40B4-BE49-F238E27FC236}">
                <a16:creationId xmlns:a16="http://schemas.microsoft.com/office/drawing/2014/main" id="{07C0FA93-7C0D-4CC0-BB42-DF569688ED8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solidFill>
                <a:schemeClr val="bg1">
                  <a:alpha val="20000"/>
                </a:schemeClr>
              </a:solidFill>
              <a:latin typeface="Calibri" panose="020F0502020204030204" pitchFamily="34" charset="0"/>
            </a:endParaRPr>
          </a:p>
        </p:txBody>
      </p:sp>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989400" y="563402"/>
            <a:ext cx="4075200" cy="2058573"/>
          </a:xfrm>
        </p:spPr>
        <p:txBody>
          <a:bodyPr rtlCol="0">
            <a:noAutofit/>
          </a:bodyPr>
          <a:lstStyle>
            <a:lvl1pPr algn="ctr">
              <a:defRPr sz="3200"/>
            </a:lvl1pPr>
          </a:lstStyle>
          <a:p>
            <a:pPr rtl="0"/>
            <a:r>
              <a:rPr lang="pl-PL" noProof="0"/>
              <a:t>Kliknij, aby edytować styl wzorca tytułu</a:t>
            </a:r>
          </a:p>
        </p:txBody>
      </p:sp>
      <p:sp>
        <p:nvSpPr>
          <p:cNvPr id="20" name="Podtytuł 7">
            <a:extLst>
              <a:ext uri="{FF2B5EF4-FFF2-40B4-BE49-F238E27FC236}">
                <a16:creationId xmlns:a16="http://schemas.microsoft.com/office/drawing/2014/main" id="{C2777538-58E6-494C-A27B-B70346B0F395}"/>
              </a:ext>
            </a:extLst>
          </p:cNvPr>
          <p:cNvSpPr>
            <a:spLocks noGrp="1"/>
          </p:cNvSpPr>
          <p:nvPr>
            <p:ph type="subTitle" idx="1" hasCustomPrompt="1"/>
          </p:nvPr>
        </p:nvSpPr>
        <p:spPr>
          <a:xfrm>
            <a:off x="990000" y="4248000"/>
            <a:ext cx="4075200" cy="1520975"/>
          </a:xfrm>
        </p:spPr>
        <p:txBody>
          <a:bodyPr rtlCol="0">
            <a:normAutofit/>
          </a:bodyPr>
          <a:lstStyle>
            <a:lvl1pPr marL="0" indent="0" algn="ctr">
              <a:buNone/>
              <a:defRPr/>
            </a:lvl1pPr>
          </a:lstStyle>
          <a:p>
            <a:pPr rtl="0"/>
            <a:r>
              <a:rPr lang="pl-PL" noProof="0"/>
              <a:t>Podtytuł</a:t>
            </a:r>
          </a:p>
        </p:txBody>
      </p:sp>
      <p:sp>
        <p:nvSpPr>
          <p:cNvPr id="24" name="Obraz — symbol zastępczy 23">
            <a:extLst>
              <a:ext uri="{FF2B5EF4-FFF2-40B4-BE49-F238E27FC236}">
                <a16:creationId xmlns:a16="http://schemas.microsoft.com/office/drawing/2014/main" id="{C9D32952-2D0C-4A3E-9354-E014C717894E}"/>
              </a:ext>
            </a:extLst>
          </p:cNvPr>
          <p:cNvSpPr>
            <a:spLocks noGrp="1"/>
          </p:cNvSpPr>
          <p:nvPr>
            <p:ph type="pic" sz="quarter" idx="13"/>
          </p:nvPr>
        </p:nvSpPr>
        <p:spPr>
          <a:xfrm>
            <a:off x="6654800" y="563563"/>
            <a:ext cx="4995863" cy="2706687"/>
          </a:xfrm>
        </p:spPr>
        <p:txBody>
          <a:bodyPr rtlCol="0"/>
          <a:lstStyle/>
          <a:p>
            <a:pPr rtl="0"/>
            <a:r>
              <a:rPr lang="pl-PL" noProof="0"/>
              <a:t>Kliknij ikonę, aby dodać obraz</a:t>
            </a:r>
          </a:p>
        </p:txBody>
      </p:sp>
      <p:sp>
        <p:nvSpPr>
          <p:cNvPr id="26" name="Obraz — symbol zastępczy 25">
            <a:extLst>
              <a:ext uri="{FF2B5EF4-FFF2-40B4-BE49-F238E27FC236}">
                <a16:creationId xmlns:a16="http://schemas.microsoft.com/office/drawing/2014/main" id="{92FA415D-7F98-4C81-A18F-A114BF021CC5}"/>
              </a:ext>
            </a:extLst>
          </p:cNvPr>
          <p:cNvSpPr>
            <a:spLocks noGrp="1"/>
          </p:cNvSpPr>
          <p:nvPr>
            <p:ph type="pic" sz="quarter" idx="14"/>
          </p:nvPr>
        </p:nvSpPr>
        <p:spPr>
          <a:xfrm>
            <a:off x="6654800" y="3587750"/>
            <a:ext cx="4995863" cy="2698750"/>
          </a:xfrm>
        </p:spPr>
        <p:txBody>
          <a:bodyPr rtlCol="0"/>
          <a:lstStyle/>
          <a:p>
            <a:pPr rtl="0"/>
            <a:r>
              <a:rPr lang="pl-PL" noProof="0"/>
              <a:t>Kliknij ikonę, aby dodać obraz</a:t>
            </a:r>
          </a:p>
        </p:txBody>
      </p:sp>
      <p:grpSp>
        <p:nvGrpSpPr>
          <p:cNvPr id="6" name="Grupa 5">
            <a:extLst>
              <a:ext uri="{FF2B5EF4-FFF2-40B4-BE49-F238E27FC236}">
                <a16:creationId xmlns:a16="http://schemas.microsoft.com/office/drawing/2014/main" id="{36D3DA45-FD99-405B-8BF9-260DD97C0D4F}"/>
              </a:ext>
              <a:ext uri="{C183D7F6-B498-43B3-948B-1728B52AA6E4}">
                <adec:decorative xmlns:adec="http://schemas.microsoft.com/office/drawing/2017/decorative" val="1"/>
              </a:ext>
            </a:extLst>
          </p:cNvPr>
          <p:cNvGrpSpPr/>
          <p:nvPr userDrawn="1">
            <p:extLst>
              <p:ext uri="{386F3935-93C4-4BCD-93E2-E3B085C9AB24}">
                <p16:designElem xmlns:p16="http://schemas.microsoft.com/office/powerpoint/2015/main" val="1"/>
              </p:ext>
            </p:extLst>
          </p:nvPr>
        </p:nvGrpSpPr>
        <p:grpSpPr>
          <a:xfrm>
            <a:off x="1919525" y="2840038"/>
            <a:ext cx="2216150" cy="1177924"/>
            <a:chOff x="4987925" y="2840038"/>
            <a:chExt cx="2216150" cy="1177924"/>
          </a:xfrm>
        </p:grpSpPr>
        <p:sp>
          <p:nvSpPr>
            <p:cNvPr id="7" name="Rectangle 6">
              <a:extLst>
                <a:ext uri="{FF2B5EF4-FFF2-40B4-BE49-F238E27FC236}">
                  <a16:creationId xmlns:a16="http://schemas.microsoft.com/office/drawing/2014/main" id="{C5C2A03C-F372-4C6D-929D-FD97AD439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latin typeface="Calibri" panose="020F0502020204030204" pitchFamily="34" charset="0"/>
              </a:endParaRPr>
            </a:p>
          </p:txBody>
        </p:sp>
        <p:grpSp>
          <p:nvGrpSpPr>
            <p:cNvPr id="8" name="Grupa 7">
              <a:extLst>
                <a:ext uri="{FF2B5EF4-FFF2-40B4-BE49-F238E27FC236}">
                  <a16:creationId xmlns:a16="http://schemas.microsoft.com/office/drawing/2014/main" id="{E8FEDBB3-0BD6-41BC-BB57-9FEC2E96C0F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9" name="Grupa 8">
                <a:extLst>
                  <a:ext uri="{FF2B5EF4-FFF2-40B4-BE49-F238E27FC236}">
                    <a16:creationId xmlns:a16="http://schemas.microsoft.com/office/drawing/2014/main" id="{7D12B81D-3F14-4DA1-BECA-669824832A0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4" name="Freeform 68">
                  <a:extLst>
                    <a:ext uri="{FF2B5EF4-FFF2-40B4-BE49-F238E27FC236}">
                      <a16:creationId xmlns:a16="http://schemas.microsoft.com/office/drawing/2014/main" id="{EA11E57D-88DD-4899-907A-2A5772002FE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5" name="Freeform 69">
                  <a:extLst>
                    <a:ext uri="{FF2B5EF4-FFF2-40B4-BE49-F238E27FC236}">
                      <a16:creationId xmlns:a16="http://schemas.microsoft.com/office/drawing/2014/main" id="{7A5AEE18-30A4-4777-975F-02D107A171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6" name="Line 70">
                  <a:extLst>
                    <a:ext uri="{FF2B5EF4-FFF2-40B4-BE49-F238E27FC236}">
                      <a16:creationId xmlns:a16="http://schemas.microsoft.com/office/drawing/2014/main" id="{39EA21FB-AE36-478E-9770-CB842814390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10" name="Grupa 9">
                <a:extLst>
                  <a:ext uri="{FF2B5EF4-FFF2-40B4-BE49-F238E27FC236}">
                    <a16:creationId xmlns:a16="http://schemas.microsoft.com/office/drawing/2014/main" id="{BC45D5C4-2D3A-4F84-BED1-D9B75234B07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1" name="Freeform 68">
                  <a:extLst>
                    <a:ext uri="{FF2B5EF4-FFF2-40B4-BE49-F238E27FC236}">
                      <a16:creationId xmlns:a16="http://schemas.microsoft.com/office/drawing/2014/main" id="{259762E8-7432-4501-9FE5-92B04D37C7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2" name="Freeform 69">
                  <a:extLst>
                    <a:ext uri="{FF2B5EF4-FFF2-40B4-BE49-F238E27FC236}">
                      <a16:creationId xmlns:a16="http://schemas.microsoft.com/office/drawing/2014/main" id="{FF91FD3E-0148-4B50-8906-7D9CD382A3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3" name="Line 70">
                  <a:extLst>
                    <a:ext uri="{FF2B5EF4-FFF2-40B4-BE49-F238E27FC236}">
                      <a16:creationId xmlns:a16="http://schemas.microsoft.com/office/drawing/2014/main" id="{506FA1AD-488A-4FD4-A79F-4343698EA73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grpSp>
    </p:spTree>
    <p:extLst>
      <p:ext uri="{BB962C8B-B14F-4D97-AF65-F5344CB8AC3E}">
        <p14:creationId xmlns:p14="http://schemas.microsoft.com/office/powerpoint/2010/main" val="1938724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732E59-6597-437B-B2F8-E2DD1F86A8F8}"/>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70E3BC1D-912E-4012-84AC-A509C9EF4F4E}"/>
              </a:ext>
            </a:extLst>
          </p:cNvPr>
          <p:cNvSpPr>
            <a:spLocks noGrp="1"/>
          </p:cNvSpPr>
          <p:nvPr>
            <p:ph idx="1" hasCustomPrompt="1"/>
          </p:nvPr>
        </p:nvSpPr>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E977110C-4AA3-4101-B3BD-140B90AF99C9}"/>
              </a:ext>
            </a:extLst>
          </p:cNvPr>
          <p:cNvSpPr>
            <a:spLocks noGrp="1"/>
          </p:cNvSpPr>
          <p:nvPr>
            <p:ph type="dt" sz="half" idx="10"/>
          </p:nvPr>
        </p:nvSpPr>
        <p:spPr/>
        <p:txBody>
          <a:bodyPr rtlCol="0"/>
          <a:lstStyle>
            <a:lvl1pPr>
              <a:defRPr/>
            </a:lvl1pPr>
          </a:lstStyle>
          <a:p>
            <a:pPr rtl="0"/>
            <a:r>
              <a:rPr lang="pl-PL" noProof="0"/>
              <a:t>20XX</a:t>
            </a:r>
          </a:p>
        </p:txBody>
      </p:sp>
      <p:sp>
        <p:nvSpPr>
          <p:cNvPr id="5" name="Stopka — symbol zastępczy 4">
            <a:extLst>
              <a:ext uri="{FF2B5EF4-FFF2-40B4-BE49-F238E27FC236}">
                <a16:creationId xmlns:a16="http://schemas.microsoft.com/office/drawing/2014/main" id="{4C50F189-4D8E-4DE6-8295-CF92FA8BFDEF}"/>
              </a:ext>
            </a:extLst>
          </p:cNvPr>
          <p:cNvSpPr>
            <a:spLocks noGrp="1"/>
          </p:cNvSpPr>
          <p:nvPr>
            <p:ph type="ftr" sz="quarter" idx="11"/>
          </p:nvPr>
        </p:nvSpPr>
        <p:spPr/>
        <p:txBody>
          <a:bodyPr rtlCol="0"/>
          <a:lstStyle/>
          <a:p>
            <a:pPr rtl="0"/>
            <a:endParaRPr lang="pl-PL" noProof="0"/>
          </a:p>
        </p:txBody>
      </p:sp>
      <p:sp>
        <p:nvSpPr>
          <p:cNvPr id="6" name="Numer slajdu — symbol zastępczy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rtlCol="0"/>
          <a:lstStyle/>
          <a:p>
            <a:pPr rtl="0"/>
            <a:fld id="{FF2BD96E-3838-45D2-9031-D3AF67C920A5}" type="slidenum">
              <a:rPr lang="pl-PL" noProof="0" smtClean="0"/>
              <a:t>‹#›</a:t>
            </a:fld>
            <a:endParaRPr lang="pl-PL" noProof="0"/>
          </a:p>
        </p:txBody>
      </p:sp>
    </p:spTree>
    <p:extLst>
      <p:ext uri="{BB962C8B-B14F-4D97-AF65-F5344CB8AC3E}">
        <p14:creationId xmlns:p14="http://schemas.microsoft.com/office/powerpoint/2010/main" val="1372053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Oś czasu">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732E59-6597-437B-B2F8-E2DD1F86A8F8}"/>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70E3BC1D-912E-4012-84AC-A509C9EF4F4E}"/>
              </a:ext>
            </a:extLst>
          </p:cNvPr>
          <p:cNvSpPr>
            <a:spLocks noGrp="1"/>
          </p:cNvSpPr>
          <p:nvPr>
            <p:ph idx="1" hasCustomPrompt="1"/>
          </p:nvPr>
        </p:nvSpPr>
        <p:spPr>
          <a:xfrm>
            <a:off x="838200" y="1839595"/>
            <a:ext cx="10515600" cy="4154488"/>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E977110C-4AA3-4101-B3BD-140B90AF99C9}"/>
              </a:ext>
            </a:extLst>
          </p:cNvPr>
          <p:cNvSpPr>
            <a:spLocks noGrp="1"/>
          </p:cNvSpPr>
          <p:nvPr>
            <p:ph type="dt" sz="half" idx="10"/>
          </p:nvPr>
        </p:nvSpPr>
        <p:spPr/>
        <p:txBody>
          <a:bodyPr rtlCol="0"/>
          <a:lstStyle>
            <a:lvl1pPr>
              <a:defRPr/>
            </a:lvl1pPr>
          </a:lstStyle>
          <a:p>
            <a:pPr rtl="0"/>
            <a:r>
              <a:rPr lang="pl-PL" noProof="0"/>
              <a:t>20XX</a:t>
            </a:r>
          </a:p>
        </p:txBody>
      </p:sp>
      <p:sp>
        <p:nvSpPr>
          <p:cNvPr id="5" name="Stopka — symbol zastępczy 4">
            <a:extLst>
              <a:ext uri="{FF2B5EF4-FFF2-40B4-BE49-F238E27FC236}">
                <a16:creationId xmlns:a16="http://schemas.microsoft.com/office/drawing/2014/main" id="{4C50F189-4D8E-4DE6-8295-CF92FA8BFDEF}"/>
              </a:ext>
            </a:extLst>
          </p:cNvPr>
          <p:cNvSpPr>
            <a:spLocks noGrp="1"/>
          </p:cNvSpPr>
          <p:nvPr>
            <p:ph type="ftr" sz="quarter" idx="11"/>
          </p:nvPr>
        </p:nvSpPr>
        <p:spPr/>
        <p:txBody>
          <a:bodyPr rtlCol="0"/>
          <a:lstStyle/>
          <a:p>
            <a:pPr rtl="0"/>
            <a:endParaRPr lang="pl-PL" noProof="0"/>
          </a:p>
        </p:txBody>
      </p:sp>
      <p:sp>
        <p:nvSpPr>
          <p:cNvPr id="6" name="Numer slajdu — symbol zastępczy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rtlCol="0"/>
          <a:lstStyle/>
          <a:p>
            <a:pPr rtl="0"/>
            <a:fld id="{FF2BD96E-3838-45D2-9031-D3AF67C920A5}" type="slidenum">
              <a:rPr lang="pl-PL" noProof="0" smtClean="0"/>
              <a:t>‹#›</a:t>
            </a:fld>
            <a:endParaRPr lang="pl-PL" noProof="0"/>
          </a:p>
        </p:txBody>
      </p:sp>
    </p:spTree>
    <p:extLst>
      <p:ext uri="{BB962C8B-B14F-4D97-AF65-F5344CB8AC3E}">
        <p14:creationId xmlns:p14="http://schemas.microsoft.com/office/powerpoint/2010/main" val="637256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ytat">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BA1826-1B3E-4E2E-8D6C-93BCEAA3D6C6}"/>
              </a:ext>
            </a:extLst>
          </p:cNvPr>
          <p:cNvSpPr>
            <a:spLocks noGrp="1"/>
          </p:cNvSpPr>
          <p:nvPr>
            <p:ph type="ctrTitle" hasCustomPrompt="1"/>
          </p:nvPr>
        </p:nvSpPr>
        <p:spPr>
          <a:xfrm>
            <a:off x="7324726" y="4217899"/>
            <a:ext cx="4079874" cy="1132373"/>
          </a:xfrm>
        </p:spPr>
        <p:txBody>
          <a:bodyPr rtlCol="0" anchor="t">
            <a:noAutofit/>
          </a:bodyPr>
          <a:lstStyle>
            <a:lvl1pPr algn="ctr">
              <a:defRPr sz="3200"/>
            </a:lvl1pPr>
          </a:lstStyle>
          <a:p>
            <a:pPr rtl="0"/>
            <a:r>
              <a:rPr lang="pl-PL" noProof="0"/>
              <a:t>Kliknij, aby edytować styl wzorca tytułu</a:t>
            </a:r>
          </a:p>
        </p:txBody>
      </p:sp>
      <p:sp>
        <p:nvSpPr>
          <p:cNvPr id="3" name="Podtytuł 2">
            <a:extLst>
              <a:ext uri="{FF2B5EF4-FFF2-40B4-BE49-F238E27FC236}">
                <a16:creationId xmlns:a16="http://schemas.microsoft.com/office/drawing/2014/main" id="{AAB5F0CE-1714-4650-9690-5676C06349A0}"/>
              </a:ext>
            </a:extLst>
          </p:cNvPr>
          <p:cNvSpPr>
            <a:spLocks noGrp="1"/>
          </p:cNvSpPr>
          <p:nvPr>
            <p:ph type="subTitle" idx="1"/>
          </p:nvPr>
        </p:nvSpPr>
        <p:spPr>
          <a:xfrm>
            <a:off x="7324726" y="1541995"/>
            <a:ext cx="4079874" cy="2457819"/>
          </a:xfrm>
        </p:spPr>
        <p:txBody>
          <a:bodyPr rtlCol="0" anchor="b">
            <a:normAutofit/>
          </a:bodyPr>
          <a:lstStyle>
            <a:lvl1pPr marL="0" indent="0" algn="ctr">
              <a:lnSpc>
                <a:spcPct val="125000"/>
              </a:lnSpc>
              <a:buNone/>
              <a:defRPr sz="32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l-PL" noProof="0"/>
              <a:t>Kliknij, aby edytować styl wzorca podtytułu</a:t>
            </a:r>
          </a:p>
        </p:txBody>
      </p:sp>
      <p:sp>
        <p:nvSpPr>
          <p:cNvPr id="43" name="Obraz — symbol zastępczy 42">
            <a:extLst>
              <a:ext uri="{FF2B5EF4-FFF2-40B4-BE49-F238E27FC236}">
                <a16:creationId xmlns:a16="http://schemas.microsoft.com/office/drawing/2014/main" id="{E0B6C055-B48A-412B-88B0-737289AC0BDB}"/>
              </a:ext>
            </a:extLst>
          </p:cNvPr>
          <p:cNvSpPr>
            <a:spLocks noGrp="1"/>
          </p:cNvSpPr>
          <p:nvPr>
            <p:ph type="pic" sz="quarter" idx="10"/>
          </p:nvPr>
        </p:nvSpPr>
        <p:spPr>
          <a:xfrm>
            <a:off x="539750" y="536575"/>
            <a:ext cx="2366963" cy="2760663"/>
          </a:xfrm>
        </p:spPr>
        <p:txBody>
          <a:bodyPr rtlCol="0"/>
          <a:lstStyle/>
          <a:p>
            <a:pPr rtl="0"/>
            <a:r>
              <a:rPr lang="pl-PL" noProof="0"/>
              <a:t>Kliknij ikonę, aby dodać obraz</a:t>
            </a:r>
          </a:p>
        </p:txBody>
      </p:sp>
      <p:sp>
        <p:nvSpPr>
          <p:cNvPr id="44" name="Obraz — symbol zastępczy 42">
            <a:extLst>
              <a:ext uri="{FF2B5EF4-FFF2-40B4-BE49-F238E27FC236}">
                <a16:creationId xmlns:a16="http://schemas.microsoft.com/office/drawing/2014/main" id="{AE13F241-D0A7-491D-81D3-CB6450291490}"/>
              </a:ext>
            </a:extLst>
          </p:cNvPr>
          <p:cNvSpPr>
            <a:spLocks noGrp="1"/>
          </p:cNvSpPr>
          <p:nvPr>
            <p:ph type="pic" sz="quarter" idx="11"/>
          </p:nvPr>
        </p:nvSpPr>
        <p:spPr>
          <a:xfrm>
            <a:off x="3174887" y="543842"/>
            <a:ext cx="2366963" cy="2760663"/>
          </a:xfrm>
        </p:spPr>
        <p:txBody>
          <a:bodyPr rtlCol="0"/>
          <a:lstStyle/>
          <a:p>
            <a:pPr rtl="0"/>
            <a:r>
              <a:rPr lang="pl-PL" noProof="0"/>
              <a:t>Kliknij ikonę, aby dodać obraz</a:t>
            </a:r>
          </a:p>
        </p:txBody>
      </p:sp>
      <p:sp>
        <p:nvSpPr>
          <p:cNvPr id="46" name="Obraz — symbol zastępczy 42">
            <a:extLst>
              <a:ext uri="{FF2B5EF4-FFF2-40B4-BE49-F238E27FC236}">
                <a16:creationId xmlns:a16="http://schemas.microsoft.com/office/drawing/2014/main" id="{DC189B8E-5A5B-400F-8F5F-63F61759E081}"/>
              </a:ext>
            </a:extLst>
          </p:cNvPr>
          <p:cNvSpPr>
            <a:spLocks noGrp="1"/>
          </p:cNvSpPr>
          <p:nvPr>
            <p:ph type="pic" sz="quarter" idx="12"/>
          </p:nvPr>
        </p:nvSpPr>
        <p:spPr>
          <a:xfrm>
            <a:off x="539642" y="3563566"/>
            <a:ext cx="2366963" cy="2760663"/>
          </a:xfrm>
        </p:spPr>
        <p:txBody>
          <a:bodyPr rtlCol="0"/>
          <a:lstStyle/>
          <a:p>
            <a:pPr rtl="0"/>
            <a:r>
              <a:rPr lang="pl-PL" noProof="0"/>
              <a:t>Kliknij ikonę, aby dodać obraz</a:t>
            </a:r>
          </a:p>
        </p:txBody>
      </p:sp>
      <p:sp>
        <p:nvSpPr>
          <p:cNvPr id="47" name="Obraz — symbol zastępczy 42">
            <a:extLst>
              <a:ext uri="{FF2B5EF4-FFF2-40B4-BE49-F238E27FC236}">
                <a16:creationId xmlns:a16="http://schemas.microsoft.com/office/drawing/2014/main" id="{07055732-D9B3-42AF-9ADA-0D1F8DC2D5FB}"/>
              </a:ext>
            </a:extLst>
          </p:cNvPr>
          <p:cNvSpPr>
            <a:spLocks noGrp="1"/>
          </p:cNvSpPr>
          <p:nvPr>
            <p:ph type="pic" sz="quarter" idx="13"/>
          </p:nvPr>
        </p:nvSpPr>
        <p:spPr>
          <a:xfrm>
            <a:off x="3174779" y="3570833"/>
            <a:ext cx="2366963" cy="2760663"/>
          </a:xfrm>
        </p:spPr>
        <p:txBody>
          <a:bodyPr rtlCol="0"/>
          <a:lstStyle/>
          <a:p>
            <a:pPr rtl="0"/>
            <a:r>
              <a:rPr lang="pl-PL" noProof="0"/>
              <a:t>Kliknij ikonę, aby dodać obraz</a:t>
            </a:r>
          </a:p>
        </p:txBody>
      </p:sp>
      <p:sp>
        <p:nvSpPr>
          <p:cNvPr id="28" name="Data — symbol zastępczy 47">
            <a:extLst>
              <a:ext uri="{FF2B5EF4-FFF2-40B4-BE49-F238E27FC236}">
                <a16:creationId xmlns:a16="http://schemas.microsoft.com/office/drawing/2014/main" id="{5B51C357-082C-45A5-80C8-69FD4B94D329}"/>
              </a:ext>
            </a:extLst>
          </p:cNvPr>
          <p:cNvSpPr txBox="1">
            <a:spLocks/>
          </p:cNvSpPr>
          <p:nvPr userDrawn="1"/>
        </p:nvSpPr>
        <p:spPr>
          <a:xfrm>
            <a:off x="450000" y="6357168"/>
            <a:ext cx="1760150" cy="461665"/>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000" kern="1200" cap="all" spc="2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pl-PL" noProof="0">
                <a:latin typeface="Times New Roman" panose="02020603050405020304" pitchFamily="18" charset="0"/>
              </a:rPr>
              <a:t>20XX</a:t>
            </a:r>
          </a:p>
        </p:txBody>
      </p:sp>
      <p:cxnSp>
        <p:nvCxnSpPr>
          <p:cNvPr id="18" name="Łącznik prosty 17">
            <a:extLst>
              <a:ext uri="{FF2B5EF4-FFF2-40B4-BE49-F238E27FC236}">
                <a16:creationId xmlns:a16="http://schemas.microsoft.com/office/drawing/2014/main" id="{D7ED9792-4CB9-419E-9961-050A9E00E2FA}"/>
              </a:ext>
              <a:ext uri="{C183D7F6-B498-43B3-948B-1728B52AA6E4}">
                <adec:decorative xmlns:adec="http://schemas.microsoft.com/office/drawing/2017/decorative" val="1"/>
              </a:ext>
            </a:extLst>
          </p:cNvPr>
          <p:cNvCxnSpPr>
            <a:cxnSpLocks/>
          </p:cNvCxnSpPr>
          <p:nvPr userDrawn="1"/>
        </p:nvCxnSpPr>
        <p:spPr>
          <a:xfrm>
            <a:off x="60960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9" name="Grupa 18">
            <a:extLst>
              <a:ext uri="{FF2B5EF4-FFF2-40B4-BE49-F238E27FC236}">
                <a16:creationId xmlns:a16="http://schemas.microsoft.com/office/drawing/2014/main" id="{E1EC9E08-1228-4409-88CC-9D1927E83943}"/>
              </a:ext>
              <a:ext uri="{C183D7F6-B498-43B3-948B-1728B52AA6E4}">
                <adec:decorative xmlns:adec="http://schemas.microsoft.com/office/drawing/2017/decorative" val="1"/>
              </a:ext>
            </a:extLst>
          </p:cNvPr>
          <p:cNvGrpSpPr/>
          <p:nvPr userDrawn="1"/>
        </p:nvGrpSpPr>
        <p:grpSpPr>
          <a:xfrm rot="8100000" flipH="1">
            <a:off x="6674373" y="402322"/>
            <a:ext cx="641184" cy="1069728"/>
            <a:chOff x="6484111" y="2967038"/>
            <a:chExt cx="641184" cy="1069728"/>
          </a:xfrm>
        </p:grpSpPr>
        <p:grpSp>
          <p:nvGrpSpPr>
            <p:cNvPr id="20" name="Grupa 19">
              <a:extLst>
                <a:ext uri="{FF2B5EF4-FFF2-40B4-BE49-F238E27FC236}">
                  <a16:creationId xmlns:a16="http://schemas.microsoft.com/office/drawing/2014/main" id="{0A892AB7-AE89-4F73-AE0D-3503473E251A}"/>
                </a:ext>
              </a:extLst>
            </p:cNvPr>
            <p:cNvGrpSpPr/>
            <p:nvPr/>
          </p:nvGrpSpPr>
          <p:grpSpPr>
            <a:xfrm>
              <a:off x="6808136" y="2967038"/>
              <a:ext cx="317159" cy="932400"/>
              <a:chOff x="6808136" y="2967038"/>
              <a:chExt cx="317159" cy="932400"/>
            </a:xfrm>
          </p:grpSpPr>
          <p:sp>
            <p:nvSpPr>
              <p:cNvPr id="25" name="Freeform 68">
                <a:extLst>
                  <a:ext uri="{FF2B5EF4-FFF2-40B4-BE49-F238E27FC236}">
                    <a16:creationId xmlns:a16="http://schemas.microsoft.com/office/drawing/2014/main" id="{734AFAA3-AA68-425A-834B-00F9D3690BA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6" name="Freeform 69">
                <a:extLst>
                  <a:ext uri="{FF2B5EF4-FFF2-40B4-BE49-F238E27FC236}">
                    <a16:creationId xmlns:a16="http://schemas.microsoft.com/office/drawing/2014/main" id="{36ED0F24-8619-4AED-A07A-D075DF2AF24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7" name="Line 70">
                <a:extLst>
                  <a:ext uri="{FF2B5EF4-FFF2-40B4-BE49-F238E27FC236}">
                    <a16:creationId xmlns:a16="http://schemas.microsoft.com/office/drawing/2014/main" id="{21E04150-0D06-4DFB-A73B-66DED0A5CFC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21" name="Grupa 20">
              <a:extLst>
                <a:ext uri="{FF2B5EF4-FFF2-40B4-BE49-F238E27FC236}">
                  <a16:creationId xmlns:a16="http://schemas.microsoft.com/office/drawing/2014/main" id="{EA3C053E-6843-4D44-A64D-A37FD38410B0}"/>
                </a:ext>
              </a:extLst>
            </p:cNvPr>
            <p:cNvGrpSpPr/>
            <p:nvPr/>
          </p:nvGrpSpPr>
          <p:grpSpPr>
            <a:xfrm rot="18900000" flipH="1">
              <a:off x="6484111" y="3104366"/>
              <a:ext cx="317159" cy="932400"/>
              <a:chOff x="6808136" y="2967038"/>
              <a:chExt cx="317159" cy="932400"/>
            </a:xfrm>
          </p:grpSpPr>
          <p:sp>
            <p:nvSpPr>
              <p:cNvPr id="22" name="Freeform 68">
                <a:extLst>
                  <a:ext uri="{FF2B5EF4-FFF2-40B4-BE49-F238E27FC236}">
                    <a16:creationId xmlns:a16="http://schemas.microsoft.com/office/drawing/2014/main" id="{A84DD506-3B91-4CE4-AE62-8E2FCA17D9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3" name="Freeform 69">
                <a:extLst>
                  <a:ext uri="{FF2B5EF4-FFF2-40B4-BE49-F238E27FC236}">
                    <a16:creationId xmlns:a16="http://schemas.microsoft.com/office/drawing/2014/main" id="{18C6659C-7CBF-419E-B2AB-53A6FBB4FFEA}"/>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4" name="Line 70">
                <a:extLst>
                  <a:ext uri="{FF2B5EF4-FFF2-40B4-BE49-F238E27FC236}">
                    <a16:creationId xmlns:a16="http://schemas.microsoft.com/office/drawing/2014/main" id="{C7B1B371-3EFF-4F0E-8B44-1A397B69DDF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sp>
        <p:nvSpPr>
          <p:cNvPr id="29" name="Stopka — symbol zastępczy 48">
            <a:extLst>
              <a:ext uri="{FF2B5EF4-FFF2-40B4-BE49-F238E27FC236}">
                <a16:creationId xmlns:a16="http://schemas.microsoft.com/office/drawing/2014/main" id="{B217CCF8-D1B0-4B96-AF9D-78BFAEE6D77D}"/>
              </a:ext>
            </a:extLst>
          </p:cNvPr>
          <p:cNvSpPr txBox="1">
            <a:spLocks/>
          </p:cNvSpPr>
          <p:nvPr userDrawn="1"/>
        </p:nvSpPr>
        <p:spPr>
          <a:xfrm>
            <a:off x="2754312" y="6357600"/>
            <a:ext cx="6683376" cy="460800"/>
          </a:xfrm>
          <a:prstGeom prst="rect">
            <a:avLst/>
          </a:prstGeom>
        </p:spPr>
        <p:txBody>
          <a:bodyPr vert="horz" lIns="91440" tIns="45720" rIns="91440" bIns="45720" rtlCol="0" anchor="ctr"/>
          <a:lstStyle>
            <a:defPPr>
              <a:defRPr lang="en-US"/>
            </a:defPPr>
            <a:lvl1pPr marL="0" algn="ctr" defTabSz="914400" rtl="0" eaLnBrk="1" latinLnBrk="0" hangingPunct="1">
              <a:defRPr sz="1000" kern="1200" cap="all" spc="3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pl-PL" noProof="0">
                <a:latin typeface="Times New Roman" panose="02020603050405020304" pitchFamily="18" charset="0"/>
              </a:rPr>
              <a:t>Przykładowy tekst stopki</a:t>
            </a:r>
          </a:p>
        </p:txBody>
      </p:sp>
      <p:grpSp>
        <p:nvGrpSpPr>
          <p:cNvPr id="30" name="Grupa 29">
            <a:extLst>
              <a:ext uri="{FF2B5EF4-FFF2-40B4-BE49-F238E27FC236}">
                <a16:creationId xmlns:a16="http://schemas.microsoft.com/office/drawing/2014/main" id="{615108B9-F897-467F-809F-6A4A2AE7EA20}"/>
              </a:ext>
              <a:ext uri="{C183D7F6-B498-43B3-948B-1728B52AA6E4}">
                <adec:decorative xmlns:adec="http://schemas.microsoft.com/office/drawing/2017/decorative" val="1"/>
              </a:ext>
            </a:extLst>
          </p:cNvPr>
          <p:cNvGrpSpPr/>
          <p:nvPr userDrawn="1"/>
        </p:nvGrpSpPr>
        <p:grpSpPr>
          <a:xfrm rot="18900000" flipH="1">
            <a:off x="11020475" y="5368081"/>
            <a:ext cx="641184" cy="1069728"/>
            <a:chOff x="6484111" y="2967038"/>
            <a:chExt cx="641184" cy="1069728"/>
          </a:xfrm>
        </p:grpSpPr>
        <p:grpSp>
          <p:nvGrpSpPr>
            <p:cNvPr id="31" name="Grupa 30">
              <a:extLst>
                <a:ext uri="{FF2B5EF4-FFF2-40B4-BE49-F238E27FC236}">
                  <a16:creationId xmlns:a16="http://schemas.microsoft.com/office/drawing/2014/main" id="{86413051-FD79-4060-A702-60F38BF4A35C}"/>
                </a:ext>
              </a:extLst>
            </p:cNvPr>
            <p:cNvGrpSpPr/>
            <p:nvPr/>
          </p:nvGrpSpPr>
          <p:grpSpPr>
            <a:xfrm>
              <a:off x="6808136" y="2967038"/>
              <a:ext cx="317159" cy="932400"/>
              <a:chOff x="6808136" y="2967038"/>
              <a:chExt cx="317159" cy="932400"/>
            </a:xfrm>
          </p:grpSpPr>
          <p:sp>
            <p:nvSpPr>
              <p:cNvPr id="36" name="Freeform 68">
                <a:extLst>
                  <a:ext uri="{FF2B5EF4-FFF2-40B4-BE49-F238E27FC236}">
                    <a16:creationId xmlns:a16="http://schemas.microsoft.com/office/drawing/2014/main" id="{B764F2D9-1B19-42EA-9AF0-6050DDABAA0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7" name="Freeform 69">
                <a:extLst>
                  <a:ext uri="{FF2B5EF4-FFF2-40B4-BE49-F238E27FC236}">
                    <a16:creationId xmlns:a16="http://schemas.microsoft.com/office/drawing/2014/main" id="{557F4B3F-3926-4C1D-ABBF-B2380987179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8" name="Line 70">
                <a:extLst>
                  <a:ext uri="{FF2B5EF4-FFF2-40B4-BE49-F238E27FC236}">
                    <a16:creationId xmlns:a16="http://schemas.microsoft.com/office/drawing/2014/main" id="{81E74331-4EEB-49F8-912F-1DF74636E77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32" name="Grupa 31">
              <a:extLst>
                <a:ext uri="{FF2B5EF4-FFF2-40B4-BE49-F238E27FC236}">
                  <a16:creationId xmlns:a16="http://schemas.microsoft.com/office/drawing/2014/main" id="{E88BEEF7-57D3-43D4-9EBA-6948ED40B433}"/>
                </a:ext>
              </a:extLst>
            </p:cNvPr>
            <p:cNvGrpSpPr/>
            <p:nvPr/>
          </p:nvGrpSpPr>
          <p:grpSpPr>
            <a:xfrm rot="18900000" flipH="1">
              <a:off x="6484111" y="3104366"/>
              <a:ext cx="317159" cy="932400"/>
              <a:chOff x="6808136" y="2967038"/>
              <a:chExt cx="317159" cy="932400"/>
            </a:xfrm>
          </p:grpSpPr>
          <p:sp>
            <p:nvSpPr>
              <p:cNvPr id="33" name="Freeform 68">
                <a:extLst>
                  <a:ext uri="{FF2B5EF4-FFF2-40B4-BE49-F238E27FC236}">
                    <a16:creationId xmlns:a16="http://schemas.microsoft.com/office/drawing/2014/main" id="{0CD7B047-B489-4D5B-9C32-1BA667136A12}"/>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4" name="Freeform 69">
                <a:extLst>
                  <a:ext uri="{FF2B5EF4-FFF2-40B4-BE49-F238E27FC236}">
                    <a16:creationId xmlns:a16="http://schemas.microsoft.com/office/drawing/2014/main" id="{2B703141-C1B3-4AFF-991F-D77B298AE8B4}"/>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5" name="Line 70">
                <a:extLst>
                  <a:ext uri="{FF2B5EF4-FFF2-40B4-BE49-F238E27FC236}">
                    <a16:creationId xmlns:a16="http://schemas.microsoft.com/office/drawing/2014/main" id="{FEEBB32D-FA5C-432C-B55F-1F74A4D13F17}"/>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sp>
        <p:nvSpPr>
          <p:cNvPr id="39" name="Numer slajdu — symbol zastępczy 49">
            <a:extLst>
              <a:ext uri="{FF2B5EF4-FFF2-40B4-BE49-F238E27FC236}">
                <a16:creationId xmlns:a16="http://schemas.microsoft.com/office/drawing/2014/main" id="{FAE9A1BE-DDB9-4362-A4F6-BE1A07DBF6F1}"/>
              </a:ext>
            </a:extLst>
          </p:cNvPr>
          <p:cNvSpPr txBox="1">
            <a:spLocks/>
          </p:cNvSpPr>
          <p:nvPr userDrawn="1"/>
        </p:nvSpPr>
        <p:spPr>
          <a:xfrm>
            <a:off x="9982800" y="6357600"/>
            <a:ext cx="1760150" cy="460800"/>
          </a:xfrm>
          <a:prstGeom prst="rect">
            <a:avLst/>
          </a:prstGeom>
        </p:spPr>
        <p:txBody>
          <a:bodyPr vert="horz" lIns="91440" tIns="45720" rIns="91440" bIns="45720" rtlCol="0" anchor="ctr"/>
          <a:lstStyle>
            <a:defPPr>
              <a:defRPr lang="en-US"/>
            </a:defPPr>
            <a:lvl1pPr marL="0" algn="r" defTabSz="914400" rtl="0" eaLnBrk="1" latinLnBrk="0" hangingPunct="1">
              <a:defRPr sz="1000" kern="1200" cap="all" spc="2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fld id="{D39607A7-8386-47DB-8578-DDEDD194E5D4}" type="slidenum">
              <a:rPr lang="pl-PL" noProof="0" smtClean="0">
                <a:latin typeface="Times New Roman" panose="02020603050405020304" pitchFamily="18" charset="0"/>
              </a:rPr>
              <a:pPr/>
              <a:t>‹#›</a:t>
            </a:fld>
            <a:endParaRPr lang="pl-PL" noProof="0">
              <a:latin typeface="Times New Roman" panose="02020603050405020304" pitchFamily="18" charset="0"/>
            </a:endParaRPr>
          </a:p>
        </p:txBody>
      </p:sp>
    </p:spTree>
    <p:extLst>
      <p:ext uri="{BB962C8B-B14F-4D97-AF65-F5344CB8AC3E}">
        <p14:creationId xmlns:p14="http://schemas.microsoft.com/office/powerpoint/2010/main" val="1283764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espó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p:txBody>
          <a:bodyPr rtlCol="0"/>
          <a:lstStyle>
            <a:lvl1pPr algn="ctr">
              <a:defRPr/>
            </a:lvl1pPr>
          </a:lstStyle>
          <a:p>
            <a:pPr rtl="0"/>
            <a:r>
              <a:rPr lang="pl-PL" noProof="0"/>
              <a:t>Kliknij, aby edytować styl wzorca tytułu</a:t>
            </a:r>
          </a:p>
        </p:txBody>
      </p:sp>
      <p:sp>
        <p:nvSpPr>
          <p:cNvPr id="14" name="Obraz — symbol zastępczy 13">
            <a:extLst>
              <a:ext uri="{FF2B5EF4-FFF2-40B4-BE49-F238E27FC236}">
                <a16:creationId xmlns:a16="http://schemas.microsoft.com/office/drawing/2014/main" id="{BC50FC60-9736-40BD-8EF0-51BD04771675}"/>
              </a:ext>
            </a:extLst>
          </p:cNvPr>
          <p:cNvSpPr>
            <a:spLocks noGrp="1"/>
          </p:cNvSpPr>
          <p:nvPr>
            <p:ph type="pic" sz="quarter" idx="13"/>
          </p:nvPr>
        </p:nvSpPr>
        <p:spPr>
          <a:xfrm>
            <a:off x="1166813" y="2479675"/>
            <a:ext cx="1587500" cy="2330450"/>
          </a:xfrm>
        </p:spPr>
        <p:txBody>
          <a:bodyPr rtlCol="0"/>
          <a:lstStyle/>
          <a:p>
            <a:pPr rtl="0"/>
            <a:r>
              <a:rPr lang="pl-PL" noProof="0"/>
              <a:t>Kliknij ikonę, aby dodać obraz</a:t>
            </a:r>
          </a:p>
        </p:txBody>
      </p:sp>
      <p:sp>
        <p:nvSpPr>
          <p:cNvPr id="15" name="Obraz — symbol zastępczy 13">
            <a:extLst>
              <a:ext uri="{FF2B5EF4-FFF2-40B4-BE49-F238E27FC236}">
                <a16:creationId xmlns:a16="http://schemas.microsoft.com/office/drawing/2014/main" id="{7D564077-E600-44C8-B691-00C1C3ECC1C6}"/>
              </a:ext>
            </a:extLst>
          </p:cNvPr>
          <p:cNvSpPr>
            <a:spLocks noGrp="1"/>
          </p:cNvSpPr>
          <p:nvPr>
            <p:ph type="pic" sz="quarter" idx="14"/>
          </p:nvPr>
        </p:nvSpPr>
        <p:spPr>
          <a:xfrm>
            <a:off x="3228885" y="2479675"/>
            <a:ext cx="1587500" cy="2330450"/>
          </a:xfrm>
        </p:spPr>
        <p:txBody>
          <a:bodyPr rtlCol="0"/>
          <a:lstStyle/>
          <a:p>
            <a:pPr rtl="0"/>
            <a:r>
              <a:rPr lang="pl-PL" noProof="0"/>
              <a:t>Kliknij ikonę, aby dodać obraz</a:t>
            </a:r>
          </a:p>
        </p:txBody>
      </p:sp>
      <p:sp>
        <p:nvSpPr>
          <p:cNvPr id="16" name="Obraz — symbol zastępczy 13">
            <a:extLst>
              <a:ext uri="{FF2B5EF4-FFF2-40B4-BE49-F238E27FC236}">
                <a16:creationId xmlns:a16="http://schemas.microsoft.com/office/drawing/2014/main" id="{5EF6670B-24A6-4EC1-AB19-83414A6BFC81}"/>
              </a:ext>
            </a:extLst>
          </p:cNvPr>
          <p:cNvSpPr>
            <a:spLocks noGrp="1"/>
          </p:cNvSpPr>
          <p:nvPr>
            <p:ph type="pic" sz="quarter" idx="15"/>
          </p:nvPr>
        </p:nvSpPr>
        <p:spPr>
          <a:xfrm>
            <a:off x="5302249" y="2479675"/>
            <a:ext cx="1587500" cy="2330450"/>
          </a:xfrm>
        </p:spPr>
        <p:txBody>
          <a:bodyPr rtlCol="0"/>
          <a:lstStyle/>
          <a:p>
            <a:pPr rtl="0"/>
            <a:r>
              <a:rPr lang="pl-PL" noProof="0"/>
              <a:t>Kliknij ikonę, aby dodać obraz</a:t>
            </a:r>
          </a:p>
        </p:txBody>
      </p:sp>
      <p:sp>
        <p:nvSpPr>
          <p:cNvPr id="17" name="Obraz — symbol zastępczy 13">
            <a:extLst>
              <a:ext uri="{FF2B5EF4-FFF2-40B4-BE49-F238E27FC236}">
                <a16:creationId xmlns:a16="http://schemas.microsoft.com/office/drawing/2014/main" id="{DCE770BA-A562-4780-AEC9-94BC0C7C53FA}"/>
              </a:ext>
            </a:extLst>
          </p:cNvPr>
          <p:cNvSpPr>
            <a:spLocks noGrp="1"/>
          </p:cNvSpPr>
          <p:nvPr>
            <p:ph type="pic" sz="quarter" idx="16"/>
          </p:nvPr>
        </p:nvSpPr>
        <p:spPr>
          <a:xfrm>
            <a:off x="7364764" y="2479675"/>
            <a:ext cx="1587500" cy="2330450"/>
          </a:xfrm>
        </p:spPr>
        <p:txBody>
          <a:bodyPr rtlCol="0"/>
          <a:lstStyle/>
          <a:p>
            <a:pPr rtl="0"/>
            <a:r>
              <a:rPr lang="pl-PL" noProof="0"/>
              <a:t>Kliknij ikonę, aby dodać obraz</a:t>
            </a:r>
          </a:p>
        </p:txBody>
      </p:sp>
      <p:sp>
        <p:nvSpPr>
          <p:cNvPr id="18" name="Obraz — symbol zastępczy 13">
            <a:extLst>
              <a:ext uri="{FF2B5EF4-FFF2-40B4-BE49-F238E27FC236}">
                <a16:creationId xmlns:a16="http://schemas.microsoft.com/office/drawing/2014/main" id="{C627DB31-AE80-40F1-A5C7-E1FBE1521BD4}"/>
              </a:ext>
            </a:extLst>
          </p:cNvPr>
          <p:cNvSpPr>
            <a:spLocks noGrp="1"/>
          </p:cNvSpPr>
          <p:nvPr>
            <p:ph type="pic" sz="quarter" idx="17"/>
          </p:nvPr>
        </p:nvSpPr>
        <p:spPr>
          <a:xfrm>
            <a:off x="9437688" y="2479675"/>
            <a:ext cx="1587500" cy="2330450"/>
          </a:xfrm>
        </p:spPr>
        <p:txBody>
          <a:bodyPr rtlCol="0"/>
          <a:lstStyle/>
          <a:p>
            <a:pPr rtl="0"/>
            <a:r>
              <a:rPr lang="pl-PL" noProof="0"/>
              <a:t>Kliknij ikonę, aby dodać obraz</a:t>
            </a:r>
          </a:p>
        </p:txBody>
      </p:sp>
      <p:cxnSp>
        <p:nvCxnSpPr>
          <p:cNvPr id="11" name="Łącznik prosty 10">
            <a:extLst>
              <a:ext uri="{FF2B5EF4-FFF2-40B4-BE49-F238E27FC236}">
                <a16:creationId xmlns:a16="http://schemas.microsoft.com/office/drawing/2014/main" id="{CDA79604-04BA-44C3-8188-694F8E9C2360}"/>
              </a:ext>
              <a:ext uri="{C183D7F6-B498-43B3-948B-1728B52AA6E4}">
                <adec:decorative xmlns:adec="http://schemas.microsoft.com/office/drawing/2017/decorative" val="1"/>
              </a:ext>
            </a:extLst>
          </p:cNvPr>
          <p:cNvCxnSpPr>
            <a:cxnSpLocks/>
          </p:cNvCxnSpPr>
          <p:nvPr userDrawn="1"/>
        </p:nvCxnSpPr>
        <p:spPr>
          <a:xfrm>
            <a:off x="5826000" y="1911592"/>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9" name="Tekst — symbol zastępczy 27">
            <a:extLst>
              <a:ext uri="{FF2B5EF4-FFF2-40B4-BE49-F238E27FC236}">
                <a16:creationId xmlns:a16="http://schemas.microsoft.com/office/drawing/2014/main" id="{325542BB-A1DE-421A-898F-007CCBCC1040}"/>
              </a:ext>
            </a:extLst>
          </p:cNvPr>
          <p:cNvSpPr>
            <a:spLocks noGrp="1"/>
          </p:cNvSpPr>
          <p:nvPr>
            <p:ph type="body" sz="quarter" idx="18"/>
          </p:nvPr>
        </p:nvSpPr>
        <p:spPr>
          <a:xfrm>
            <a:off x="1166813"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0" name="Tekst — symbol zastępczy 27">
            <a:extLst>
              <a:ext uri="{FF2B5EF4-FFF2-40B4-BE49-F238E27FC236}">
                <a16:creationId xmlns:a16="http://schemas.microsoft.com/office/drawing/2014/main" id="{95E87339-255E-4557-9768-A292ED25DBA8}"/>
              </a:ext>
            </a:extLst>
          </p:cNvPr>
          <p:cNvSpPr>
            <a:spLocks noGrp="1"/>
          </p:cNvSpPr>
          <p:nvPr>
            <p:ph type="body" sz="quarter" idx="19"/>
          </p:nvPr>
        </p:nvSpPr>
        <p:spPr>
          <a:xfrm>
            <a:off x="1166813"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1" name="Tekst — symbol zastępczy 27">
            <a:extLst>
              <a:ext uri="{FF2B5EF4-FFF2-40B4-BE49-F238E27FC236}">
                <a16:creationId xmlns:a16="http://schemas.microsoft.com/office/drawing/2014/main" id="{969EC781-370F-41FC-AD76-0728B465E512}"/>
              </a:ext>
            </a:extLst>
          </p:cNvPr>
          <p:cNvSpPr>
            <a:spLocks noGrp="1"/>
          </p:cNvSpPr>
          <p:nvPr>
            <p:ph type="body" sz="quarter" idx="20"/>
          </p:nvPr>
        </p:nvSpPr>
        <p:spPr>
          <a:xfrm>
            <a:off x="3228885"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2" name="Tekst — symbol zastępczy 27">
            <a:extLst>
              <a:ext uri="{FF2B5EF4-FFF2-40B4-BE49-F238E27FC236}">
                <a16:creationId xmlns:a16="http://schemas.microsoft.com/office/drawing/2014/main" id="{50C960BB-D9A3-417D-87D9-E93363FB5850}"/>
              </a:ext>
            </a:extLst>
          </p:cNvPr>
          <p:cNvSpPr>
            <a:spLocks noGrp="1"/>
          </p:cNvSpPr>
          <p:nvPr>
            <p:ph type="body" sz="quarter" idx="21"/>
          </p:nvPr>
        </p:nvSpPr>
        <p:spPr>
          <a:xfrm>
            <a:off x="3228885"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3" name="Tekst — symbol zastępczy 27">
            <a:extLst>
              <a:ext uri="{FF2B5EF4-FFF2-40B4-BE49-F238E27FC236}">
                <a16:creationId xmlns:a16="http://schemas.microsoft.com/office/drawing/2014/main" id="{714B566C-453D-4E47-8BE0-2EF7145AD3AF}"/>
              </a:ext>
            </a:extLst>
          </p:cNvPr>
          <p:cNvSpPr>
            <a:spLocks noGrp="1"/>
          </p:cNvSpPr>
          <p:nvPr>
            <p:ph type="body" sz="quarter" idx="22"/>
          </p:nvPr>
        </p:nvSpPr>
        <p:spPr>
          <a:xfrm>
            <a:off x="5302249"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4" name="Tekst — symbol zastępczy 27">
            <a:extLst>
              <a:ext uri="{FF2B5EF4-FFF2-40B4-BE49-F238E27FC236}">
                <a16:creationId xmlns:a16="http://schemas.microsoft.com/office/drawing/2014/main" id="{8C9D423F-AE1B-476A-AC7E-F34CE6ABFA31}"/>
              </a:ext>
            </a:extLst>
          </p:cNvPr>
          <p:cNvSpPr>
            <a:spLocks noGrp="1"/>
          </p:cNvSpPr>
          <p:nvPr>
            <p:ph type="body" sz="quarter" idx="23"/>
          </p:nvPr>
        </p:nvSpPr>
        <p:spPr>
          <a:xfrm>
            <a:off x="5302249"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5" name="Tekst — symbol zastępczy 27">
            <a:extLst>
              <a:ext uri="{FF2B5EF4-FFF2-40B4-BE49-F238E27FC236}">
                <a16:creationId xmlns:a16="http://schemas.microsoft.com/office/drawing/2014/main" id="{F25DCDC4-ECAE-47AB-8ED3-07D8D33BF181}"/>
              </a:ext>
            </a:extLst>
          </p:cNvPr>
          <p:cNvSpPr>
            <a:spLocks noGrp="1"/>
          </p:cNvSpPr>
          <p:nvPr>
            <p:ph type="body" sz="quarter" idx="24"/>
          </p:nvPr>
        </p:nvSpPr>
        <p:spPr>
          <a:xfrm>
            <a:off x="7364765"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6" name="Tekst — symbol zastępczy 27">
            <a:extLst>
              <a:ext uri="{FF2B5EF4-FFF2-40B4-BE49-F238E27FC236}">
                <a16:creationId xmlns:a16="http://schemas.microsoft.com/office/drawing/2014/main" id="{1A7D8398-681A-475F-9624-02EFB0099D50}"/>
              </a:ext>
            </a:extLst>
          </p:cNvPr>
          <p:cNvSpPr>
            <a:spLocks noGrp="1"/>
          </p:cNvSpPr>
          <p:nvPr>
            <p:ph type="body" sz="quarter" idx="25"/>
          </p:nvPr>
        </p:nvSpPr>
        <p:spPr>
          <a:xfrm>
            <a:off x="7364765"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7" name="Tekst — symbol zastępczy 27">
            <a:extLst>
              <a:ext uri="{FF2B5EF4-FFF2-40B4-BE49-F238E27FC236}">
                <a16:creationId xmlns:a16="http://schemas.microsoft.com/office/drawing/2014/main" id="{9692C358-06E1-468E-90F8-9F5F3918233E}"/>
              </a:ext>
            </a:extLst>
          </p:cNvPr>
          <p:cNvSpPr>
            <a:spLocks noGrp="1"/>
          </p:cNvSpPr>
          <p:nvPr>
            <p:ph type="body" sz="quarter" idx="26"/>
          </p:nvPr>
        </p:nvSpPr>
        <p:spPr>
          <a:xfrm>
            <a:off x="9437688"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8" name="Tekst — symbol zastępczy 27">
            <a:extLst>
              <a:ext uri="{FF2B5EF4-FFF2-40B4-BE49-F238E27FC236}">
                <a16:creationId xmlns:a16="http://schemas.microsoft.com/office/drawing/2014/main" id="{2167CC03-B865-47EB-83C3-CA5CDC584C0F}"/>
              </a:ext>
            </a:extLst>
          </p:cNvPr>
          <p:cNvSpPr>
            <a:spLocks noGrp="1"/>
          </p:cNvSpPr>
          <p:nvPr>
            <p:ph type="body" sz="quarter" idx="27"/>
          </p:nvPr>
        </p:nvSpPr>
        <p:spPr>
          <a:xfrm>
            <a:off x="9437688"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1885303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D84AEE3-6C7B-402E-B26D-1D079D78D307}"/>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B1101641-6BDA-433D-9393-1DDACE06701C}"/>
              </a:ext>
            </a:extLst>
          </p:cNvPr>
          <p:cNvSpPr>
            <a:spLocks noGrp="1"/>
          </p:cNvSpPr>
          <p:nvPr>
            <p:ph sz="half" idx="1" hasCustomPrompt="1"/>
          </p:nvPr>
        </p:nvSpPr>
        <p:spPr>
          <a:xfrm>
            <a:off x="989400" y="1685925"/>
            <a:ext cx="4928400" cy="4092575"/>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Zawartość — symbol zastępczy 3">
            <a:extLst>
              <a:ext uri="{FF2B5EF4-FFF2-40B4-BE49-F238E27FC236}">
                <a16:creationId xmlns:a16="http://schemas.microsoft.com/office/drawing/2014/main" id="{DB8F8D2A-A489-488D-B1E1-23F36D3E95C7}"/>
              </a:ext>
            </a:extLst>
          </p:cNvPr>
          <p:cNvSpPr>
            <a:spLocks noGrp="1"/>
          </p:cNvSpPr>
          <p:nvPr>
            <p:ph sz="half" idx="2" hasCustomPrompt="1"/>
          </p:nvPr>
        </p:nvSpPr>
        <p:spPr>
          <a:xfrm>
            <a:off x="6274202" y="1685925"/>
            <a:ext cx="4928400" cy="4092575"/>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Data — symbol zastępczy 4">
            <a:extLst>
              <a:ext uri="{FF2B5EF4-FFF2-40B4-BE49-F238E27FC236}">
                <a16:creationId xmlns:a16="http://schemas.microsoft.com/office/drawing/2014/main" id="{1CA242E8-AEEF-4BBD-94E9-86F89D69522C}"/>
              </a:ext>
            </a:extLst>
          </p:cNvPr>
          <p:cNvSpPr>
            <a:spLocks noGrp="1"/>
          </p:cNvSpPr>
          <p:nvPr>
            <p:ph type="dt" sz="half" idx="10"/>
          </p:nvPr>
        </p:nvSpPr>
        <p:spPr/>
        <p:txBody>
          <a:bodyPr rtlCol="0"/>
          <a:lstStyle>
            <a:lvl1pPr>
              <a:defRPr/>
            </a:lvl1pPr>
          </a:lstStyle>
          <a:p>
            <a:pPr rtl="0"/>
            <a:r>
              <a:rPr lang="pl-PL" noProof="0"/>
              <a:t>20XX</a:t>
            </a:r>
          </a:p>
        </p:txBody>
      </p:sp>
      <p:sp>
        <p:nvSpPr>
          <p:cNvPr id="6" name="Stopka — symbol zastępczy 5">
            <a:extLst>
              <a:ext uri="{FF2B5EF4-FFF2-40B4-BE49-F238E27FC236}">
                <a16:creationId xmlns:a16="http://schemas.microsoft.com/office/drawing/2014/main" id="{BD58D2CA-06C9-412D-A5D6-F97DDBBB03DB}"/>
              </a:ext>
            </a:extLst>
          </p:cNvPr>
          <p:cNvSpPr>
            <a:spLocks noGrp="1"/>
          </p:cNvSpPr>
          <p:nvPr>
            <p:ph type="ftr" sz="quarter" idx="11"/>
          </p:nvPr>
        </p:nvSpPr>
        <p:spPr/>
        <p:txBody>
          <a:bodyPr rtlCol="0"/>
          <a:lstStyle/>
          <a:p>
            <a:pPr rtl="0"/>
            <a:endParaRPr lang="pl-PL" noProof="0"/>
          </a:p>
        </p:txBody>
      </p:sp>
      <p:sp>
        <p:nvSpPr>
          <p:cNvPr id="7" name="Numer slajdu — symbol zastępczy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2730545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7A42251-8A4B-463E-982B-C657C3810F36}"/>
              </a:ext>
            </a:extLst>
          </p:cNvPr>
          <p:cNvSpPr>
            <a:spLocks noGrp="1"/>
          </p:cNvSpPr>
          <p:nvPr>
            <p:ph type="title" hasCustomPrompt="1"/>
          </p:nvPr>
        </p:nvSpPr>
        <p:spPr>
          <a:xfrm>
            <a:off x="989400" y="395289"/>
            <a:ext cx="10213200" cy="1112836"/>
          </a:xfrm>
        </p:spPr>
        <p:txBody>
          <a:bodyPr rtlCol="0"/>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61C74D5E-AC0B-46BF-8840-61CC89C3B6BE}"/>
              </a:ext>
            </a:extLst>
          </p:cNvPr>
          <p:cNvSpPr>
            <a:spLocks noGrp="1"/>
          </p:cNvSpPr>
          <p:nvPr>
            <p:ph type="body" idx="1" hasCustomPrompt="1"/>
          </p:nvPr>
        </p:nvSpPr>
        <p:spPr>
          <a:xfrm>
            <a:off x="989399" y="1736732"/>
            <a:ext cx="4928400" cy="661912"/>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4" name="Zawartość — symbol zastępczy 3">
            <a:extLst>
              <a:ext uri="{FF2B5EF4-FFF2-40B4-BE49-F238E27FC236}">
                <a16:creationId xmlns:a16="http://schemas.microsoft.com/office/drawing/2014/main" id="{901A0738-7A90-4A35-AB98-9656D6187286}"/>
              </a:ext>
            </a:extLst>
          </p:cNvPr>
          <p:cNvSpPr>
            <a:spLocks noGrp="1"/>
          </p:cNvSpPr>
          <p:nvPr>
            <p:ph sz="half" idx="2" hasCustomPrompt="1"/>
          </p:nvPr>
        </p:nvSpPr>
        <p:spPr>
          <a:xfrm>
            <a:off x="989400" y="2431256"/>
            <a:ext cx="4928400" cy="3347244"/>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Tekst — symbol zastępczy 4">
            <a:extLst>
              <a:ext uri="{FF2B5EF4-FFF2-40B4-BE49-F238E27FC236}">
                <a16:creationId xmlns:a16="http://schemas.microsoft.com/office/drawing/2014/main" id="{5DADFE01-1BA7-4288-9355-8B2B508BE582}"/>
              </a:ext>
            </a:extLst>
          </p:cNvPr>
          <p:cNvSpPr>
            <a:spLocks noGrp="1"/>
          </p:cNvSpPr>
          <p:nvPr>
            <p:ph type="body" sz="quarter" idx="3" hasCustomPrompt="1"/>
          </p:nvPr>
        </p:nvSpPr>
        <p:spPr>
          <a:xfrm>
            <a:off x="6274200" y="1736732"/>
            <a:ext cx="4928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6" name="Zawartość — symbol zastępczy 5">
            <a:extLst>
              <a:ext uri="{FF2B5EF4-FFF2-40B4-BE49-F238E27FC236}">
                <a16:creationId xmlns:a16="http://schemas.microsoft.com/office/drawing/2014/main" id="{F7D49F77-6C55-47AC-B1AE-5D9906DBD7F6}"/>
              </a:ext>
            </a:extLst>
          </p:cNvPr>
          <p:cNvSpPr>
            <a:spLocks noGrp="1"/>
          </p:cNvSpPr>
          <p:nvPr>
            <p:ph sz="quarter" idx="4" hasCustomPrompt="1"/>
          </p:nvPr>
        </p:nvSpPr>
        <p:spPr>
          <a:xfrm>
            <a:off x="6274200" y="2431257"/>
            <a:ext cx="4928400" cy="3347244"/>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7" name="Data — symbol zastępczy 6">
            <a:extLst>
              <a:ext uri="{FF2B5EF4-FFF2-40B4-BE49-F238E27FC236}">
                <a16:creationId xmlns:a16="http://schemas.microsoft.com/office/drawing/2014/main" id="{21D8EF53-AF86-47E8-83DC-8C419847A639}"/>
              </a:ext>
            </a:extLst>
          </p:cNvPr>
          <p:cNvSpPr>
            <a:spLocks noGrp="1"/>
          </p:cNvSpPr>
          <p:nvPr>
            <p:ph type="dt" sz="half" idx="10"/>
          </p:nvPr>
        </p:nvSpPr>
        <p:spPr/>
        <p:txBody>
          <a:bodyPr rtlCol="0"/>
          <a:lstStyle>
            <a:lvl1pPr>
              <a:defRPr/>
            </a:lvl1pPr>
          </a:lstStyle>
          <a:p>
            <a:pPr rtl="0"/>
            <a:r>
              <a:rPr lang="pl-PL" noProof="0"/>
              <a:t>20XX</a:t>
            </a:r>
          </a:p>
        </p:txBody>
      </p:sp>
      <p:sp>
        <p:nvSpPr>
          <p:cNvPr id="8" name="Stopka — symbol zastępczy 7">
            <a:extLst>
              <a:ext uri="{FF2B5EF4-FFF2-40B4-BE49-F238E27FC236}">
                <a16:creationId xmlns:a16="http://schemas.microsoft.com/office/drawing/2014/main" id="{5C01D653-ED9A-46D3-A97F-B5FA1DAE6CA9}"/>
              </a:ext>
            </a:extLst>
          </p:cNvPr>
          <p:cNvSpPr>
            <a:spLocks noGrp="1"/>
          </p:cNvSpPr>
          <p:nvPr>
            <p:ph type="ftr" sz="quarter" idx="11"/>
          </p:nvPr>
        </p:nvSpPr>
        <p:spPr/>
        <p:txBody>
          <a:bodyPr rtlCol="0"/>
          <a:lstStyle/>
          <a:p>
            <a:pPr rtl="0"/>
            <a:endParaRPr lang="pl-PL" noProof="0"/>
          </a:p>
        </p:txBody>
      </p:sp>
      <p:sp>
        <p:nvSpPr>
          <p:cNvPr id="9" name="Numer slajdu — symbol zastępczy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4185498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olumna zawartości 3 ">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7A42251-8A4B-463E-982B-C657C3810F36}"/>
              </a:ext>
            </a:extLst>
          </p:cNvPr>
          <p:cNvSpPr>
            <a:spLocks noGrp="1"/>
          </p:cNvSpPr>
          <p:nvPr>
            <p:ph type="title" hasCustomPrompt="1"/>
          </p:nvPr>
        </p:nvSpPr>
        <p:spPr>
          <a:xfrm>
            <a:off x="989400" y="395289"/>
            <a:ext cx="10213200" cy="1112836"/>
          </a:xfrm>
        </p:spPr>
        <p:txBody>
          <a:bodyPr rtlCol="0"/>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61C74D5E-AC0B-46BF-8840-61CC89C3B6BE}"/>
              </a:ext>
            </a:extLst>
          </p:cNvPr>
          <p:cNvSpPr>
            <a:spLocks noGrp="1"/>
          </p:cNvSpPr>
          <p:nvPr>
            <p:ph type="body" idx="1" hasCustomPrompt="1"/>
          </p:nvPr>
        </p:nvSpPr>
        <p:spPr>
          <a:xfrm>
            <a:off x="989399" y="1736732"/>
            <a:ext cx="2971400" cy="661912"/>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4" name="Zawartość — symbol zastępczy 3">
            <a:extLst>
              <a:ext uri="{FF2B5EF4-FFF2-40B4-BE49-F238E27FC236}">
                <a16:creationId xmlns:a16="http://schemas.microsoft.com/office/drawing/2014/main" id="{901A0738-7A90-4A35-AB98-9656D6187286}"/>
              </a:ext>
            </a:extLst>
          </p:cNvPr>
          <p:cNvSpPr>
            <a:spLocks noGrp="1"/>
          </p:cNvSpPr>
          <p:nvPr>
            <p:ph sz="half" idx="2" hasCustomPrompt="1"/>
          </p:nvPr>
        </p:nvSpPr>
        <p:spPr>
          <a:xfrm>
            <a:off x="989400" y="2431256"/>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Tekst — symbol zastępczy 4">
            <a:extLst>
              <a:ext uri="{FF2B5EF4-FFF2-40B4-BE49-F238E27FC236}">
                <a16:creationId xmlns:a16="http://schemas.microsoft.com/office/drawing/2014/main" id="{5DADFE01-1BA7-4288-9355-8B2B508BE582}"/>
              </a:ext>
            </a:extLst>
          </p:cNvPr>
          <p:cNvSpPr>
            <a:spLocks noGrp="1"/>
          </p:cNvSpPr>
          <p:nvPr>
            <p:ph type="body" sz="quarter" idx="3" hasCustomPrompt="1"/>
          </p:nvPr>
        </p:nvSpPr>
        <p:spPr>
          <a:xfrm>
            <a:off x="4610300" y="1756025"/>
            <a:ext cx="2971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6" name="Zawartość — symbol zastępczy 5">
            <a:extLst>
              <a:ext uri="{FF2B5EF4-FFF2-40B4-BE49-F238E27FC236}">
                <a16:creationId xmlns:a16="http://schemas.microsoft.com/office/drawing/2014/main" id="{F7D49F77-6C55-47AC-B1AE-5D9906DBD7F6}"/>
              </a:ext>
            </a:extLst>
          </p:cNvPr>
          <p:cNvSpPr>
            <a:spLocks noGrp="1"/>
          </p:cNvSpPr>
          <p:nvPr>
            <p:ph sz="quarter" idx="4" hasCustomPrompt="1"/>
          </p:nvPr>
        </p:nvSpPr>
        <p:spPr>
          <a:xfrm>
            <a:off x="4610300" y="2450550"/>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10" name="Tekst — symbol zastępczy 4">
            <a:extLst>
              <a:ext uri="{FF2B5EF4-FFF2-40B4-BE49-F238E27FC236}">
                <a16:creationId xmlns:a16="http://schemas.microsoft.com/office/drawing/2014/main" id="{65563541-7DAA-4F84-BBAB-31C12F6AE981}"/>
              </a:ext>
            </a:extLst>
          </p:cNvPr>
          <p:cNvSpPr>
            <a:spLocks noGrp="1"/>
          </p:cNvSpPr>
          <p:nvPr>
            <p:ph type="body" sz="quarter" idx="13" hasCustomPrompt="1"/>
          </p:nvPr>
        </p:nvSpPr>
        <p:spPr>
          <a:xfrm>
            <a:off x="8231200" y="1756025"/>
            <a:ext cx="2971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11" name="Zawartość — symbol zastępczy 5">
            <a:extLst>
              <a:ext uri="{FF2B5EF4-FFF2-40B4-BE49-F238E27FC236}">
                <a16:creationId xmlns:a16="http://schemas.microsoft.com/office/drawing/2014/main" id="{AE3321C3-E759-4DD7-BFA1-2E724B8DDBF0}"/>
              </a:ext>
            </a:extLst>
          </p:cNvPr>
          <p:cNvSpPr>
            <a:spLocks noGrp="1"/>
          </p:cNvSpPr>
          <p:nvPr>
            <p:ph sz="quarter" idx="14" hasCustomPrompt="1"/>
          </p:nvPr>
        </p:nvSpPr>
        <p:spPr>
          <a:xfrm>
            <a:off x="8231200" y="2450550"/>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7" name="Data — symbol zastępczy 6">
            <a:extLst>
              <a:ext uri="{FF2B5EF4-FFF2-40B4-BE49-F238E27FC236}">
                <a16:creationId xmlns:a16="http://schemas.microsoft.com/office/drawing/2014/main" id="{21D8EF53-AF86-47E8-83DC-8C419847A639}"/>
              </a:ext>
            </a:extLst>
          </p:cNvPr>
          <p:cNvSpPr>
            <a:spLocks noGrp="1"/>
          </p:cNvSpPr>
          <p:nvPr>
            <p:ph type="dt" sz="half" idx="10"/>
          </p:nvPr>
        </p:nvSpPr>
        <p:spPr/>
        <p:txBody>
          <a:bodyPr rtlCol="0"/>
          <a:lstStyle>
            <a:lvl1pPr>
              <a:defRPr/>
            </a:lvl1pPr>
          </a:lstStyle>
          <a:p>
            <a:pPr rtl="0"/>
            <a:r>
              <a:rPr lang="pl-PL" noProof="0"/>
              <a:t>20XX</a:t>
            </a:r>
          </a:p>
        </p:txBody>
      </p:sp>
      <p:sp>
        <p:nvSpPr>
          <p:cNvPr id="8" name="Stopka — symbol zastępczy 7">
            <a:extLst>
              <a:ext uri="{FF2B5EF4-FFF2-40B4-BE49-F238E27FC236}">
                <a16:creationId xmlns:a16="http://schemas.microsoft.com/office/drawing/2014/main" id="{5C01D653-ED9A-46D3-A97F-B5FA1DAE6CA9}"/>
              </a:ext>
            </a:extLst>
          </p:cNvPr>
          <p:cNvSpPr>
            <a:spLocks noGrp="1"/>
          </p:cNvSpPr>
          <p:nvPr>
            <p:ph type="ftr" sz="quarter" idx="11"/>
          </p:nvPr>
        </p:nvSpPr>
        <p:spPr/>
        <p:txBody>
          <a:bodyPr rtlCol="0"/>
          <a:lstStyle/>
          <a:p>
            <a:pPr rtl="0"/>
            <a:endParaRPr lang="pl-PL" noProof="0"/>
          </a:p>
        </p:txBody>
      </p:sp>
      <p:sp>
        <p:nvSpPr>
          <p:cNvPr id="9" name="Numer slajdu — symbol zastępczy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1936496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odsumowanie  ">
    <p:spTree>
      <p:nvGrpSpPr>
        <p:cNvPr id="1" name=""/>
        <p:cNvGrpSpPr/>
        <p:nvPr/>
      </p:nvGrpSpPr>
      <p:grpSpPr>
        <a:xfrm>
          <a:off x="0" y="0"/>
          <a:ext cx="0" cy="0"/>
          <a:chOff x="0" y="0"/>
          <a:chExt cx="0" cy="0"/>
        </a:xfrm>
      </p:grpSpPr>
      <p:sp>
        <p:nvSpPr>
          <p:cNvPr id="9" name="Prostokąt 8">
            <a:extLst>
              <a:ext uri="{FF2B5EF4-FFF2-40B4-BE49-F238E27FC236}">
                <a16:creationId xmlns:a16="http://schemas.microsoft.com/office/drawing/2014/main" id="{B4910FDC-FCA3-4F39-AC3F-821172639127}"/>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2937" y="0"/>
            <a:ext cx="386715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solidFill>
                <a:schemeClr val="bg1">
                  <a:alpha val="20000"/>
                </a:schemeClr>
              </a:solidFill>
              <a:latin typeface="Calibri" panose="020F0502020204030204" pitchFamily="34" charset="0"/>
            </a:endParaRPr>
          </a:p>
        </p:txBody>
      </p:sp>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4318001" y="536573"/>
            <a:ext cx="7424950" cy="1453003"/>
          </a:xfrm>
        </p:spPr>
        <p:txBody>
          <a:bodyPr rtlCol="0"/>
          <a:lstStyle>
            <a:lvl1pPr algn="ctr">
              <a:defRPr/>
            </a:lvl1pPr>
          </a:lstStyle>
          <a:p>
            <a:pPr rtl="0"/>
            <a:r>
              <a:rPr lang="pl-PL" noProof="0"/>
              <a:t>Kliknij, aby edytować styl wzorca tytułu</a:t>
            </a:r>
          </a:p>
        </p:txBody>
      </p:sp>
      <p:sp>
        <p:nvSpPr>
          <p:cNvPr id="11" name="Obraz — symbol zastępczy 10">
            <a:extLst>
              <a:ext uri="{FF2B5EF4-FFF2-40B4-BE49-F238E27FC236}">
                <a16:creationId xmlns:a16="http://schemas.microsoft.com/office/drawing/2014/main" id="{6F0F278F-99B1-49C2-968B-C983DF8121A9}"/>
              </a:ext>
            </a:extLst>
          </p:cNvPr>
          <p:cNvSpPr>
            <a:spLocks noGrp="1"/>
          </p:cNvSpPr>
          <p:nvPr>
            <p:ph type="pic" sz="quarter" idx="14"/>
          </p:nvPr>
        </p:nvSpPr>
        <p:spPr>
          <a:xfrm>
            <a:off x="627063" y="536575"/>
            <a:ext cx="2616200" cy="1743075"/>
          </a:xfrm>
        </p:spPr>
        <p:txBody>
          <a:bodyPr rtlCol="0"/>
          <a:lstStyle/>
          <a:p>
            <a:pPr rtl="0"/>
            <a:r>
              <a:rPr lang="pl-PL" noProof="0"/>
              <a:t>Kliknij ikonę, aby dodać obraz</a:t>
            </a:r>
          </a:p>
        </p:txBody>
      </p:sp>
      <p:sp>
        <p:nvSpPr>
          <p:cNvPr id="207" name="Obraz — symbol zastępczy 10">
            <a:extLst>
              <a:ext uri="{FF2B5EF4-FFF2-40B4-BE49-F238E27FC236}">
                <a16:creationId xmlns:a16="http://schemas.microsoft.com/office/drawing/2014/main" id="{524BD50E-995A-4DB3-8E0A-E7F1FC636936}"/>
              </a:ext>
            </a:extLst>
          </p:cNvPr>
          <p:cNvSpPr>
            <a:spLocks noGrp="1"/>
          </p:cNvSpPr>
          <p:nvPr>
            <p:ph type="pic" sz="quarter" idx="15"/>
          </p:nvPr>
        </p:nvSpPr>
        <p:spPr>
          <a:xfrm>
            <a:off x="616853" y="2557090"/>
            <a:ext cx="2616200" cy="1743075"/>
          </a:xfrm>
        </p:spPr>
        <p:txBody>
          <a:bodyPr rtlCol="0"/>
          <a:lstStyle/>
          <a:p>
            <a:pPr rtl="0"/>
            <a:r>
              <a:rPr lang="pl-PL" noProof="0"/>
              <a:t>Kliknij ikonę, aby dodać obraz</a:t>
            </a:r>
          </a:p>
        </p:txBody>
      </p:sp>
      <p:sp>
        <p:nvSpPr>
          <p:cNvPr id="208" name="Obraz — symbol zastępczy 10">
            <a:extLst>
              <a:ext uri="{FF2B5EF4-FFF2-40B4-BE49-F238E27FC236}">
                <a16:creationId xmlns:a16="http://schemas.microsoft.com/office/drawing/2014/main" id="{ABAB6489-3F37-4A20-8777-093046E5C82D}"/>
              </a:ext>
            </a:extLst>
          </p:cNvPr>
          <p:cNvSpPr>
            <a:spLocks noGrp="1"/>
          </p:cNvSpPr>
          <p:nvPr>
            <p:ph type="pic" sz="quarter" idx="16"/>
          </p:nvPr>
        </p:nvSpPr>
        <p:spPr>
          <a:xfrm>
            <a:off x="627063" y="4576347"/>
            <a:ext cx="2616200" cy="1743075"/>
          </a:xfrm>
        </p:spPr>
        <p:txBody>
          <a:bodyPr rtlCol="0"/>
          <a:lstStyle/>
          <a:p>
            <a:pPr rtl="0"/>
            <a:r>
              <a:rPr lang="pl-PL" noProof="0"/>
              <a:t>Kliknij ikonę, aby dodać obraz</a:t>
            </a:r>
          </a:p>
        </p:txBody>
      </p:sp>
      <p:sp>
        <p:nvSpPr>
          <p:cNvPr id="7" name="Tekst — symbol zastępczy 6">
            <a:extLst>
              <a:ext uri="{FF2B5EF4-FFF2-40B4-BE49-F238E27FC236}">
                <a16:creationId xmlns:a16="http://schemas.microsoft.com/office/drawing/2014/main" id="{92523157-52E2-4F89-B3C9-EA9FE7914BAB}"/>
              </a:ext>
            </a:extLst>
          </p:cNvPr>
          <p:cNvSpPr>
            <a:spLocks noGrp="1"/>
          </p:cNvSpPr>
          <p:nvPr>
            <p:ph type="body" sz="quarter" idx="17" hasCustomPrompt="1"/>
          </p:nvPr>
        </p:nvSpPr>
        <p:spPr>
          <a:xfrm>
            <a:off x="4864100" y="2876550"/>
            <a:ext cx="6332538" cy="3219450"/>
          </a:xfrm>
        </p:spPr>
        <p:txBody>
          <a:bodyPr rtlCol="0">
            <a:normAutofit/>
          </a:bodyPr>
          <a:lstStyle>
            <a:lvl1pPr marL="0" indent="0" algn="ctr">
              <a:buNone/>
              <a:defRPr sz="1900"/>
            </a:lvl1pPr>
            <a:lvl2pPr marL="360000" indent="0" algn="ctr">
              <a:buFont typeface="Arial" panose="020B0604020202020204" pitchFamily="34" charset="0"/>
              <a:buNone/>
              <a:defRPr/>
            </a:lvl2pPr>
            <a:lvl3pPr marL="720000" indent="0" algn="ctr">
              <a:buNone/>
              <a:defRPr/>
            </a:lvl3pPr>
            <a:lvl4pPr marL="1080000" indent="0" algn="ctr">
              <a:buFont typeface="Arial" panose="020B0604020202020204" pitchFamily="34" charset="0"/>
              <a:buNone/>
              <a:defRPr/>
            </a:lvl4pPr>
            <a:lvl5pPr marL="1440000" indent="0" algn="ctr">
              <a:buNone/>
              <a:defRPr/>
            </a:lvl5pPr>
          </a:lstStyle>
          <a:p>
            <a:pPr lvl="0" rtl="0"/>
            <a:r>
              <a:rPr lang="pl-PL" noProof="0"/>
              <a:t>Kliknij, aby edytować tekst</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a:xfrm>
            <a:off x="4318000" y="6357167"/>
            <a:ext cx="1760150" cy="461665"/>
          </a:xfrm>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a:xfrm>
            <a:off x="6356725" y="6357600"/>
            <a:ext cx="3347285" cy="460800"/>
          </a:xfrm>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7417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21678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amknięc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p:nvPr>
        </p:nvSpPr>
        <p:spPr>
          <a:xfrm>
            <a:off x="7794707" y="536573"/>
            <a:ext cx="3856679" cy="1453003"/>
          </a:xfrm>
        </p:spPr>
        <p:txBody>
          <a:bodyPr rtlCol="0"/>
          <a:lstStyle>
            <a:lvl1pPr algn="ctr">
              <a:defRPr/>
            </a:lvl1pPr>
          </a:lstStyle>
          <a:p>
            <a:pPr rtl="0"/>
            <a:r>
              <a:rPr lang="pl-PL" noProof="0"/>
              <a:t>Kliknij, aby edytować styl</a:t>
            </a:r>
            <a:endParaRPr lang="pl-PL" noProof="0" dirty="0"/>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dirty="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dirty="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dirty="0"/>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94435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92" name="Grupa 91">
            <a:extLst>
              <a:ext uri="{FF2B5EF4-FFF2-40B4-BE49-F238E27FC236}">
                <a16:creationId xmlns:a16="http://schemas.microsoft.com/office/drawing/2014/main" id="{6CA9855B-4072-4D45-821E-549FDF548137}"/>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28958" y="457964"/>
            <a:ext cx="7681842" cy="5937065"/>
            <a:chOff x="28958" y="457964"/>
            <a:chExt cx="7681842" cy="5937065"/>
          </a:xfrm>
        </p:grpSpPr>
        <p:grpSp>
          <p:nvGrpSpPr>
            <p:cNvPr id="94" name="Grupa 93">
              <a:extLst>
                <a:ext uri="{FF2B5EF4-FFF2-40B4-BE49-F238E27FC236}">
                  <a16:creationId xmlns:a16="http://schemas.microsoft.com/office/drawing/2014/main" id="{CD707C0C-4086-4F35-A8FC-A45D727AA61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3417239" y="1865958"/>
              <a:ext cx="1270000" cy="3384002"/>
              <a:chOff x="7920038" y="61913"/>
              <a:chExt cx="1270000" cy="3384002"/>
            </a:xfrm>
          </p:grpSpPr>
          <p:sp>
            <p:nvSpPr>
              <p:cNvPr id="195" name="Freeform 76">
                <a:extLst>
                  <a:ext uri="{FF2B5EF4-FFF2-40B4-BE49-F238E27FC236}">
                    <a16:creationId xmlns:a16="http://schemas.microsoft.com/office/drawing/2014/main" id="{3D21528F-9013-4CD7-9F7C-D3F3624881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20038" y="61913"/>
                <a:ext cx="638175" cy="2843213"/>
              </a:xfrm>
              <a:custGeom>
                <a:avLst/>
                <a:gdLst>
                  <a:gd name="T0" fmla="*/ 0 w 134"/>
                  <a:gd name="T1" fmla="*/ 298 h 597"/>
                  <a:gd name="T2" fmla="*/ 134 w 134"/>
                  <a:gd name="T3" fmla="*/ 597 h 597"/>
                  <a:gd name="T4" fmla="*/ 134 w 134"/>
                  <a:gd name="T5" fmla="*/ 0 h 597"/>
                  <a:gd name="T6" fmla="*/ 0 w 134"/>
                  <a:gd name="T7" fmla="*/ 298 h 597"/>
                </a:gdLst>
                <a:ahLst/>
                <a:cxnLst>
                  <a:cxn ang="0">
                    <a:pos x="T0" y="T1"/>
                  </a:cxn>
                  <a:cxn ang="0">
                    <a:pos x="T2" y="T3"/>
                  </a:cxn>
                  <a:cxn ang="0">
                    <a:pos x="T4" y="T5"/>
                  </a:cxn>
                  <a:cxn ang="0">
                    <a:pos x="T6" y="T7"/>
                  </a:cxn>
                </a:cxnLst>
                <a:rect l="0" t="0" r="r" b="b"/>
                <a:pathLst>
                  <a:path w="134" h="597">
                    <a:moveTo>
                      <a:pt x="0" y="298"/>
                    </a:moveTo>
                    <a:cubicBezTo>
                      <a:pt x="0" y="417"/>
                      <a:pt x="52" y="523"/>
                      <a:pt x="134" y="597"/>
                    </a:cubicBezTo>
                    <a:cubicBezTo>
                      <a:pt x="134" y="0"/>
                      <a:pt x="134" y="0"/>
                      <a:pt x="134" y="0"/>
                    </a:cubicBezTo>
                    <a:cubicBezTo>
                      <a:pt x="52" y="74"/>
                      <a:pt x="0" y="180"/>
                      <a:pt x="0" y="298"/>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6" name="Freeform 77">
                <a:extLst>
                  <a:ext uri="{FF2B5EF4-FFF2-40B4-BE49-F238E27FC236}">
                    <a16:creationId xmlns:a16="http://schemas.microsoft.com/office/drawing/2014/main" id="{06A8F5A2-62EC-4CDC-945A-E6C50C86CA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58213" y="61913"/>
                <a:ext cx="631825" cy="2843213"/>
              </a:xfrm>
              <a:custGeom>
                <a:avLst/>
                <a:gdLst>
                  <a:gd name="T0" fmla="*/ 0 w 133"/>
                  <a:gd name="T1" fmla="*/ 0 h 597"/>
                  <a:gd name="T2" fmla="*/ 0 w 133"/>
                  <a:gd name="T3" fmla="*/ 597 h 597"/>
                  <a:gd name="T4" fmla="*/ 133 w 133"/>
                  <a:gd name="T5" fmla="*/ 298 h 597"/>
                  <a:gd name="T6" fmla="*/ 0 w 133"/>
                  <a:gd name="T7" fmla="*/ 0 h 597"/>
                </a:gdLst>
                <a:ahLst/>
                <a:cxnLst>
                  <a:cxn ang="0">
                    <a:pos x="T0" y="T1"/>
                  </a:cxn>
                  <a:cxn ang="0">
                    <a:pos x="T2" y="T3"/>
                  </a:cxn>
                  <a:cxn ang="0">
                    <a:pos x="T4" y="T5"/>
                  </a:cxn>
                  <a:cxn ang="0">
                    <a:pos x="T6" y="T7"/>
                  </a:cxn>
                </a:cxnLst>
                <a:rect l="0" t="0" r="r" b="b"/>
                <a:pathLst>
                  <a:path w="133" h="597">
                    <a:moveTo>
                      <a:pt x="0" y="0"/>
                    </a:moveTo>
                    <a:cubicBezTo>
                      <a:pt x="0" y="597"/>
                      <a:pt x="0" y="597"/>
                      <a:pt x="0" y="597"/>
                    </a:cubicBezTo>
                    <a:cubicBezTo>
                      <a:pt x="82" y="523"/>
                      <a:pt x="133" y="417"/>
                      <a:pt x="133" y="298"/>
                    </a:cubicBezTo>
                    <a:cubicBezTo>
                      <a:pt x="133" y="180"/>
                      <a:pt x="82" y="74"/>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97" name="Grupa 196">
                <a:extLst>
                  <a:ext uri="{FF2B5EF4-FFF2-40B4-BE49-F238E27FC236}">
                    <a16:creationId xmlns:a16="http://schemas.microsoft.com/office/drawing/2014/main" id="{9625C8AA-1597-4CED-8301-18D382EF0DF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7934326" y="61915"/>
                <a:ext cx="1241425" cy="3384000"/>
                <a:chOff x="7934326" y="61915"/>
                <a:chExt cx="1241425" cy="3384000"/>
              </a:xfrm>
            </p:grpSpPr>
            <p:sp>
              <p:nvSpPr>
                <p:cNvPr id="198" name="Line 90">
                  <a:extLst>
                    <a:ext uri="{FF2B5EF4-FFF2-40B4-BE49-F238E27FC236}">
                      <a16:creationId xmlns:a16="http://schemas.microsoft.com/office/drawing/2014/main" id="{5DF95B35-23E9-4724-A4F8-8ED718B5DE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8558213" y="61915"/>
                  <a:ext cx="0" cy="3384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9" name="Freeform 91">
                  <a:extLst>
                    <a:ext uri="{FF2B5EF4-FFF2-40B4-BE49-F238E27FC236}">
                      <a16:creationId xmlns:a16="http://schemas.microsoft.com/office/drawing/2014/main" id="{26C6754B-5776-451D-95ED-62AA4D0BAE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1976" y="523875"/>
                  <a:ext cx="747713" cy="376238"/>
                </a:xfrm>
                <a:custGeom>
                  <a:avLst/>
                  <a:gdLst>
                    <a:gd name="T0" fmla="*/ 471 w 471"/>
                    <a:gd name="T1" fmla="*/ 0 h 237"/>
                    <a:gd name="T2" fmla="*/ 237 w 471"/>
                    <a:gd name="T3" fmla="*/ 237 h 237"/>
                    <a:gd name="T4" fmla="*/ 0 w 471"/>
                    <a:gd name="T5" fmla="*/ 0 h 237"/>
                  </a:gdLst>
                  <a:ahLst/>
                  <a:cxnLst>
                    <a:cxn ang="0">
                      <a:pos x="T0" y="T1"/>
                    </a:cxn>
                    <a:cxn ang="0">
                      <a:pos x="T2" y="T3"/>
                    </a:cxn>
                    <a:cxn ang="0">
                      <a:pos x="T4" y="T5"/>
                    </a:cxn>
                  </a:cxnLst>
                  <a:rect l="0" t="0" r="r" b="b"/>
                  <a:pathLst>
                    <a:path w="471" h="237">
                      <a:moveTo>
                        <a:pt x="471" y="0"/>
                      </a:moveTo>
                      <a:lnTo>
                        <a:pt x="237" y="237"/>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200" name="Freeform 92">
                  <a:extLst>
                    <a:ext uri="{FF2B5EF4-FFF2-40B4-BE49-F238E27FC236}">
                      <a16:creationId xmlns:a16="http://schemas.microsoft.com/office/drawing/2014/main" id="{A345A289-8D6C-4886-B54C-3E0D26D176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77188" y="1028700"/>
                  <a:ext cx="1157288" cy="581025"/>
                </a:xfrm>
                <a:custGeom>
                  <a:avLst/>
                  <a:gdLst>
                    <a:gd name="T0" fmla="*/ 729 w 729"/>
                    <a:gd name="T1" fmla="*/ 0 h 366"/>
                    <a:gd name="T2" fmla="*/ 366 w 729"/>
                    <a:gd name="T3" fmla="*/ 366 h 366"/>
                    <a:gd name="T4" fmla="*/ 0 w 729"/>
                    <a:gd name="T5" fmla="*/ 0 h 366"/>
                  </a:gdLst>
                  <a:ahLst/>
                  <a:cxnLst>
                    <a:cxn ang="0">
                      <a:pos x="T0" y="T1"/>
                    </a:cxn>
                    <a:cxn ang="0">
                      <a:pos x="T2" y="T3"/>
                    </a:cxn>
                    <a:cxn ang="0">
                      <a:pos x="T4" y="T5"/>
                    </a:cxn>
                  </a:cxnLst>
                  <a:rect l="0" t="0" r="r" b="b"/>
                  <a:pathLst>
                    <a:path w="729" h="366">
                      <a:moveTo>
                        <a:pt x="729" y="0"/>
                      </a:moveTo>
                      <a:lnTo>
                        <a:pt x="366" y="366"/>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201" name="Freeform 93">
                  <a:extLst>
                    <a:ext uri="{FF2B5EF4-FFF2-40B4-BE49-F238E27FC236}">
                      <a16:creationId xmlns:a16="http://schemas.microsoft.com/office/drawing/2014/main" id="{5690D981-545B-4A73-A22E-6E701024A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34326" y="1700213"/>
                  <a:ext cx="1241425" cy="619125"/>
                </a:xfrm>
                <a:custGeom>
                  <a:avLst/>
                  <a:gdLst>
                    <a:gd name="T0" fmla="*/ 782 w 782"/>
                    <a:gd name="T1" fmla="*/ 0 h 390"/>
                    <a:gd name="T2" fmla="*/ 393 w 782"/>
                    <a:gd name="T3" fmla="*/ 390 h 390"/>
                    <a:gd name="T4" fmla="*/ 0 w 782"/>
                    <a:gd name="T5" fmla="*/ 0 h 390"/>
                  </a:gdLst>
                  <a:ahLst/>
                  <a:cxnLst>
                    <a:cxn ang="0">
                      <a:pos x="T0" y="T1"/>
                    </a:cxn>
                    <a:cxn ang="0">
                      <a:pos x="T2" y="T3"/>
                    </a:cxn>
                    <a:cxn ang="0">
                      <a:pos x="T4" y="T5"/>
                    </a:cxn>
                  </a:cxnLst>
                  <a:rect l="0" t="0" r="r" b="b"/>
                  <a:pathLst>
                    <a:path w="782" h="390">
                      <a:moveTo>
                        <a:pt x="782" y="0"/>
                      </a:moveTo>
                      <a:lnTo>
                        <a:pt x="393" y="390"/>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95" name="Grupa 94">
              <a:extLst>
                <a:ext uri="{FF2B5EF4-FFF2-40B4-BE49-F238E27FC236}">
                  <a16:creationId xmlns:a16="http://schemas.microsoft.com/office/drawing/2014/main" id="{FCB89D53-605D-4497-A82E-C5CB7B9AB10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flipH="1">
              <a:off x="28958" y="457964"/>
              <a:ext cx="5539609" cy="5682348"/>
              <a:chOff x="6623433" y="457964"/>
              <a:chExt cx="5539609" cy="5682348"/>
            </a:xfrm>
          </p:grpSpPr>
          <p:grpSp>
            <p:nvGrpSpPr>
              <p:cNvPr id="146" name="Grupa 145">
                <a:extLst>
                  <a:ext uri="{FF2B5EF4-FFF2-40B4-BE49-F238E27FC236}">
                    <a16:creationId xmlns:a16="http://schemas.microsoft.com/office/drawing/2014/main" id="{4200751B-2483-40F5-8C14-EF64034D453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73" name="Freeform 64">
                  <a:extLst>
                    <a:ext uri="{FF2B5EF4-FFF2-40B4-BE49-F238E27FC236}">
                      <a16:creationId xmlns:a16="http://schemas.microsoft.com/office/drawing/2014/main" id="{A9677C6B-C435-43E3-BF18-DC35709C97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4" name="Freeform 81">
                  <a:extLst>
                    <a:ext uri="{FF2B5EF4-FFF2-40B4-BE49-F238E27FC236}">
                      <a16:creationId xmlns:a16="http://schemas.microsoft.com/office/drawing/2014/main" id="{56E374F1-3376-4D82-B66C-A0588A30F0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5" name="Freeform 61">
                  <a:extLst>
                    <a:ext uri="{FF2B5EF4-FFF2-40B4-BE49-F238E27FC236}">
                      <a16:creationId xmlns:a16="http://schemas.microsoft.com/office/drawing/2014/main" id="{979B4E97-34CE-4034-8523-F1584A0344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6" name="Freeform 78">
                  <a:extLst>
                    <a:ext uri="{FF2B5EF4-FFF2-40B4-BE49-F238E27FC236}">
                      <a16:creationId xmlns:a16="http://schemas.microsoft.com/office/drawing/2014/main" id="{F4C4EFFF-E30B-4F0B-9ED4-FF63047DCB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7" name="Freeform 84">
                  <a:extLst>
                    <a:ext uri="{FF2B5EF4-FFF2-40B4-BE49-F238E27FC236}">
                      <a16:creationId xmlns:a16="http://schemas.microsoft.com/office/drawing/2014/main" id="{173FDB7E-F5CA-497D-95CF-7A00D6789C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8" name="Freeform 87">
                  <a:extLst>
                    <a:ext uri="{FF2B5EF4-FFF2-40B4-BE49-F238E27FC236}">
                      <a16:creationId xmlns:a16="http://schemas.microsoft.com/office/drawing/2014/main" id="{42266BB1-5605-4F64-B071-80A97BAD9C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9" name="Freeform 60">
                  <a:extLst>
                    <a:ext uri="{FF2B5EF4-FFF2-40B4-BE49-F238E27FC236}">
                      <a16:creationId xmlns:a16="http://schemas.microsoft.com/office/drawing/2014/main" id="{90D15A2A-0F2D-4AB8-8252-303BA5DB3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0" name="Freeform 59">
                  <a:extLst>
                    <a:ext uri="{FF2B5EF4-FFF2-40B4-BE49-F238E27FC236}">
                      <a16:creationId xmlns:a16="http://schemas.microsoft.com/office/drawing/2014/main" id="{E676282C-5FCF-4E29-AE15-2545F1A685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1" name="Freeform 62">
                  <a:extLst>
                    <a:ext uri="{FF2B5EF4-FFF2-40B4-BE49-F238E27FC236}">
                      <a16:creationId xmlns:a16="http://schemas.microsoft.com/office/drawing/2014/main" id="{AF7EC2A1-EAFC-4851-A4E3-47811C4456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2" name="Freeform 65">
                  <a:extLst>
                    <a:ext uri="{FF2B5EF4-FFF2-40B4-BE49-F238E27FC236}">
                      <a16:creationId xmlns:a16="http://schemas.microsoft.com/office/drawing/2014/main" id="{6F9BD94B-F299-45D3-B66E-F20FBC9246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3" name="Freeform 79">
                  <a:extLst>
                    <a:ext uri="{FF2B5EF4-FFF2-40B4-BE49-F238E27FC236}">
                      <a16:creationId xmlns:a16="http://schemas.microsoft.com/office/drawing/2014/main" id="{50E616C9-EAB1-4990-B569-17C6CB0889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4" name="Freeform 82">
                  <a:extLst>
                    <a:ext uri="{FF2B5EF4-FFF2-40B4-BE49-F238E27FC236}">
                      <a16:creationId xmlns:a16="http://schemas.microsoft.com/office/drawing/2014/main" id="{2F983FB0-2CC2-4D5F-A331-4130F138E9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5" name="Freeform 85">
                  <a:extLst>
                    <a:ext uri="{FF2B5EF4-FFF2-40B4-BE49-F238E27FC236}">
                      <a16:creationId xmlns:a16="http://schemas.microsoft.com/office/drawing/2014/main" id="{B1ABC269-0802-4C4A-9E57-6F876F122C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6" name="Freeform 88">
                  <a:extLst>
                    <a:ext uri="{FF2B5EF4-FFF2-40B4-BE49-F238E27FC236}">
                      <a16:creationId xmlns:a16="http://schemas.microsoft.com/office/drawing/2014/main" id="{233153AF-C5CF-40DD-9E5E-9B84272F46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87" name="Grupa 186">
                  <a:extLst>
                    <a:ext uri="{FF2B5EF4-FFF2-40B4-BE49-F238E27FC236}">
                      <a16:creationId xmlns:a16="http://schemas.microsoft.com/office/drawing/2014/main" id="{95E220B7-17F2-4748-A337-3B8D588603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88" name="Line 63">
                    <a:extLst>
                      <a:ext uri="{FF2B5EF4-FFF2-40B4-BE49-F238E27FC236}">
                        <a16:creationId xmlns:a16="http://schemas.microsoft.com/office/drawing/2014/main" id="{63DC02CB-E162-45FD-AF68-0A1DB537F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9" name="Line 66">
                    <a:extLst>
                      <a:ext uri="{FF2B5EF4-FFF2-40B4-BE49-F238E27FC236}">
                        <a16:creationId xmlns:a16="http://schemas.microsoft.com/office/drawing/2014/main" id="{4D9CBADA-7016-4987-B723-F7AE8E2E57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0" name="Line 67">
                    <a:extLst>
                      <a:ext uri="{FF2B5EF4-FFF2-40B4-BE49-F238E27FC236}">
                        <a16:creationId xmlns:a16="http://schemas.microsoft.com/office/drawing/2014/main" id="{1DCEDCA0-F979-4B3C-A0CA-F98F2DEE89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1" name="Line 80">
                    <a:extLst>
                      <a:ext uri="{FF2B5EF4-FFF2-40B4-BE49-F238E27FC236}">
                        <a16:creationId xmlns:a16="http://schemas.microsoft.com/office/drawing/2014/main" id="{1B701ADB-B6EB-4BED-8D15-F358A67EC9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2" name="Line 83">
                    <a:extLst>
                      <a:ext uri="{FF2B5EF4-FFF2-40B4-BE49-F238E27FC236}">
                        <a16:creationId xmlns:a16="http://schemas.microsoft.com/office/drawing/2014/main" id="{239EB39D-EF7A-4284-83B8-904957045D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3" name="Line 86">
                    <a:extLst>
                      <a:ext uri="{FF2B5EF4-FFF2-40B4-BE49-F238E27FC236}">
                        <a16:creationId xmlns:a16="http://schemas.microsoft.com/office/drawing/2014/main" id="{59413AC3-6F9D-431E-8136-F15C0FCA62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4" name="Line 89">
                    <a:extLst>
                      <a:ext uri="{FF2B5EF4-FFF2-40B4-BE49-F238E27FC236}">
                        <a16:creationId xmlns:a16="http://schemas.microsoft.com/office/drawing/2014/main" id="{987DF8D6-E53D-4C41-B339-1E5094638F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147" name="Grupa 146">
                <a:extLst>
                  <a:ext uri="{FF2B5EF4-FFF2-40B4-BE49-F238E27FC236}">
                    <a16:creationId xmlns:a16="http://schemas.microsoft.com/office/drawing/2014/main" id="{66036562-1199-405F-B95A-C3A543B5DB4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5" name="Grupa 164">
                  <a:extLst>
                    <a:ext uri="{FF2B5EF4-FFF2-40B4-BE49-F238E27FC236}">
                      <a16:creationId xmlns:a16="http://schemas.microsoft.com/office/drawing/2014/main" id="{C4C4997E-6944-4940-8B33-92DB90BCE3A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69" name="Łącznik prosty 168">
                    <a:extLst>
                      <a:ext uri="{FF2B5EF4-FFF2-40B4-BE49-F238E27FC236}">
                        <a16:creationId xmlns:a16="http://schemas.microsoft.com/office/drawing/2014/main" id="{0A44DA53-5DA1-44E2-8EB4-F53CC84C9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0" name="Łącznik prosty 169">
                    <a:extLst>
                      <a:ext uri="{FF2B5EF4-FFF2-40B4-BE49-F238E27FC236}">
                        <a16:creationId xmlns:a16="http://schemas.microsoft.com/office/drawing/2014/main" id="{F072B3FF-FEA5-46BC-8627-9B46C5F396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1" name="Rectangle 30">
                    <a:extLst>
                      <a:ext uri="{FF2B5EF4-FFF2-40B4-BE49-F238E27FC236}">
                        <a16:creationId xmlns:a16="http://schemas.microsoft.com/office/drawing/2014/main" id="{FB18587D-1BDA-4D28-9B48-3C37C764B6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72" name="Rectangle 30">
                    <a:extLst>
                      <a:ext uri="{FF2B5EF4-FFF2-40B4-BE49-F238E27FC236}">
                        <a16:creationId xmlns:a16="http://schemas.microsoft.com/office/drawing/2014/main" id="{8CFE033B-F34F-4836-B6F3-93E6C7D9C5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nvGrpSpPr>
                <p:cNvPr id="166" name="Grupa 165">
                  <a:extLst>
                    <a:ext uri="{FF2B5EF4-FFF2-40B4-BE49-F238E27FC236}">
                      <a16:creationId xmlns:a16="http://schemas.microsoft.com/office/drawing/2014/main" id="{07F79761-CFAA-4330-8067-31EC1DC3E16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67" name="Freeform: Shape 166">
                    <a:extLst>
                      <a:ext uri="{FF2B5EF4-FFF2-40B4-BE49-F238E27FC236}">
                        <a16:creationId xmlns:a16="http://schemas.microsoft.com/office/drawing/2014/main" id="{8A0BC496-427B-4836-B989-97B0673D8F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68" name="Freeform: Shape 167">
                    <a:extLst>
                      <a:ext uri="{FF2B5EF4-FFF2-40B4-BE49-F238E27FC236}">
                        <a16:creationId xmlns:a16="http://schemas.microsoft.com/office/drawing/2014/main" id="{A0D554E1-33ED-415C-BF15-FC38D2E33C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grpSp>
            <p:nvGrpSpPr>
              <p:cNvPr id="148" name="Grupa 147">
                <a:extLst>
                  <a:ext uri="{FF2B5EF4-FFF2-40B4-BE49-F238E27FC236}">
                    <a16:creationId xmlns:a16="http://schemas.microsoft.com/office/drawing/2014/main" id="{D1F1EE7D-C5FF-46EA-AB9C-94E1F2D9B73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61" name="Grupa 160">
                  <a:extLst>
                    <a:ext uri="{FF2B5EF4-FFF2-40B4-BE49-F238E27FC236}">
                      <a16:creationId xmlns:a16="http://schemas.microsoft.com/office/drawing/2014/main" id="{2AC2FE37-AED7-4C81-A52E-FD105C1BDA8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3" name="Freeform 68">
                    <a:extLst>
                      <a:ext uri="{FF2B5EF4-FFF2-40B4-BE49-F238E27FC236}">
                        <a16:creationId xmlns:a16="http://schemas.microsoft.com/office/drawing/2014/main" id="{AB34FC05-3259-4BE2-8DA9-91435FAFCE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64" name="Freeform 69">
                    <a:extLst>
                      <a:ext uri="{FF2B5EF4-FFF2-40B4-BE49-F238E27FC236}">
                        <a16:creationId xmlns:a16="http://schemas.microsoft.com/office/drawing/2014/main" id="{AC11598E-3FD2-47F3-8E57-D5D6130DBC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sp>
              <p:nvSpPr>
                <p:cNvPr id="162" name="Line 70">
                  <a:extLst>
                    <a:ext uri="{FF2B5EF4-FFF2-40B4-BE49-F238E27FC236}">
                      <a16:creationId xmlns:a16="http://schemas.microsoft.com/office/drawing/2014/main" id="{37D098FA-73CF-44E6-B612-7DE664E5DE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49" name="Grupa 148">
                <a:extLst>
                  <a:ext uri="{FF2B5EF4-FFF2-40B4-BE49-F238E27FC236}">
                    <a16:creationId xmlns:a16="http://schemas.microsoft.com/office/drawing/2014/main" id="{66672930-1A30-4508-A9D2-FA4271C6B1E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58" name="Freeform 68">
                  <a:extLst>
                    <a:ext uri="{FF2B5EF4-FFF2-40B4-BE49-F238E27FC236}">
                      <a16:creationId xmlns:a16="http://schemas.microsoft.com/office/drawing/2014/main" id="{174F3D5B-9943-4A8B-8699-ABB2B7991B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59" name="Freeform 69">
                  <a:extLst>
                    <a:ext uri="{FF2B5EF4-FFF2-40B4-BE49-F238E27FC236}">
                      <a16:creationId xmlns:a16="http://schemas.microsoft.com/office/drawing/2014/main" id="{6834DCA2-951C-4A9B-8490-5C7BD0FFBB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60" name="Line 70">
                  <a:extLst>
                    <a:ext uri="{FF2B5EF4-FFF2-40B4-BE49-F238E27FC236}">
                      <a16:creationId xmlns:a16="http://schemas.microsoft.com/office/drawing/2014/main" id="{316B6CF4-BCF3-4765-B744-A1EB5A76D3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50" name="Grupa 149">
                <a:extLst>
                  <a:ext uri="{FF2B5EF4-FFF2-40B4-BE49-F238E27FC236}">
                    <a16:creationId xmlns:a16="http://schemas.microsoft.com/office/drawing/2014/main" id="{BAD99054-FC47-4391-9369-B309A0AA25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51" name="Grupa 150">
                  <a:extLst>
                    <a:ext uri="{FF2B5EF4-FFF2-40B4-BE49-F238E27FC236}">
                      <a16:creationId xmlns:a16="http://schemas.microsoft.com/office/drawing/2014/main" id="{1A1CDB94-FE6F-4AAC-94D9-DDCEC703B12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56" name="Freeform: Shape 155">
                    <a:extLst>
                      <a:ext uri="{FF2B5EF4-FFF2-40B4-BE49-F238E27FC236}">
                        <a16:creationId xmlns:a16="http://schemas.microsoft.com/office/drawing/2014/main" id="{99B22DCB-54E6-4769-9DD7-3736B4041B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57" name="Freeform: Shape 156">
                    <a:extLst>
                      <a:ext uri="{FF2B5EF4-FFF2-40B4-BE49-F238E27FC236}">
                        <a16:creationId xmlns:a16="http://schemas.microsoft.com/office/drawing/2014/main" id="{67DA3C33-5733-4571-AD7C-F9D7447D18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nvGrpSpPr>
                <p:cNvPr id="152" name="Grupa 151">
                  <a:extLst>
                    <a:ext uri="{FF2B5EF4-FFF2-40B4-BE49-F238E27FC236}">
                      <a16:creationId xmlns:a16="http://schemas.microsoft.com/office/drawing/2014/main" id="{DEACDE3F-3571-479B-8545-A0EB157DFB7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53" name="Łącznik prosty 152">
                    <a:extLst>
                      <a:ext uri="{FF2B5EF4-FFF2-40B4-BE49-F238E27FC236}">
                        <a16:creationId xmlns:a16="http://schemas.microsoft.com/office/drawing/2014/main" id="{0EBC688C-242B-4AF8-9A28-74C5D3A7DD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54" name="Rectangle 5">
                    <a:extLst>
                      <a:ext uri="{FF2B5EF4-FFF2-40B4-BE49-F238E27FC236}">
                        <a16:creationId xmlns:a16="http://schemas.microsoft.com/office/drawing/2014/main" id="{C4C8C45C-CEB8-4DEA-A7C9-8028747D4C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55" name="Rectangle 5">
                    <a:extLst>
                      <a:ext uri="{FF2B5EF4-FFF2-40B4-BE49-F238E27FC236}">
                        <a16:creationId xmlns:a16="http://schemas.microsoft.com/office/drawing/2014/main" id="{7FC624AF-D992-41C1-A403-A0A4731BE0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grpSp>
        <p:grpSp>
          <p:nvGrpSpPr>
            <p:cNvPr id="96" name="Grupa 95">
              <a:extLst>
                <a:ext uri="{FF2B5EF4-FFF2-40B4-BE49-F238E27FC236}">
                  <a16:creationId xmlns:a16="http://schemas.microsoft.com/office/drawing/2014/main" id="{F63171A4-E846-4A64-8292-3ED3583B6DE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flipH="1">
              <a:off x="2171191" y="712681"/>
              <a:ext cx="5539609" cy="5682348"/>
              <a:chOff x="6623433" y="457964"/>
              <a:chExt cx="5539609" cy="5682348"/>
            </a:xfrm>
          </p:grpSpPr>
          <p:grpSp>
            <p:nvGrpSpPr>
              <p:cNvPr id="97" name="Grupa 96">
                <a:extLst>
                  <a:ext uri="{FF2B5EF4-FFF2-40B4-BE49-F238E27FC236}">
                    <a16:creationId xmlns:a16="http://schemas.microsoft.com/office/drawing/2014/main" id="{E59C66F3-BAB8-46AB-849B-0BC14A74B8A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24" name="Freeform 64">
                  <a:extLst>
                    <a:ext uri="{FF2B5EF4-FFF2-40B4-BE49-F238E27FC236}">
                      <a16:creationId xmlns:a16="http://schemas.microsoft.com/office/drawing/2014/main" id="{68CD087B-52FF-4F11-A251-6F6A6B9093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5" name="Freeform 81">
                  <a:extLst>
                    <a:ext uri="{FF2B5EF4-FFF2-40B4-BE49-F238E27FC236}">
                      <a16:creationId xmlns:a16="http://schemas.microsoft.com/office/drawing/2014/main" id="{7FD7CD23-A1FC-41E8-A563-0B0A87A8F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6" name="Freeform 61">
                  <a:extLst>
                    <a:ext uri="{FF2B5EF4-FFF2-40B4-BE49-F238E27FC236}">
                      <a16:creationId xmlns:a16="http://schemas.microsoft.com/office/drawing/2014/main" id="{A3A34481-695D-470B-9A01-A047EAA615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7" name="Freeform 78">
                  <a:extLst>
                    <a:ext uri="{FF2B5EF4-FFF2-40B4-BE49-F238E27FC236}">
                      <a16:creationId xmlns:a16="http://schemas.microsoft.com/office/drawing/2014/main" id="{5B26EEFA-6CAA-4BF6-B4BD-7C083D59B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8" name="Freeform 84">
                  <a:extLst>
                    <a:ext uri="{FF2B5EF4-FFF2-40B4-BE49-F238E27FC236}">
                      <a16:creationId xmlns:a16="http://schemas.microsoft.com/office/drawing/2014/main" id="{61976329-310A-4F70-B22C-F032D4BF7E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9" name="Freeform 87">
                  <a:extLst>
                    <a:ext uri="{FF2B5EF4-FFF2-40B4-BE49-F238E27FC236}">
                      <a16:creationId xmlns:a16="http://schemas.microsoft.com/office/drawing/2014/main" id="{0A0DA1ED-70C5-4D8F-B61F-F6E9E07D5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0" name="Freeform 60">
                  <a:extLst>
                    <a:ext uri="{FF2B5EF4-FFF2-40B4-BE49-F238E27FC236}">
                      <a16:creationId xmlns:a16="http://schemas.microsoft.com/office/drawing/2014/main" id="{EDF58541-8ECC-487F-96C7-3267D0F9C8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1" name="Freeform 59">
                  <a:extLst>
                    <a:ext uri="{FF2B5EF4-FFF2-40B4-BE49-F238E27FC236}">
                      <a16:creationId xmlns:a16="http://schemas.microsoft.com/office/drawing/2014/main" id="{D1DAAA62-5552-4436-97D9-353F629E8A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2" name="Freeform 62">
                  <a:extLst>
                    <a:ext uri="{FF2B5EF4-FFF2-40B4-BE49-F238E27FC236}">
                      <a16:creationId xmlns:a16="http://schemas.microsoft.com/office/drawing/2014/main" id="{EBA1BB6B-72EF-4525-89A1-FC5BE70D71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3" name="Freeform 65">
                  <a:extLst>
                    <a:ext uri="{FF2B5EF4-FFF2-40B4-BE49-F238E27FC236}">
                      <a16:creationId xmlns:a16="http://schemas.microsoft.com/office/drawing/2014/main" id="{D3BD4012-93F7-424A-9146-8E7E831D9E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4" name="Freeform 79">
                  <a:extLst>
                    <a:ext uri="{FF2B5EF4-FFF2-40B4-BE49-F238E27FC236}">
                      <a16:creationId xmlns:a16="http://schemas.microsoft.com/office/drawing/2014/main" id="{A2E36983-6A8E-4C78-AA27-363C0D676C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5" name="Freeform 82">
                  <a:extLst>
                    <a:ext uri="{FF2B5EF4-FFF2-40B4-BE49-F238E27FC236}">
                      <a16:creationId xmlns:a16="http://schemas.microsoft.com/office/drawing/2014/main" id="{AB2380FC-F201-44F0-A531-1402201E4E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6" name="Freeform 85">
                  <a:extLst>
                    <a:ext uri="{FF2B5EF4-FFF2-40B4-BE49-F238E27FC236}">
                      <a16:creationId xmlns:a16="http://schemas.microsoft.com/office/drawing/2014/main" id="{737C3A27-BD47-4E93-A1E3-33B902DD06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7" name="Freeform 88">
                  <a:extLst>
                    <a:ext uri="{FF2B5EF4-FFF2-40B4-BE49-F238E27FC236}">
                      <a16:creationId xmlns:a16="http://schemas.microsoft.com/office/drawing/2014/main" id="{C257BCC6-B88D-4C3B-BEFD-25D320F39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38" name="Grupa 137">
                  <a:extLst>
                    <a:ext uri="{FF2B5EF4-FFF2-40B4-BE49-F238E27FC236}">
                      <a16:creationId xmlns:a16="http://schemas.microsoft.com/office/drawing/2014/main" id="{0519964D-597A-4E0C-B66C-89D30B8582B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39" name="Line 63">
                    <a:extLst>
                      <a:ext uri="{FF2B5EF4-FFF2-40B4-BE49-F238E27FC236}">
                        <a16:creationId xmlns:a16="http://schemas.microsoft.com/office/drawing/2014/main" id="{A31BADE6-3732-4787-8841-96E8F05C0A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0" name="Line 66">
                    <a:extLst>
                      <a:ext uri="{FF2B5EF4-FFF2-40B4-BE49-F238E27FC236}">
                        <a16:creationId xmlns:a16="http://schemas.microsoft.com/office/drawing/2014/main" id="{447ED593-61E3-4BD7-8984-7FE5621549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1" name="Line 67">
                    <a:extLst>
                      <a:ext uri="{FF2B5EF4-FFF2-40B4-BE49-F238E27FC236}">
                        <a16:creationId xmlns:a16="http://schemas.microsoft.com/office/drawing/2014/main" id="{6AD98272-0FC0-49AC-9877-8D2BAA5148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2" name="Line 80">
                    <a:extLst>
                      <a:ext uri="{FF2B5EF4-FFF2-40B4-BE49-F238E27FC236}">
                        <a16:creationId xmlns:a16="http://schemas.microsoft.com/office/drawing/2014/main" id="{D54770D9-48C7-4C76-9F40-65C9B9C05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3" name="Line 83">
                    <a:extLst>
                      <a:ext uri="{FF2B5EF4-FFF2-40B4-BE49-F238E27FC236}">
                        <a16:creationId xmlns:a16="http://schemas.microsoft.com/office/drawing/2014/main" id="{4B9C1A3A-3DED-4CC1-820C-16B358DF9E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4" name="Line 86">
                    <a:extLst>
                      <a:ext uri="{FF2B5EF4-FFF2-40B4-BE49-F238E27FC236}">
                        <a16:creationId xmlns:a16="http://schemas.microsoft.com/office/drawing/2014/main" id="{2404A56E-8A81-48CB-9AC4-2CB6EA55DD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5" name="Line 89">
                    <a:extLst>
                      <a:ext uri="{FF2B5EF4-FFF2-40B4-BE49-F238E27FC236}">
                        <a16:creationId xmlns:a16="http://schemas.microsoft.com/office/drawing/2014/main" id="{6D6A743B-85A5-41A8-9664-D654620D25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98" name="Grupa 97">
                <a:extLst>
                  <a:ext uri="{FF2B5EF4-FFF2-40B4-BE49-F238E27FC236}">
                    <a16:creationId xmlns:a16="http://schemas.microsoft.com/office/drawing/2014/main" id="{23DAD9FD-AF99-4D89-9BC8-E6739BD17AC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16" name="Grupa 115">
                  <a:extLst>
                    <a:ext uri="{FF2B5EF4-FFF2-40B4-BE49-F238E27FC236}">
                      <a16:creationId xmlns:a16="http://schemas.microsoft.com/office/drawing/2014/main" id="{D7170781-0173-4FAB-8358-42C469FC51A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0" name="Łącznik prosty 119">
                    <a:extLst>
                      <a:ext uri="{FF2B5EF4-FFF2-40B4-BE49-F238E27FC236}">
                        <a16:creationId xmlns:a16="http://schemas.microsoft.com/office/drawing/2014/main" id="{03C55E22-B879-4AE0-BC46-BA8A4E950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1" name="Łącznik prosty 120">
                    <a:extLst>
                      <a:ext uri="{FF2B5EF4-FFF2-40B4-BE49-F238E27FC236}">
                        <a16:creationId xmlns:a16="http://schemas.microsoft.com/office/drawing/2014/main" id="{AA07E073-1978-4DCC-9E5C-FF89EF524B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2" name="Rectangle 30">
                    <a:extLst>
                      <a:ext uri="{FF2B5EF4-FFF2-40B4-BE49-F238E27FC236}">
                        <a16:creationId xmlns:a16="http://schemas.microsoft.com/office/drawing/2014/main" id="{5691F80E-D2E0-4E78-AA76-8D827AE410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23" name="Rectangle 30">
                    <a:extLst>
                      <a:ext uri="{FF2B5EF4-FFF2-40B4-BE49-F238E27FC236}">
                        <a16:creationId xmlns:a16="http://schemas.microsoft.com/office/drawing/2014/main" id="{E34C55D1-5C55-44D3-9C26-E1951DA393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nvGrpSpPr>
                <p:cNvPr id="117" name="Grupa 116">
                  <a:extLst>
                    <a:ext uri="{FF2B5EF4-FFF2-40B4-BE49-F238E27FC236}">
                      <a16:creationId xmlns:a16="http://schemas.microsoft.com/office/drawing/2014/main" id="{4C9CB0E6-07EF-4140-926D-D380C1A88EB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18" name="Freeform: Shape 117">
                    <a:extLst>
                      <a:ext uri="{FF2B5EF4-FFF2-40B4-BE49-F238E27FC236}">
                        <a16:creationId xmlns:a16="http://schemas.microsoft.com/office/drawing/2014/main" id="{263BBD78-504D-435B-8933-2C460DC38E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19" name="Freeform: Shape 118">
                    <a:extLst>
                      <a:ext uri="{FF2B5EF4-FFF2-40B4-BE49-F238E27FC236}">
                        <a16:creationId xmlns:a16="http://schemas.microsoft.com/office/drawing/2014/main" id="{1AD78D29-1FCF-4E88-A958-924F701D5E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grpSp>
            <p:nvGrpSpPr>
              <p:cNvPr id="99" name="Grupa 98">
                <a:extLst>
                  <a:ext uri="{FF2B5EF4-FFF2-40B4-BE49-F238E27FC236}">
                    <a16:creationId xmlns:a16="http://schemas.microsoft.com/office/drawing/2014/main" id="{EA551A3F-69EF-45CC-87F7-867808A3FAD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12" name="Grupa 111">
                  <a:extLst>
                    <a:ext uri="{FF2B5EF4-FFF2-40B4-BE49-F238E27FC236}">
                      <a16:creationId xmlns:a16="http://schemas.microsoft.com/office/drawing/2014/main" id="{12724B09-E74E-49FA-BB5D-583BB89B798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14" name="Freeform 68">
                    <a:extLst>
                      <a:ext uri="{FF2B5EF4-FFF2-40B4-BE49-F238E27FC236}">
                        <a16:creationId xmlns:a16="http://schemas.microsoft.com/office/drawing/2014/main" id="{DA2788BF-64AD-4328-8CB9-8C2C98CF54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5" name="Freeform 69">
                    <a:extLst>
                      <a:ext uri="{FF2B5EF4-FFF2-40B4-BE49-F238E27FC236}">
                        <a16:creationId xmlns:a16="http://schemas.microsoft.com/office/drawing/2014/main" id="{D9591CB5-16C9-44FC-B125-529D33F91B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sp>
              <p:nvSpPr>
                <p:cNvPr id="113" name="Line 70">
                  <a:extLst>
                    <a:ext uri="{FF2B5EF4-FFF2-40B4-BE49-F238E27FC236}">
                      <a16:creationId xmlns:a16="http://schemas.microsoft.com/office/drawing/2014/main" id="{4F82A945-38F0-45AF-A28A-C6A0E6A2E7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00" name="Grupa 99">
                <a:extLst>
                  <a:ext uri="{FF2B5EF4-FFF2-40B4-BE49-F238E27FC236}">
                    <a16:creationId xmlns:a16="http://schemas.microsoft.com/office/drawing/2014/main" id="{80FA6744-F48F-4652-86E5-BA3ABEF3227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09" name="Freeform 68">
                  <a:extLst>
                    <a:ext uri="{FF2B5EF4-FFF2-40B4-BE49-F238E27FC236}">
                      <a16:creationId xmlns:a16="http://schemas.microsoft.com/office/drawing/2014/main" id="{FAC3DEAD-5797-4CA1-A8F2-3F487AAC6B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0" name="Freeform 69">
                  <a:extLst>
                    <a:ext uri="{FF2B5EF4-FFF2-40B4-BE49-F238E27FC236}">
                      <a16:creationId xmlns:a16="http://schemas.microsoft.com/office/drawing/2014/main" id="{F9AF9D64-C9FB-4D32-993D-3423A2E55E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1" name="Line 70">
                  <a:extLst>
                    <a:ext uri="{FF2B5EF4-FFF2-40B4-BE49-F238E27FC236}">
                      <a16:creationId xmlns:a16="http://schemas.microsoft.com/office/drawing/2014/main" id="{9097AC72-422F-4CE0-A772-A63E2294AC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01" name="Grupa 100">
                <a:extLst>
                  <a:ext uri="{FF2B5EF4-FFF2-40B4-BE49-F238E27FC236}">
                    <a16:creationId xmlns:a16="http://schemas.microsoft.com/office/drawing/2014/main" id="{1A6B3F4D-48A0-4FC2-8720-2606D6AA04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02" name="Grupa 101">
                  <a:extLst>
                    <a:ext uri="{FF2B5EF4-FFF2-40B4-BE49-F238E27FC236}">
                      <a16:creationId xmlns:a16="http://schemas.microsoft.com/office/drawing/2014/main" id="{67E4FA26-563D-4D19-BAEB-A370818E51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07" name="Freeform: Shape 106">
                    <a:extLst>
                      <a:ext uri="{FF2B5EF4-FFF2-40B4-BE49-F238E27FC236}">
                        <a16:creationId xmlns:a16="http://schemas.microsoft.com/office/drawing/2014/main" id="{03B51AAC-6B1D-43D1-8885-402653BA90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08" name="Freeform: Shape 107">
                    <a:extLst>
                      <a:ext uri="{FF2B5EF4-FFF2-40B4-BE49-F238E27FC236}">
                        <a16:creationId xmlns:a16="http://schemas.microsoft.com/office/drawing/2014/main" id="{CF4180FB-7FBD-421F-A284-4C2CC61B38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nvGrpSpPr>
                <p:cNvPr id="103" name="Grupa 102">
                  <a:extLst>
                    <a:ext uri="{FF2B5EF4-FFF2-40B4-BE49-F238E27FC236}">
                      <a16:creationId xmlns:a16="http://schemas.microsoft.com/office/drawing/2014/main" id="{28E615C5-6A2E-4BF3-A3A8-9061C5B1B84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04" name="Łącznik prosty 103">
                    <a:extLst>
                      <a:ext uri="{FF2B5EF4-FFF2-40B4-BE49-F238E27FC236}">
                        <a16:creationId xmlns:a16="http://schemas.microsoft.com/office/drawing/2014/main" id="{B15A4CEB-6B8D-48C3-8484-3EC282A34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5" name="Rectangle 5">
                    <a:extLst>
                      <a:ext uri="{FF2B5EF4-FFF2-40B4-BE49-F238E27FC236}">
                        <a16:creationId xmlns:a16="http://schemas.microsoft.com/office/drawing/2014/main" id="{38F7FD7D-E582-4214-B1B3-D289130553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06" name="Rectangle 5">
                    <a:extLst>
                      <a:ext uri="{FF2B5EF4-FFF2-40B4-BE49-F238E27FC236}">
                        <a16:creationId xmlns:a16="http://schemas.microsoft.com/office/drawing/2014/main" id="{B74D1DAC-C0D4-447E-8665-EAFF34F4E3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grpSp>
      </p:grpSp>
      <p:sp>
        <p:nvSpPr>
          <p:cNvPr id="7" name="Tekst — symbol zastępczy 6">
            <a:extLst>
              <a:ext uri="{FF2B5EF4-FFF2-40B4-BE49-F238E27FC236}">
                <a16:creationId xmlns:a16="http://schemas.microsoft.com/office/drawing/2014/main" id="{9CF2D931-86F8-40B1-B2C0-BE477572ECCA}"/>
              </a:ext>
            </a:extLst>
          </p:cNvPr>
          <p:cNvSpPr>
            <a:spLocks noGrp="1"/>
          </p:cNvSpPr>
          <p:nvPr>
            <p:ph type="body" sz="quarter" idx="14"/>
          </p:nvPr>
        </p:nvSpPr>
        <p:spPr>
          <a:xfrm>
            <a:off x="8181686" y="2876550"/>
            <a:ext cx="3059113" cy="2983947"/>
          </a:xfrm>
        </p:spPr>
        <p:txBody>
          <a:bodyPr rtlCol="0"/>
          <a:lstStyle>
            <a:lvl1pPr marL="0" indent="0" algn="ctr">
              <a:buNone/>
              <a:defRPr/>
            </a:lvl1pPr>
            <a:lvl2pPr marL="360000" indent="0">
              <a:buFont typeface="Arial" panose="020B0604020202020204" pitchFamily="34" charset="0"/>
              <a:buNone/>
              <a:defRPr/>
            </a:lvl2pPr>
            <a:lvl3pPr marL="720000" indent="0">
              <a:buNone/>
              <a:defRPr/>
            </a:lvl3pPr>
            <a:lvl4pPr marL="1080000" indent="0">
              <a:buFont typeface="Arial" panose="020B0604020202020204" pitchFamily="34" charset="0"/>
              <a:buNone/>
              <a:defRPr/>
            </a:lvl4pPr>
            <a:lvl5pPr marL="1440000" indent="0">
              <a:buNone/>
              <a:defRPr/>
            </a:lvl5pPr>
          </a:lstStyle>
          <a:p>
            <a:pPr lvl="0" rtl="0"/>
            <a:r>
              <a:rPr lang="pl-PL" noProof="0"/>
              <a:t>Kliknij, aby edytować style wzorca tekstu</a:t>
            </a:r>
          </a:p>
        </p:txBody>
      </p:sp>
    </p:spTree>
    <p:extLst>
      <p:ext uri="{BB962C8B-B14F-4D97-AF65-F5344CB8AC3E}">
        <p14:creationId xmlns:p14="http://schemas.microsoft.com/office/powerpoint/2010/main" val="1868871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ytuł — symbol zastępczy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Times New Roman" panose="02020603050405020304" pitchFamily="18" charset="0"/>
                <a:cs typeface="Times New Roman" panose="02020603050405020304" pitchFamily="18" charset="0"/>
              </a:defRPr>
            </a:lvl1pPr>
          </a:lstStyle>
          <a:p>
            <a:r>
              <a:rPr lang="pl-PL" noProof="0"/>
              <a:t>20XX</a:t>
            </a:r>
            <a:endParaRPr lang="pl-PL" noProof="0">
              <a:latin typeface="Times New Roman" panose="02020603050405020304" pitchFamily="18" charset="0"/>
              <a:cs typeface="Times New Roman" panose="02020603050405020304" pitchFamily="18" charset="0"/>
            </a:endParaRPr>
          </a:p>
        </p:txBody>
      </p:sp>
      <p:sp>
        <p:nvSpPr>
          <p:cNvPr id="5" name="Stopka — symbol zastępczy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Times New Roman" panose="02020603050405020304" pitchFamily="18" charset="0"/>
                <a:cs typeface="Times New Roman" panose="02020603050405020304" pitchFamily="18" charset="0"/>
              </a:defRPr>
            </a:lvl1pPr>
          </a:lstStyle>
          <a:p>
            <a:endParaRPr lang="pl-PL" noProof="0">
              <a:latin typeface="Times New Roman" panose="02020603050405020304" pitchFamily="18" charset="0"/>
              <a:cs typeface="Times New Roman" panose="02020603050405020304" pitchFamily="18" charset="0"/>
            </a:endParaRPr>
          </a:p>
        </p:txBody>
      </p:sp>
      <p:sp>
        <p:nvSpPr>
          <p:cNvPr id="6" name="Numer slajdu — symbol zastępczy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Times New Roman" panose="02020603050405020304" pitchFamily="18" charset="0"/>
                <a:cs typeface="Times New Roman" panose="02020603050405020304" pitchFamily="18" charset="0"/>
              </a:defRPr>
            </a:lvl1pPr>
          </a:lstStyle>
          <a:p>
            <a:fld id="{294A09A9-5501-47C1-A89A-A340965A2BE2}" type="slidenum">
              <a:rPr lang="pl-PL" noProof="0" smtClean="0"/>
              <a:pPr/>
              <a:t>‹#›</a:t>
            </a:fld>
            <a:endParaRPr lang="pl-PL" noProof="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1974659"/>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3" r:id="rId3"/>
    <p:sldLayoutId id="2147483678" r:id="rId4"/>
    <p:sldLayoutId id="2147483660" r:id="rId5"/>
    <p:sldLayoutId id="2147483680" r:id="rId6"/>
    <p:sldLayoutId id="2147483679" r:id="rId7"/>
    <p:sldLayoutId id="2147483677" r:id="rId8"/>
    <p:sldLayoutId id="2147483662" r:id="rId9"/>
    <p:sldLayoutId id="2147483663" r:id="rId10"/>
    <p:sldLayoutId id="2147483671" r:id="rId11"/>
    <p:sldLayoutId id="2147483676" r:id="rId12"/>
    <p:sldLayoutId id="2147483674" r:id="rId13"/>
  </p:sldLayoutIdLst>
  <p:hf hdr="0"/>
  <p:txStyles>
    <p:titleStyle>
      <a:lvl1pPr algn="l" defTabSz="914400" rtl="0" eaLnBrk="1" latinLnBrk="0" hangingPunct="1">
        <a:lnSpc>
          <a:spcPct val="100000"/>
        </a:lnSpc>
        <a:spcBef>
          <a:spcPct val="0"/>
        </a:spcBef>
        <a:buNone/>
        <a:defRPr sz="3200" kern="1200" cap="none" spc="0" baseline="0">
          <a:solidFill>
            <a:schemeClr val="tx1"/>
          </a:solidFill>
          <a:latin typeface="Times New Roman" panose="02020603050405020304" pitchFamily="18" charset="0"/>
          <a:ea typeface="+mj-ea"/>
          <a:cs typeface="Times New Roman" panose="02020603050405020304" pitchFamily="18" charset="0"/>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37">
          <p15:clr>
            <a:srgbClr val="F26B43"/>
          </p15:clr>
        </p15:guide>
        <p15:guide id="3" pos="680">
          <p15:clr>
            <a:srgbClr val="F26B43"/>
          </p15:clr>
        </p15:guide>
        <p15:guide id="4" pos="7000">
          <p15:clr>
            <a:srgbClr val="F26B43"/>
          </p15:clr>
        </p15:guide>
        <p15:guide id="5" orient="horz" pos="679">
          <p15:clr>
            <a:srgbClr val="F26B43"/>
          </p15:clr>
        </p15:guide>
        <p15:guide id="6" orient="horz" pos="3640">
          <p15:clr>
            <a:srgbClr val="F26B43"/>
          </p15:clr>
        </p15:guide>
        <p15:guide id="7" pos="6644">
          <p15:clr>
            <a:srgbClr val="F26B43"/>
          </p15:clr>
        </p15:guide>
        <p15:guide id="8" pos="6289">
          <p15:clr>
            <a:srgbClr val="F26B43"/>
          </p15:clr>
        </p15:guide>
        <p15:guide id="9" pos="5945">
          <p15:clr>
            <a:srgbClr val="F26B43"/>
          </p15:clr>
        </p15:guide>
        <p15:guide id="10" pos="1391">
          <p15:clr>
            <a:srgbClr val="F26B43"/>
          </p15:clr>
        </p15:guide>
        <p15:guide id="11" pos="1032">
          <p15:clr>
            <a:srgbClr val="F26B43"/>
          </p15:clr>
        </p15:guide>
        <p15:guide id="12" pos="1732">
          <p15:clr>
            <a:srgbClr val="F26B43"/>
          </p15:clr>
        </p15:guide>
        <p15:guide id="13" pos="2084">
          <p15:clr>
            <a:srgbClr val="F26B43"/>
          </p15:clr>
        </p15:guide>
        <p15:guide id="14" pos="5596">
          <p15:clr>
            <a:srgbClr val="F26B43"/>
          </p15:clr>
        </p15:guide>
        <p15:guide id="15" pos="2436">
          <p15:clr>
            <a:srgbClr val="F26B43"/>
          </p15:clr>
        </p15:guide>
        <p15:guide id="16" pos="5244">
          <p15:clr>
            <a:srgbClr val="F26B43"/>
          </p15:clr>
        </p15:guide>
        <p15:guide id="17" pos="2792">
          <p15:clr>
            <a:srgbClr val="F26B43"/>
          </p15:clr>
        </p15:guide>
        <p15:guide id="18" pos="4892">
          <p15:clr>
            <a:srgbClr val="F26B43"/>
          </p15:clr>
        </p15:guide>
        <p15:guide id="19" pos="4543">
          <p15:clr>
            <a:srgbClr val="F26B43"/>
          </p15:clr>
        </p15:guide>
        <p15:guide id="20" pos="3488">
          <p15:clr>
            <a:srgbClr val="F26B43"/>
          </p15:clr>
        </p15:guide>
        <p15:guide id="21" pos="4192">
          <p15:clr>
            <a:srgbClr val="F26B43"/>
          </p15:clr>
        </p15:guide>
        <p15:guide id="23" pos="340">
          <p15:clr>
            <a:srgbClr val="A4A3A4"/>
          </p15:clr>
        </p15:guide>
        <p15:guide id="24" pos="7340">
          <p15:clr>
            <a:srgbClr val="A4A3A4"/>
          </p15:clr>
        </p15:guide>
        <p15:guide id="25" orient="horz" pos="1062">
          <p15:clr>
            <a:srgbClr val="5ACBF0"/>
          </p15:clr>
        </p15:guide>
        <p15:guide id="26" orient="horz" pos="3982">
          <p15:clr>
            <a:srgbClr val="A4A3A4"/>
          </p15:clr>
        </p15:guide>
        <p15:guide id="27" orient="horz" pos="338">
          <p15:clr>
            <a:srgbClr val="A4A3A4"/>
          </p15:clr>
        </p15:guide>
        <p15:guide id="28" orient="horz" pos="950">
          <p15:clr>
            <a:srgbClr val="5ACBF0"/>
          </p15:clr>
        </p15:guide>
        <p15:guide id="29" orient="horz" pos="249">
          <p15:clr>
            <a:srgbClr val="5ACBF0"/>
          </p15:clr>
        </p15:guide>
        <p15:guide id="30" orient="horz" pos="2160" userDrawn="1">
          <p15:clr>
            <a:srgbClr val="A4A3A4"/>
          </p15:clr>
        </p15:guide>
        <p15:guide id="31" pos="3840" userDrawn="1">
          <p15:clr>
            <a:srgbClr val="A4A3A4"/>
          </p15:clr>
        </p15:guide>
        <p15:guide id="32" pos="240" userDrawn="1">
          <p15:clr>
            <a:srgbClr val="547EBF"/>
          </p15:clr>
        </p15:guide>
        <p15:guide id="33" orient="horz" pos="240" userDrawn="1">
          <p15:clr>
            <a:srgbClr val="547EBF"/>
          </p15:clr>
        </p15:guide>
        <p15:guide id="34" pos="7440" userDrawn="1">
          <p15:clr>
            <a:srgbClr val="547EBF"/>
          </p15:clr>
        </p15:guide>
        <p15:guide id="35" orient="horz" pos="4080" userDrawn="1">
          <p15:clr>
            <a:srgbClr val="547EBF"/>
          </p15:clr>
        </p15:guide>
        <p15:guide id="36" pos="3960" userDrawn="1">
          <p15:clr>
            <a:srgbClr val="547EBF"/>
          </p15:clr>
        </p15:guide>
        <p15:guide id="37" pos="3720" userDrawn="1">
          <p15:clr>
            <a:srgbClr val="547EBF"/>
          </p15:clr>
        </p15:guide>
        <p15:guide id="38" pos="2112" userDrawn="1">
          <p15:clr>
            <a:srgbClr val="547EBF"/>
          </p15:clr>
        </p15:guide>
        <p15:guide id="39" pos="1848" userDrawn="1">
          <p15:clr>
            <a:srgbClr val="547EBF"/>
          </p15:clr>
        </p15:guide>
        <p15:guide id="40" pos="5568" userDrawn="1">
          <p15:clr>
            <a:srgbClr val="547EBF"/>
          </p15:clr>
        </p15:guide>
        <p15:guide id="41" pos="5832" userDrawn="1">
          <p15:clr>
            <a:srgbClr val="547EBF"/>
          </p15:clr>
        </p15:guide>
        <p15:guide id="42" pos="4968" userDrawn="1">
          <p15:clr>
            <a:srgbClr val="9FCC3B"/>
          </p15:clr>
        </p15:guide>
        <p15:guide id="43" pos="5208" userDrawn="1">
          <p15:clr>
            <a:srgbClr val="9FCC3B"/>
          </p15:clr>
        </p15:guide>
        <p15:guide id="44" pos="2712" userDrawn="1">
          <p15:clr>
            <a:srgbClr val="9FCC3B"/>
          </p15:clr>
        </p15:guide>
        <p15:guide id="45"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1DF3D98-3C30-4CFC-8643-C81E829C8C25}"/>
              </a:ext>
            </a:extLst>
          </p:cNvPr>
          <p:cNvSpPr>
            <a:spLocks noGrp="1"/>
          </p:cNvSpPr>
          <p:nvPr>
            <p:ph type="title"/>
          </p:nvPr>
        </p:nvSpPr>
        <p:spPr>
          <a:xfrm>
            <a:off x="572568" y="874663"/>
            <a:ext cx="5523432" cy="2334637"/>
          </a:xfrm>
        </p:spPr>
        <p:txBody>
          <a:bodyPr rtlCol="0">
            <a:noAutofit/>
          </a:bodyPr>
          <a:lstStyle/>
          <a:p>
            <a:pPr rtl="0"/>
            <a:r>
              <a:rPr lang="pl-PL" sz="5500" dirty="0" err="1">
                <a:latin typeface="Tenorite" panose="00000500000000000000" pitchFamily="2" charset="0"/>
              </a:rPr>
              <a:t>Introduction</a:t>
            </a:r>
            <a:r>
              <a:rPr lang="pl-PL" sz="5500" dirty="0">
                <a:latin typeface="Tenorite" panose="00000500000000000000" pitchFamily="2" charset="0"/>
              </a:rPr>
              <a:t> </a:t>
            </a:r>
            <a:br>
              <a:rPr lang="pl-PL" sz="5500" dirty="0">
                <a:latin typeface="Tenorite" panose="00000500000000000000" pitchFamily="2" charset="0"/>
              </a:rPr>
            </a:br>
            <a:r>
              <a:rPr lang="pl-PL" sz="5500" dirty="0">
                <a:latin typeface="Tenorite" panose="00000500000000000000" pitchFamily="2" charset="0"/>
              </a:rPr>
              <a:t>to management</a:t>
            </a:r>
          </a:p>
        </p:txBody>
      </p:sp>
      <p:sp>
        <p:nvSpPr>
          <p:cNvPr id="3" name="Podtytuł 2">
            <a:extLst>
              <a:ext uri="{FF2B5EF4-FFF2-40B4-BE49-F238E27FC236}">
                <a16:creationId xmlns:a16="http://schemas.microsoft.com/office/drawing/2014/main" id="{A068D447-28D3-4F5F-B2DC-FD67E9015868}"/>
              </a:ext>
            </a:extLst>
          </p:cNvPr>
          <p:cNvSpPr>
            <a:spLocks noGrp="1"/>
          </p:cNvSpPr>
          <p:nvPr>
            <p:ph type="subTitle" idx="1"/>
          </p:nvPr>
        </p:nvSpPr>
        <p:spPr/>
        <p:txBody>
          <a:bodyPr rtlCol="0">
            <a:normAutofit/>
          </a:bodyPr>
          <a:lstStyle/>
          <a:p>
            <a:pPr rtl="0"/>
            <a:r>
              <a:rPr lang="pl-PL" sz="2800" dirty="0">
                <a:solidFill>
                  <a:srgbClr val="663300"/>
                </a:solidFill>
                <a:latin typeface="Tenorite" panose="00000500000000000000" pitchFamily="2" charset="0"/>
                <a:cs typeface="Calibri"/>
              </a:rPr>
              <a:t>Class no. 6</a:t>
            </a:r>
          </a:p>
          <a:p>
            <a:pPr rtl="0"/>
            <a:r>
              <a:rPr lang="pl-PL" sz="2800" dirty="0" err="1">
                <a:solidFill>
                  <a:srgbClr val="663300"/>
                </a:solidFill>
                <a:latin typeface="Tenorite" panose="00000500000000000000" pitchFamily="2" charset="0"/>
              </a:rPr>
              <a:t>Leadership</a:t>
            </a:r>
            <a:endParaRPr lang="pl-PL" sz="2800" dirty="0">
              <a:solidFill>
                <a:srgbClr val="663300"/>
              </a:solidFill>
              <a:latin typeface="Tenorite" panose="00000500000000000000" pitchFamily="2" charset="0"/>
            </a:endParaRP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a:bodyPr>
          <a:lstStyle/>
          <a:p>
            <a:pPr rtl="0"/>
            <a:r>
              <a:rPr lang="pl-PL" sz="5000" dirty="0" err="1">
                <a:latin typeface="Tenorite" panose="00000500000000000000" pitchFamily="2" charset="0"/>
              </a:rPr>
              <a:t>Leadership</a:t>
            </a:r>
            <a:r>
              <a:rPr lang="pl-PL" sz="5000" dirty="0">
                <a:latin typeface="Tenorite" panose="00000500000000000000" pitchFamily="2" charset="0"/>
              </a:rPr>
              <a:t> - </a:t>
            </a:r>
            <a:r>
              <a:rPr lang="pl-PL" sz="5000" dirty="0" err="1">
                <a:latin typeface="Tenorite" panose="00000500000000000000" pitchFamily="2" charset="0"/>
              </a:rPr>
              <a:t>definition</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535788" y="2840227"/>
            <a:ext cx="7120423" cy="3303900"/>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100" b="1" dirty="0">
                <a:solidFill>
                  <a:srgbClr val="663300"/>
                </a:solidFill>
                <a:latin typeface="Tenorite" panose="00000500000000000000" pitchFamily="2" charset="0"/>
              </a:rPr>
              <a:t>Leadership</a:t>
            </a:r>
            <a:r>
              <a:rPr lang="en-US" sz="2100" dirty="0">
                <a:solidFill>
                  <a:srgbClr val="663300"/>
                </a:solidFill>
                <a:latin typeface="Tenorite" panose="00000500000000000000" pitchFamily="2" charset="0"/>
              </a:rPr>
              <a:t> – the ability to influence people toward the attainment of organizational goals.</a:t>
            </a:r>
          </a:p>
          <a:p>
            <a:pPr marL="457200" indent="-457200" algn="just" rtl="0">
              <a:lnSpc>
                <a:spcPct val="100000"/>
              </a:lnSpc>
              <a:buClr>
                <a:srgbClr val="663300"/>
              </a:buClr>
              <a:buFont typeface="Arial" panose="020B0604020202020204" pitchFamily="34" charset="0"/>
              <a:buChar char="•"/>
            </a:pPr>
            <a:endParaRPr lang="en-US" sz="21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en-US" sz="2100" b="1" dirty="0">
                <a:solidFill>
                  <a:srgbClr val="663300"/>
                </a:solidFill>
                <a:latin typeface="Tenorite" panose="00000500000000000000" pitchFamily="2" charset="0"/>
              </a:rPr>
              <a:t>Management and leadership are both important to organizations. Effective managers have to be leaders, too, because distinctive qualities are associated with management and leadership that provide different strengths for the organization</a:t>
            </a:r>
            <a:r>
              <a:rPr lang="en-US" sz="2100" dirty="0">
                <a:solidFill>
                  <a:srgbClr val="663300"/>
                </a:solidFill>
                <a:latin typeface="Tenorite" panose="00000500000000000000" pitchFamily="2" charset="0"/>
              </a:rPr>
              <a:t>.</a:t>
            </a:r>
          </a:p>
        </p:txBody>
      </p:sp>
    </p:spTree>
    <p:extLst>
      <p:ext uri="{BB962C8B-B14F-4D97-AF65-F5344CB8AC3E}">
        <p14:creationId xmlns:p14="http://schemas.microsoft.com/office/powerpoint/2010/main" val="3790905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56288" y="0"/>
            <a:ext cx="6222272" cy="1453003"/>
          </a:xfrm>
        </p:spPr>
        <p:txBody>
          <a:bodyPr wrap="square" rtlCol="0" anchor="b">
            <a:normAutofit/>
          </a:bodyPr>
          <a:lstStyle/>
          <a:p>
            <a:pPr rtl="0"/>
            <a:r>
              <a:rPr lang="pl-PL" sz="5000" dirty="0">
                <a:latin typeface="Tenorite" panose="00000500000000000000" pitchFamily="2" charset="0"/>
              </a:rPr>
              <a:t>Manager vs leader</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a:t>
            </a:fld>
            <a:endParaRPr lang="pl-PL" sz="1100" noProof="0" dirty="0">
              <a:latin typeface="Tenorite" panose="00000500000000000000" pitchFamily="2" charset="0"/>
            </a:endParaRPr>
          </a:p>
        </p:txBody>
      </p:sp>
      <p:pic>
        <p:nvPicPr>
          <p:cNvPr id="9" name="Picture 5" descr="Podobny obraz">
            <a:extLst>
              <a:ext uri="{FF2B5EF4-FFF2-40B4-BE49-F238E27FC236}">
                <a16:creationId xmlns:a16="http://schemas.microsoft.com/office/drawing/2014/main" id="{268DF12A-A53B-16A4-92D6-26923AD77E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7319" y="1528814"/>
            <a:ext cx="5740209"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1666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4" y="344119"/>
            <a:ext cx="6222272" cy="1453003"/>
          </a:xfrm>
        </p:spPr>
        <p:txBody>
          <a:bodyPr wrap="square" rtlCol="0" anchor="b">
            <a:normAutofit/>
          </a:bodyPr>
          <a:lstStyle/>
          <a:p>
            <a:pPr rtl="0"/>
            <a:r>
              <a:rPr lang="pl-PL" sz="5000" dirty="0">
                <a:latin typeface="Tenorite" panose="00000500000000000000" pitchFamily="2" charset="0"/>
              </a:rPr>
              <a:t>Manager vs leader</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4</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535788" y="2840226"/>
            <a:ext cx="2838317" cy="3516941"/>
          </a:xfrm>
        </p:spPr>
        <p:txBody>
          <a:bodyPr rtlCol="0">
            <a:noAutofit/>
          </a:bodyPr>
          <a:lstStyle/>
          <a:p>
            <a:pPr marL="457200" indent="-457200" algn="just" rtl="0">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Rational</a:t>
            </a:r>
          </a:p>
          <a:p>
            <a:pPr marL="457200" indent="-457200" algn="just" rtl="0">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Consulting</a:t>
            </a:r>
          </a:p>
          <a:p>
            <a:pPr marL="457200" indent="-457200" algn="just" rtl="0">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Persistent</a:t>
            </a:r>
          </a:p>
          <a:p>
            <a:pPr marL="457200" indent="-457200" algn="just" rtl="0">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Problem solving</a:t>
            </a:r>
          </a:p>
          <a:p>
            <a:pPr marL="457200" indent="-457200" algn="just" rtl="0">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Tough-minded</a:t>
            </a:r>
          </a:p>
          <a:p>
            <a:pPr marL="457200" indent="-457200" algn="just" rtl="0">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Analytical</a:t>
            </a:r>
          </a:p>
          <a:p>
            <a:pPr marL="457200" indent="-457200" algn="just" rtl="0">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Structured</a:t>
            </a:r>
          </a:p>
          <a:p>
            <a:pPr marL="457200" indent="-457200" algn="just" rtl="0">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Deliberate</a:t>
            </a:r>
          </a:p>
          <a:p>
            <a:pPr marL="457200" indent="-457200" algn="just" rtl="0">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Authoritative</a:t>
            </a:r>
          </a:p>
          <a:p>
            <a:pPr marL="457200" indent="-457200" algn="just" rtl="0">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Stabilizing</a:t>
            </a:r>
          </a:p>
          <a:p>
            <a:pPr marL="457200" indent="-457200" algn="just" rtl="0">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Position power</a:t>
            </a:r>
          </a:p>
        </p:txBody>
      </p:sp>
      <p:sp>
        <p:nvSpPr>
          <p:cNvPr id="7" name="Zawartość — symbol zastępczy 2">
            <a:extLst>
              <a:ext uri="{FF2B5EF4-FFF2-40B4-BE49-F238E27FC236}">
                <a16:creationId xmlns:a16="http://schemas.microsoft.com/office/drawing/2014/main" id="{6334F611-4548-C622-ADD9-2DAD490B976B}"/>
              </a:ext>
            </a:extLst>
          </p:cNvPr>
          <p:cNvSpPr txBox="1">
            <a:spLocks/>
          </p:cNvSpPr>
          <p:nvPr/>
        </p:nvSpPr>
        <p:spPr>
          <a:xfrm>
            <a:off x="7143533" y="2840226"/>
            <a:ext cx="2838317" cy="3516941"/>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Clr>
                <a:schemeClr val="accent3"/>
              </a:buClr>
              <a:buFont typeface="Wingdings" panose="05000000000000000000" pitchFamily="2" charset="2"/>
              <a:buNone/>
              <a:defRPr sz="1600" kern="1200" spc="50" baseline="0">
                <a:solidFill>
                  <a:schemeClr val="tx1">
                    <a:alpha val="60000"/>
                  </a:schemeClr>
                </a:solidFill>
                <a:latin typeface="Calibri" panose="020F0502020204030204" pitchFamily="34" charset="0"/>
                <a:ea typeface="+mn-ea"/>
                <a:cs typeface="Calibri" panose="020F0502020204030204" pitchFamily="34" charset="0"/>
              </a:defRPr>
            </a:lvl1pPr>
            <a:lvl2pPr marL="360000" indent="0" algn="ctr" defTabSz="914400" rtl="0" eaLnBrk="1" latinLnBrk="0" hangingPunct="1">
              <a:lnSpc>
                <a:spcPct val="150000"/>
              </a:lnSpc>
              <a:spcBef>
                <a:spcPts val="500"/>
              </a:spcBef>
              <a:buFont typeface="Arial" panose="020B0604020202020204" pitchFamily="34" charset="0"/>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2pPr>
            <a:lvl3pPr marL="720000" indent="0" algn="ctr" defTabSz="914400" rtl="0" eaLnBrk="1" latinLnBrk="0" hangingPunct="1">
              <a:lnSpc>
                <a:spcPct val="150000"/>
              </a:lnSpc>
              <a:spcBef>
                <a:spcPts val="500"/>
              </a:spcBef>
              <a:buClr>
                <a:schemeClr val="accent3"/>
              </a:buClr>
              <a:buFont typeface="Wingdings" panose="05000000000000000000" pitchFamily="2" charset="2"/>
              <a:buNone/>
              <a:defRPr sz="2000" kern="1200" spc="50">
                <a:solidFill>
                  <a:schemeClr val="tx1">
                    <a:alpha val="60000"/>
                  </a:schemeClr>
                </a:solidFill>
                <a:latin typeface="Calibri" panose="020F0502020204030204" pitchFamily="34" charset="0"/>
                <a:ea typeface="+mn-ea"/>
                <a:cs typeface="Calibri" panose="020F0502020204030204" pitchFamily="34" charset="0"/>
              </a:defRPr>
            </a:lvl3pPr>
            <a:lvl4pPr marL="1080000" indent="0" algn="ctr" defTabSz="914400" rtl="0" eaLnBrk="1" latinLnBrk="0" hangingPunct="1">
              <a:lnSpc>
                <a:spcPct val="150000"/>
              </a:lnSpc>
              <a:spcBef>
                <a:spcPts val="500"/>
              </a:spcBef>
              <a:buClr>
                <a:schemeClr val="accent3"/>
              </a:buClr>
              <a:buFont typeface="Arial" panose="020B0604020202020204" pitchFamily="34" charset="0"/>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4pPr>
            <a:lvl5pPr marL="1440000" indent="0" algn="ctr" defTabSz="914400" rtl="0" eaLnBrk="1" latinLnBrk="0" hangingPunct="1">
              <a:lnSpc>
                <a:spcPct val="150000"/>
              </a:lnSpc>
              <a:spcBef>
                <a:spcPts val="500"/>
              </a:spcBef>
              <a:buClr>
                <a:schemeClr val="accent3"/>
              </a:buClr>
              <a:buFont typeface="Wingdings" panose="05000000000000000000" pitchFamily="2" charset="2"/>
              <a:buNone/>
              <a:defRPr sz="2000" kern="1200" spc="50">
                <a:solidFill>
                  <a:schemeClr val="tx1">
                    <a:alpha val="60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Visionary</a:t>
            </a:r>
          </a:p>
          <a:p>
            <a:pPr marL="457200" indent="-457200" algn="just">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Passionate</a:t>
            </a:r>
          </a:p>
          <a:p>
            <a:pPr marL="457200" indent="-457200" algn="just">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Creative</a:t>
            </a:r>
          </a:p>
          <a:p>
            <a:pPr marL="457200" indent="-457200" algn="just">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Flexible</a:t>
            </a:r>
          </a:p>
          <a:p>
            <a:pPr marL="457200" indent="-457200" algn="just">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Inspiring</a:t>
            </a:r>
          </a:p>
          <a:p>
            <a:pPr marL="457200" indent="-457200" algn="just">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Innovative</a:t>
            </a:r>
          </a:p>
          <a:p>
            <a:pPr marL="457200" indent="-457200" algn="just">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Courageous</a:t>
            </a:r>
          </a:p>
          <a:p>
            <a:pPr marL="457200" indent="-457200" algn="just">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Imaginative</a:t>
            </a:r>
          </a:p>
          <a:p>
            <a:pPr marL="457200" indent="-457200" algn="just">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Experimental</a:t>
            </a:r>
          </a:p>
          <a:p>
            <a:pPr marL="457200" indent="-457200" algn="just">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Init</a:t>
            </a:r>
            <a:r>
              <a:rPr lang="pl-PL" sz="2100" b="1" dirty="0">
                <a:solidFill>
                  <a:srgbClr val="663300"/>
                </a:solidFill>
                <a:latin typeface="Tenorite" panose="00000500000000000000" pitchFamily="2" charset="0"/>
              </a:rPr>
              <a:t>i</a:t>
            </a:r>
            <a:r>
              <a:rPr lang="en-US" sz="2100" b="1" dirty="0" err="1">
                <a:solidFill>
                  <a:srgbClr val="663300"/>
                </a:solidFill>
                <a:latin typeface="Tenorite" panose="00000500000000000000" pitchFamily="2" charset="0"/>
              </a:rPr>
              <a:t>ates</a:t>
            </a:r>
            <a:r>
              <a:rPr lang="en-US" sz="2100" b="1" dirty="0">
                <a:solidFill>
                  <a:srgbClr val="663300"/>
                </a:solidFill>
                <a:latin typeface="Tenorite" panose="00000500000000000000" pitchFamily="2" charset="0"/>
              </a:rPr>
              <a:t> change</a:t>
            </a:r>
          </a:p>
          <a:p>
            <a:pPr marL="457200" indent="-457200" algn="just">
              <a:lnSpc>
                <a:spcPct val="100000"/>
              </a:lnSpc>
              <a:spcBef>
                <a:spcPts val="0"/>
              </a:spcBef>
              <a:buClr>
                <a:srgbClr val="663300"/>
              </a:buClr>
              <a:buFont typeface="Arial" panose="020B0604020202020204" pitchFamily="34" charset="0"/>
              <a:buChar char="•"/>
            </a:pPr>
            <a:r>
              <a:rPr lang="en-US" sz="2100" b="1" dirty="0">
                <a:solidFill>
                  <a:srgbClr val="663300"/>
                </a:solidFill>
                <a:latin typeface="Tenorite" panose="00000500000000000000" pitchFamily="2" charset="0"/>
              </a:rPr>
              <a:t>Personal power</a:t>
            </a:r>
          </a:p>
        </p:txBody>
      </p:sp>
      <p:sp>
        <p:nvSpPr>
          <p:cNvPr id="8" name="Rectangle 1">
            <a:extLst>
              <a:ext uri="{FF2B5EF4-FFF2-40B4-BE49-F238E27FC236}">
                <a16:creationId xmlns:a16="http://schemas.microsoft.com/office/drawing/2014/main" id="{C1ED36F4-B949-A0C9-8046-E819F31AD8D1}"/>
              </a:ext>
            </a:extLst>
          </p:cNvPr>
          <p:cNvSpPr/>
          <p:nvPr/>
        </p:nvSpPr>
        <p:spPr bwMode="auto">
          <a:xfrm>
            <a:off x="2264777" y="2242127"/>
            <a:ext cx="3024187" cy="576262"/>
          </a:xfrm>
          <a:prstGeom prst="rect">
            <a:avLst/>
          </a:prstGeom>
          <a:solidFill>
            <a:schemeClr val="accent3">
              <a:lumMod val="75000"/>
            </a:schemeClr>
          </a:solidFill>
          <a:ln w="9525" cap="flat" cmpd="sng" algn="ctr">
            <a:solidFill>
              <a:schemeClr val="accent3">
                <a:lumMod val="50000"/>
              </a:schemeClr>
            </a:solidFill>
            <a:prstDash val="solid"/>
            <a:round/>
            <a:headEnd type="none" w="med" len="med"/>
            <a:tailEnd type="none" w="med" len="med"/>
          </a:ln>
          <a:effectLst/>
        </p:spPr>
        <p:txBody>
          <a:bodyPr anchor="ctr"/>
          <a:lstStyle/>
          <a:p>
            <a:pPr algn="ctr" eaLnBrk="1" hangingPunct="1">
              <a:defRPr/>
            </a:pPr>
            <a:r>
              <a:rPr lang="pl-PL" sz="2200" b="1" u="none" dirty="0">
                <a:solidFill>
                  <a:schemeClr val="bg1"/>
                </a:solidFill>
                <a:effectLst>
                  <a:outerShdw blurRad="38100" dist="38100" dir="2700000" algn="tl">
                    <a:srgbClr val="000000">
                      <a:alpha val="43137"/>
                    </a:srgbClr>
                  </a:outerShdw>
                </a:effectLst>
                <a:latin typeface="Tenorite" panose="00000500000000000000" pitchFamily="2" charset="0"/>
                <a:cs typeface="Arial" charset="0"/>
              </a:rPr>
              <a:t>Manager qualities</a:t>
            </a:r>
          </a:p>
        </p:txBody>
      </p:sp>
      <p:sp>
        <p:nvSpPr>
          <p:cNvPr id="10" name="Rectangle 4">
            <a:extLst>
              <a:ext uri="{FF2B5EF4-FFF2-40B4-BE49-F238E27FC236}">
                <a16:creationId xmlns:a16="http://schemas.microsoft.com/office/drawing/2014/main" id="{FDC2742B-299C-74FD-1256-9C8DA72D892D}"/>
              </a:ext>
            </a:extLst>
          </p:cNvPr>
          <p:cNvSpPr>
            <a:spLocks noChangeArrowheads="1"/>
          </p:cNvSpPr>
          <p:nvPr/>
        </p:nvSpPr>
        <p:spPr bwMode="auto">
          <a:xfrm>
            <a:off x="6903035" y="2242127"/>
            <a:ext cx="3024188" cy="576262"/>
          </a:xfrm>
          <a:prstGeom prst="rect">
            <a:avLst/>
          </a:prstGeom>
          <a:solidFill>
            <a:schemeClr val="accent2">
              <a:lumMod val="20000"/>
              <a:lumOff val="80000"/>
            </a:schemeClr>
          </a:solidFill>
          <a:ln w="9525" algn="ctr">
            <a:solidFill>
              <a:srgbClr val="663300"/>
            </a:solidFill>
            <a:round/>
            <a:headEnd/>
            <a:tailEn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pl-PL" altLang="pl-PL" sz="2200" b="1" u="none" dirty="0">
                <a:effectLst/>
                <a:latin typeface="Tenorite" panose="00000500000000000000" pitchFamily="2" charset="0"/>
              </a:rPr>
              <a:t>Leader qualities</a:t>
            </a:r>
          </a:p>
        </p:txBody>
      </p:sp>
    </p:spTree>
    <p:extLst>
      <p:ext uri="{BB962C8B-B14F-4D97-AF65-F5344CB8AC3E}">
        <p14:creationId xmlns:p14="http://schemas.microsoft.com/office/powerpoint/2010/main" val="7986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pl-PL" sz="5000" dirty="0" err="1">
                <a:latin typeface="Tenorite" panose="00000500000000000000" pitchFamily="2" charset="0"/>
              </a:rPr>
              <a:t>Exercise</a:t>
            </a:r>
            <a:r>
              <a:rPr lang="pl-PL" sz="5000" dirty="0">
                <a:latin typeface="Tenorite" panose="00000500000000000000" pitchFamily="2" charset="0"/>
              </a:rPr>
              <a:t> 1 – </a:t>
            </a:r>
            <a:br>
              <a:rPr lang="pl-PL" sz="5000" dirty="0">
                <a:latin typeface="Tenorite" panose="00000500000000000000" pitchFamily="2" charset="0"/>
              </a:rPr>
            </a:br>
            <a:r>
              <a:rPr lang="pl-PL" sz="5000" dirty="0">
                <a:latin typeface="Tenorite" panose="00000500000000000000" pitchFamily="2" charset="0"/>
              </a:rPr>
              <a:t>manager vs leader</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5</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535788" y="3138585"/>
            <a:ext cx="7120423" cy="2309289"/>
          </a:xfrm>
        </p:spPr>
        <p:txBody>
          <a:bodyPr rtlCol="0">
            <a:noAutofit/>
          </a:bodyPr>
          <a:lstStyle/>
          <a:p>
            <a:pPr algn="just" rtl="0">
              <a:lnSpc>
                <a:spcPct val="100000"/>
              </a:lnSpc>
              <a:buClr>
                <a:srgbClr val="663300"/>
              </a:buClr>
            </a:pPr>
            <a:r>
              <a:rPr lang="en-US" sz="2800" dirty="0">
                <a:solidFill>
                  <a:srgbClr val="663300"/>
                </a:solidFill>
                <a:latin typeface="Tenorite" panose="00000500000000000000" pitchFamily="2" charset="0"/>
              </a:rPr>
              <a:t>The aim of this activity is to clearly  show the difference between managers and leaders and how every leader can be a manager but not every manager can be a leader.</a:t>
            </a:r>
          </a:p>
        </p:txBody>
      </p:sp>
    </p:spTree>
    <p:extLst>
      <p:ext uri="{BB962C8B-B14F-4D97-AF65-F5344CB8AC3E}">
        <p14:creationId xmlns:p14="http://schemas.microsoft.com/office/powerpoint/2010/main" val="3628596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6</a:t>
            </a:fld>
            <a:endParaRPr lang="pl-PL" sz="1100" noProof="0" dirty="0">
              <a:latin typeface="Tenorite" panose="00000500000000000000" pitchFamily="2" charset="0"/>
            </a:endParaRPr>
          </a:p>
        </p:txBody>
      </p:sp>
      <p:graphicFrame>
        <p:nvGraphicFramePr>
          <p:cNvPr id="11" name="Table 3">
            <a:extLst>
              <a:ext uri="{FF2B5EF4-FFF2-40B4-BE49-F238E27FC236}">
                <a16:creationId xmlns:a16="http://schemas.microsoft.com/office/drawing/2014/main" id="{5913D77E-2744-EACA-D909-A944CE4CE77A}"/>
              </a:ext>
            </a:extLst>
          </p:cNvPr>
          <p:cNvGraphicFramePr>
            <a:graphicFrameLocks noGrp="1"/>
          </p:cNvGraphicFramePr>
          <p:nvPr>
            <p:extLst>
              <p:ext uri="{D42A27DB-BD31-4B8C-83A1-F6EECF244321}">
                <p14:modId xmlns:p14="http://schemas.microsoft.com/office/powerpoint/2010/main" val="921287175"/>
              </p:ext>
            </p:extLst>
          </p:nvPr>
        </p:nvGraphicFramePr>
        <p:xfrm>
          <a:off x="265814" y="0"/>
          <a:ext cx="11926186" cy="6858000"/>
        </p:xfrm>
        <a:graphic>
          <a:graphicData uri="http://schemas.openxmlformats.org/drawingml/2006/table">
            <a:tbl>
              <a:tblPr firstRow="1" bandRow="1">
                <a:tableStyleId>{F5AB1C69-6EDB-4FF4-983F-18BD219EF322}</a:tableStyleId>
              </a:tblPr>
              <a:tblGrid>
                <a:gridCol w="6620511">
                  <a:extLst>
                    <a:ext uri="{9D8B030D-6E8A-4147-A177-3AD203B41FA5}">
                      <a16:colId xmlns:a16="http://schemas.microsoft.com/office/drawing/2014/main" val="20000"/>
                    </a:ext>
                  </a:extLst>
                </a:gridCol>
                <a:gridCol w="2629689">
                  <a:extLst>
                    <a:ext uri="{9D8B030D-6E8A-4147-A177-3AD203B41FA5}">
                      <a16:colId xmlns:a16="http://schemas.microsoft.com/office/drawing/2014/main" val="20001"/>
                    </a:ext>
                  </a:extLst>
                </a:gridCol>
                <a:gridCol w="2675986">
                  <a:extLst>
                    <a:ext uri="{9D8B030D-6E8A-4147-A177-3AD203B41FA5}">
                      <a16:colId xmlns:a16="http://schemas.microsoft.com/office/drawing/2014/main" val="20002"/>
                    </a:ext>
                  </a:extLst>
                </a:gridCol>
              </a:tblGrid>
              <a:tr h="369048">
                <a:tc>
                  <a:txBody>
                    <a:bodyPr/>
                    <a:lstStyle/>
                    <a:p>
                      <a:pPr marL="0" indent="0" algn="ctr">
                        <a:buFont typeface="+mj-lt"/>
                        <a:buNone/>
                      </a:pPr>
                      <a:r>
                        <a:rPr lang="pl-PL" sz="1800" dirty="0">
                          <a:latin typeface="Tenorite" panose="00000500000000000000" pitchFamily="2" charset="0"/>
                        </a:rPr>
                        <a:t>Manager or leader</a:t>
                      </a:r>
                    </a:p>
                  </a:txBody>
                  <a:tcPr marT="45724" marB="45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pl-PL" sz="1800" dirty="0">
                          <a:latin typeface="Tenorite" panose="00000500000000000000" pitchFamily="2" charset="0"/>
                        </a:rPr>
                        <a:t>Manager</a:t>
                      </a:r>
                    </a:p>
                  </a:txBody>
                  <a:tcPr marT="45724" marB="45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75000"/>
                      </a:schemeClr>
                    </a:solidFill>
                  </a:tcPr>
                </a:tc>
                <a:tc>
                  <a:txBody>
                    <a:bodyPr/>
                    <a:lstStyle/>
                    <a:p>
                      <a:pPr algn="ctr"/>
                      <a:r>
                        <a:rPr lang="pl-PL" sz="1800" dirty="0">
                          <a:solidFill>
                            <a:schemeClr val="tx1"/>
                          </a:solidFill>
                          <a:latin typeface="Tenorite" panose="00000500000000000000" pitchFamily="2" charset="0"/>
                        </a:rPr>
                        <a:t>Leader</a:t>
                      </a:r>
                    </a:p>
                  </a:txBody>
                  <a:tcPr marT="45724" marB="457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0000"/>
                  </a:ext>
                </a:extLst>
              </a:tr>
              <a:tr h="6488952">
                <a:tc>
                  <a:txBody>
                    <a:bodyPr/>
                    <a:lstStyle/>
                    <a:p>
                      <a:pPr marL="342900" indent="-342900">
                        <a:buFont typeface="+mj-lt"/>
                        <a:buAutoNum type="arabicParenR"/>
                      </a:pPr>
                      <a:r>
                        <a:rPr lang="pl-PL" sz="1300" dirty="0">
                          <a:latin typeface="Tenorite" panose="00000500000000000000" pitchFamily="2" charset="0"/>
                        </a:rPr>
                        <a:t>Scheduling work</a:t>
                      </a:r>
                    </a:p>
                    <a:p>
                      <a:pPr marL="342900" indent="-342900">
                        <a:buFont typeface="+mj-lt"/>
                        <a:buAutoNum type="arabicParenR"/>
                      </a:pPr>
                      <a:r>
                        <a:rPr lang="pl-PL" sz="1300" dirty="0">
                          <a:latin typeface="Tenorite" panose="00000500000000000000" pitchFamily="2" charset="0"/>
                        </a:rPr>
                        <a:t>Sharing a vision</a:t>
                      </a:r>
                    </a:p>
                    <a:p>
                      <a:pPr marL="342900" indent="-342900">
                        <a:buFont typeface="+mj-lt"/>
                        <a:buAutoNum type="arabicParenR"/>
                      </a:pPr>
                      <a:r>
                        <a:rPr lang="pl-PL" sz="1300" dirty="0">
                          <a:latin typeface="Tenorite" panose="00000500000000000000" pitchFamily="2" charset="0"/>
                        </a:rPr>
                        <a:t>Plan and prioritize</a:t>
                      </a:r>
                      <a:r>
                        <a:rPr lang="pl-PL" sz="1300" baseline="0" dirty="0">
                          <a:latin typeface="Tenorite" panose="00000500000000000000" pitchFamily="2" charset="0"/>
                        </a:rPr>
                        <a:t> steps to task achievement</a:t>
                      </a: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Use analytical data to support recommendations </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Explain goals, plan and roles</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Provide feedback on performance</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Motivating staff</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Provide focus</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Create a ‘culture’</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Inspiring people</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Delegating tasks</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Ensuring predictability</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Co-ordinate effort</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Co-ordinate resources</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Give orders and instructions</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Act as interface between team and outside</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Take risks</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Guide progress</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Check task completion</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Create a positive team feeling</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Monitor feelings and morale</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Look ‘over the horizon’</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Appeal to peoples’ emotions</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Follow systems and procedures</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Provide development opportunities</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Ensure effective induction</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Monitor budgets, tasks </a:t>
                      </a:r>
                      <a:r>
                        <a:rPr lang="en-US" sz="1300" b="0" i="0" kern="1200" dirty="0" err="1">
                          <a:solidFill>
                            <a:schemeClr val="dk1"/>
                          </a:solidFill>
                          <a:effectLst/>
                          <a:latin typeface="Tenorite" panose="00000500000000000000" pitchFamily="2" charset="0"/>
                          <a:ea typeface="+mn-ea"/>
                          <a:cs typeface="+mn-cs"/>
                        </a:rPr>
                        <a:t>etc</a:t>
                      </a:r>
                      <a:r>
                        <a:rPr lang="pl-PL" sz="1300" b="0" i="0" kern="1200" dirty="0">
                          <a:solidFill>
                            <a:schemeClr val="dk1"/>
                          </a:solidFill>
                          <a:effectLst/>
                          <a:latin typeface="Tenorite" panose="00000500000000000000" pitchFamily="2" charset="0"/>
                          <a:ea typeface="+mn-ea"/>
                          <a:cs typeface="+mn-cs"/>
                        </a:rPr>
                        <a:t>.</a:t>
                      </a:r>
                    </a:p>
                    <a:p>
                      <a:pPr marL="342900" indent="-342900">
                        <a:buFont typeface="+mj-lt"/>
                        <a:buAutoNum type="arabicParenR"/>
                      </a:pPr>
                      <a:r>
                        <a:rPr lang="pl-PL" sz="1300" b="0" i="0" kern="1200" dirty="0">
                          <a:solidFill>
                            <a:schemeClr val="dk1"/>
                          </a:solidFill>
                          <a:effectLst/>
                          <a:latin typeface="Tenorite" panose="00000500000000000000" pitchFamily="2" charset="0"/>
                          <a:ea typeface="+mn-ea"/>
                          <a:cs typeface="+mn-cs"/>
                        </a:rPr>
                        <a:t>U</a:t>
                      </a:r>
                      <a:r>
                        <a:rPr lang="en-US" sz="1300" b="0" i="0" kern="1200" dirty="0">
                          <a:solidFill>
                            <a:schemeClr val="dk1"/>
                          </a:solidFill>
                          <a:effectLst/>
                          <a:latin typeface="Tenorite" panose="00000500000000000000" pitchFamily="2" charset="0"/>
                          <a:ea typeface="+mn-ea"/>
                          <a:cs typeface="+mn-cs"/>
                        </a:rPr>
                        <a:t>se analytical data to forecast trends</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Unleashing potential</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Be a good role model</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Appeal to rational thinking</a:t>
                      </a:r>
                      <a:endParaRPr lang="pl-PL" sz="1300" b="0" i="0" kern="1200" dirty="0">
                        <a:solidFill>
                          <a:schemeClr val="dk1"/>
                        </a:solidFill>
                        <a:effectLst/>
                        <a:latin typeface="Tenorite" panose="00000500000000000000" pitchFamily="2" charset="0"/>
                        <a:ea typeface="+mn-ea"/>
                        <a:cs typeface="+mn-cs"/>
                      </a:endParaRPr>
                    </a:p>
                    <a:p>
                      <a:pPr marL="342900" indent="-342900">
                        <a:buFont typeface="+mj-lt"/>
                        <a:buAutoNum type="arabicParenR"/>
                      </a:pPr>
                      <a:r>
                        <a:rPr lang="en-US" sz="1300" b="0" i="0" kern="1200" dirty="0">
                          <a:solidFill>
                            <a:schemeClr val="dk1"/>
                          </a:solidFill>
                          <a:effectLst/>
                          <a:latin typeface="Tenorite" panose="00000500000000000000" pitchFamily="2" charset="0"/>
                          <a:ea typeface="+mn-ea"/>
                          <a:cs typeface="+mn-cs"/>
                        </a:rPr>
                        <a:t>Build teams</a:t>
                      </a:r>
                      <a:endParaRPr lang="pl-PL" sz="1300" dirty="0">
                        <a:latin typeface="Tenorite" panose="00000500000000000000" pitchFamily="2" charset="0"/>
                      </a:endParaRPr>
                    </a:p>
                  </a:txBody>
                  <a:tcPr marT="45724" marB="45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pl-PL" sz="1800" dirty="0">
                        <a:latin typeface="Tenorite" panose="00000500000000000000" pitchFamily="2" charset="0"/>
                      </a:endParaRPr>
                    </a:p>
                  </a:txBody>
                  <a:tcPr marT="45724" marB="45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pl-PL" sz="1800" dirty="0">
                        <a:latin typeface="Tenorite" panose="00000500000000000000" pitchFamily="2" charset="0"/>
                      </a:endParaRPr>
                    </a:p>
                  </a:txBody>
                  <a:tcPr marT="45724" marB="4572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53497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1933589" y="162331"/>
            <a:ext cx="8324821" cy="1453003"/>
          </a:xfrm>
        </p:spPr>
        <p:txBody>
          <a:bodyPr wrap="square" rtlCol="0" anchor="b">
            <a:normAutofit fontScale="90000"/>
          </a:bodyPr>
          <a:lstStyle/>
          <a:p>
            <a:pPr rtl="0"/>
            <a:r>
              <a:rPr lang="en-US" sz="5000" dirty="0">
                <a:latin typeface="Tenorite" panose="00000500000000000000" pitchFamily="2" charset="0"/>
              </a:rPr>
              <a:t>Exercise 2 – How I rank myself in qualities of being a leader</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7</a:t>
            </a:fld>
            <a:endParaRPr lang="pl-PL" sz="1100" noProof="0" dirty="0">
              <a:latin typeface="Tenorite" panose="00000500000000000000" pitchFamily="2" charset="0"/>
            </a:endParaRPr>
          </a:p>
        </p:txBody>
      </p:sp>
      <p:graphicFrame>
        <p:nvGraphicFramePr>
          <p:cNvPr id="9" name="Table 1">
            <a:extLst>
              <a:ext uri="{FF2B5EF4-FFF2-40B4-BE49-F238E27FC236}">
                <a16:creationId xmlns:a16="http://schemas.microsoft.com/office/drawing/2014/main" id="{4CAE91A7-7CD6-D27E-BE56-AA33FD22BDBF}"/>
              </a:ext>
            </a:extLst>
          </p:cNvPr>
          <p:cNvGraphicFramePr>
            <a:graphicFrameLocks noGrp="1"/>
          </p:cNvGraphicFramePr>
          <p:nvPr>
            <p:extLst>
              <p:ext uri="{D42A27DB-BD31-4B8C-83A1-F6EECF244321}">
                <p14:modId xmlns:p14="http://schemas.microsoft.com/office/powerpoint/2010/main" val="1943107316"/>
              </p:ext>
            </p:extLst>
          </p:nvPr>
        </p:nvGraphicFramePr>
        <p:xfrm>
          <a:off x="1641473" y="1639075"/>
          <a:ext cx="8909051" cy="4693920"/>
        </p:xfrm>
        <a:graphic>
          <a:graphicData uri="http://schemas.openxmlformats.org/drawingml/2006/table">
            <a:tbl>
              <a:tblPr firstRow="1" bandRow="1">
                <a:tableStyleId>{93296810-A885-4BE3-A3E7-6D5BEEA58F35}</a:tableStyleId>
              </a:tblPr>
              <a:tblGrid>
                <a:gridCol w="3837716">
                  <a:extLst>
                    <a:ext uri="{9D8B030D-6E8A-4147-A177-3AD203B41FA5}">
                      <a16:colId xmlns:a16="http://schemas.microsoft.com/office/drawing/2014/main" val="20000"/>
                    </a:ext>
                  </a:extLst>
                </a:gridCol>
                <a:gridCol w="1329687">
                  <a:extLst>
                    <a:ext uri="{9D8B030D-6E8A-4147-A177-3AD203B41FA5}">
                      <a16:colId xmlns:a16="http://schemas.microsoft.com/office/drawing/2014/main" val="20001"/>
                    </a:ext>
                  </a:extLst>
                </a:gridCol>
                <a:gridCol w="1107034">
                  <a:extLst>
                    <a:ext uri="{9D8B030D-6E8A-4147-A177-3AD203B41FA5}">
                      <a16:colId xmlns:a16="http://schemas.microsoft.com/office/drawing/2014/main" val="20002"/>
                    </a:ext>
                  </a:extLst>
                </a:gridCol>
                <a:gridCol w="1033231">
                  <a:extLst>
                    <a:ext uri="{9D8B030D-6E8A-4147-A177-3AD203B41FA5}">
                      <a16:colId xmlns:a16="http://schemas.microsoft.com/office/drawing/2014/main" val="20003"/>
                    </a:ext>
                  </a:extLst>
                </a:gridCol>
                <a:gridCol w="1601383">
                  <a:extLst>
                    <a:ext uri="{9D8B030D-6E8A-4147-A177-3AD203B41FA5}">
                      <a16:colId xmlns:a16="http://schemas.microsoft.com/office/drawing/2014/main" val="20004"/>
                    </a:ext>
                  </a:extLst>
                </a:gridCol>
              </a:tblGrid>
              <a:tr h="396044">
                <a:tc>
                  <a:txBody>
                    <a:bodyPr/>
                    <a:lstStyle/>
                    <a:p>
                      <a:pPr algn="ctr"/>
                      <a:r>
                        <a:rPr lang="pl-PL" sz="1600" dirty="0">
                          <a:solidFill>
                            <a:schemeClr val="tx1"/>
                          </a:solidFill>
                          <a:effectLst/>
                          <a:latin typeface="Tenorite" panose="00000500000000000000" pitchFamily="2" charset="0"/>
                        </a:rPr>
                        <a:t>Quality</a:t>
                      </a:r>
                    </a:p>
                  </a:txBody>
                  <a:tcPr marL="91433" marR="91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1000" dirty="0">
                          <a:solidFill>
                            <a:schemeClr val="tx1"/>
                          </a:solidFill>
                          <a:effectLst/>
                          <a:latin typeface="Tenorite" panose="00000500000000000000" pitchFamily="2" charset="0"/>
                        </a:rPr>
                        <a:t>I definitely</a:t>
                      </a:r>
                    </a:p>
                    <a:p>
                      <a:pPr algn="ctr"/>
                      <a:r>
                        <a:rPr lang="en-US" sz="1000" dirty="0">
                          <a:solidFill>
                            <a:schemeClr val="tx1"/>
                          </a:solidFill>
                          <a:effectLst/>
                          <a:latin typeface="Tenorite" panose="00000500000000000000" pitchFamily="2" charset="0"/>
                        </a:rPr>
                        <a:t>have this</a:t>
                      </a:r>
                      <a:r>
                        <a:rPr lang="pl-PL" sz="1000" baseline="0" dirty="0">
                          <a:solidFill>
                            <a:schemeClr val="tx1"/>
                          </a:solidFill>
                          <a:effectLst/>
                          <a:latin typeface="Tenorite" panose="00000500000000000000" pitchFamily="2" charset="0"/>
                        </a:rPr>
                        <a:t> </a:t>
                      </a:r>
                      <a:r>
                        <a:rPr lang="en-US" sz="1000" dirty="0">
                          <a:solidFill>
                            <a:schemeClr val="tx1"/>
                          </a:solidFill>
                          <a:effectLst/>
                          <a:latin typeface="Tenorite" panose="00000500000000000000" pitchFamily="2" charset="0"/>
                        </a:rPr>
                        <a:t>quality</a:t>
                      </a:r>
                      <a:endParaRPr lang="pl-PL" sz="1000" dirty="0">
                        <a:solidFill>
                          <a:schemeClr val="tx1"/>
                        </a:solidFill>
                        <a:effectLst/>
                        <a:latin typeface="Tenorite" panose="00000500000000000000" pitchFamily="2" charset="0"/>
                      </a:endParaRPr>
                    </a:p>
                  </a:txBody>
                  <a:tcPr marL="91433" marR="91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1000" dirty="0">
                          <a:solidFill>
                            <a:schemeClr val="tx1"/>
                          </a:solidFill>
                          <a:effectLst/>
                          <a:latin typeface="Tenorite" panose="00000500000000000000" pitchFamily="2" charset="0"/>
                        </a:rPr>
                        <a:t>I’m pretty</a:t>
                      </a:r>
                    </a:p>
                    <a:p>
                      <a:pPr algn="ctr"/>
                      <a:r>
                        <a:rPr lang="en-US" sz="1000" dirty="0">
                          <a:solidFill>
                            <a:schemeClr val="tx1"/>
                          </a:solidFill>
                          <a:effectLst/>
                          <a:latin typeface="Tenorite" panose="00000500000000000000" pitchFamily="2" charset="0"/>
                        </a:rPr>
                        <a:t>good at this</a:t>
                      </a:r>
                      <a:endParaRPr lang="pl-PL" sz="1000" dirty="0">
                        <a:solidFill>
                          <a:schemeClr val="tx1"/>
                        </a:solidFill>
                        <a:effectLst/>
                        <a:latin typeface="Tenorite" panose="00000500000000000000" pitchFamily="2" charset="0"/>
                      </a:endParaRPr>
                    </a:p>
                  </a:txBody>
                  <a:tcPr marL="91433" marR="91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1000" dirty="0">
                          <a:solidFill>
                            <a:schemeClr val="tx1"/>
                          </a:solidFill>
                          <a:effectLst/>
                          <a:latin typeface="Tenorite" panose="00000500000000000000" pitchFamily="2" charset="0"/>
                        </a:rPr>
                        <a:t>I need to</a:t>
                      </a:r>
                    </a:p>
                    <a:p>
                      <a:pPr algn="ctr"/>
                      <a:r>
                        <a:rPr lang="en-US" sz="1000" dirty="0">
                          <a:solidFill>
                            <a:schemeClr val="tx1"/>
                          </a:solidFill>
                          <a:effectLst/>
                          <a:latin typeface="Tenorite" panose="00000500000000000000" pitchFamily="2" charset="0"/>
                        </a:rPr>
                        <a:t>work on this</a:t>
                      </a:r>
                      <a:endParaRPr lang="pl-PL" sz="1000" dirty="0">
                        <a:solidFill>
                          <a:schemeClr val="tx1"/>
                        </a:solidFill>
                        <a:effectLst/>
                        <a:latin typeface="Tenorite" panose="00000500000000000000" pitchFamily="2" charset="0"/>
                      </a:endParaRPr>
                    </a:p>
                  </a:txBody>
                  <a:tcPr marL="91433" marR="91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algn="ctr"/>
                      <a:r>
                        <a:rPr lang="en-US" sz="1000" dirty="0">
                          <a:solidFill>
                            <a:schemeClr val="tx1"/>
                          </a:solidFill>
                          <a:effectLst/>
                          <a:latin typeface="Tenorite" panose="00000500000000000000" pitchFamily="2" charset="0"/>
                        </a:rPr>
                        <a:t>I need help</a:t>
                      </a:r>
                    </a:p>
                    <a:p>
                      <a:pPr algn="ctr"/>
                      <a:r>
                        <a:rPr lang="en-US" sz="1000" dirty="0">
                          <a:solidFill>
                            <a:schemeClr val="tx1"/>
                          </a:solidFill>
                          <a:effectLst/>
                          <a:latin typeface="Tenorite" panose="00000500000000000000" pitchFamily="2" charset="0"/>
                        </a:rPr>
                        <a:t>in how to do</a:t>
                      </a:r>
                      <a:r>
                        <a:rPr lang="pl-PL" sz="1000" baseline="0" dirty="0">
                          <a:solidFill>
                            <a:schemeClr val="tx1"/>
                          </a:solidFill>
                          <a:effectLst/>
                          <a:latin typeface="Tenorite" panose="00000500000000000000" pitchFamily="2" charset="0"/>
                        </a:rPr>
                        <a:t> </a:t>
                      </a:r>
                      <a:r>
                        <a:rPr lang="en-US" sz="1000" dirty="0">
                          <a:solidFill>
                            <a:schemeClr val="tx1"/>
                          </a:solidFill>
                          <a:effectLst/>
                          <a:latin typeface="Tenorite" panose="00000500000000000000" pitchFamily="2" charset="0"/>
                        </a:rPr>
                        <a:t>this</a:t>
                      </a:r>
                      <a:endParaRPr lang="pl-PL" sz="1000" dirty="0">
                        <a:solidFill>
                          <a:schemeClr val="tx1"/>
                        </a:solidFill>
                        <a:effectLst/>
                        <a:latin typeface="Tenorite" panose="00000500000000000000" pitchFamily="2" charset="0"/>
                      </a:endParaRPr>
                    </a:p>
                  </a:txBody>
                  <a:tcPr marL="91433" marR="9143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396044">
                <a:tc>
                  <a:txBody>
                    <a:bodyPr/>
                    <a:lstStyle/>
                    <a:p>
                      <a:r>
                        <a:rPr lang="en-US" sz="1200" b="1" dirty="0">
                          <a:latin typeface="Tenorite" panose="00000500000000000000" pitchFamily="2" charset="0"/>
                        </a:rPr>
                        <a:t>Enthusiasm: </a:t>
                      </a:r>
                      <a:r>
                        <a:rPr lang="en-US" sz="1200" dirty="0">
                          <a:latin typeface="Tenorite" panose="00000500000000000000" pitchFamily="2" charset="0"/>
                        </a:rPr>
                        <a:t>I have energy,</a:t>
                      </a:r>
                      <a:r>
                        <a:rPr lang="pl-PL" sz="1200" baseline="0" dirty="0">
                          <a:latin typeface="Tenorite" panose="00000500000000000000" pitchFamily="2" charset="0"/>
                        </a:rPr>
                        <a:t> </a:t>
                      </a:r>
                      <a:r>
                        <a:rPr lang="en-US" sz="1200" dirty="0">
                          <a:latin typeface="Tenorite" panose="00000500000000000000" pitchFamily="2" charset="0"/>
                        </a:rPr>
                        <a:t>a positive attitude, and am motivated.</a:t>
                      </a:r>
                      <a:endParaRPr lang="pl-PL" sz="1200"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96044">
                <a:tc>
                  <a:txBody>
                    <a:bodyPr/>
                    <a:lstStyle/>
                    <a:p>
                      <a:r>
                        <a:rPr lang="en-US" sz="1200" b="1" dirty="0">
                          <a:latin typeface="Tenorite" panose="00000500000000000000" pitchFamily="2" charset="0"/>
                        </a:rPr>
                        <a:t>Prepared: </a:t>
                      </a:r>
                      <a:r>
                        <a:rPr lang="en-US" sz="1200" dirty="0">
                          <a:latin typeface="Tenorite" panose="00000500000000000000" pitchFamily="2" charset="0"/>
                        </a:rPr>
                        <a:t>I assess the situation,</a:t>
                      </a:r>
                      <a:r>
                        <a:rPr lang="pl-PL" sz="1200" baseline="0" dirty="0">
                          <a:latin typeface="Tenorite" panose="00000500000000000000" pitchFamily="2" charset="0"/>
                        </a:rPr>
                        <a:t> </a:t>
                      </a:r>
                      <a:r>
                        <a:rPr lang="en-US" sz="1200" dirty="0">
                          <a:latin typeface="Tenorite" panose="00000500000000000000" pitchFamily="2" charset="0"/>
                        </a:rPr>
                        <a:t>understand the audience, know how</a:t>
                      </a:r>
                      <a:r>
                        <a:rPr lang="pl-PL" sz="1200" baseline="0" dirty="0">
                          <a:latin typeface="Tenorite" panose="00000500000000000000" pitchFamily="2" charset="0"/>
                        </a:rPr>
                        <a:t> </a:t>
                      </a:r>
                      <a:r>
                        <a:rPr lang="en-US" sz="1200" dirty="0">
                          <a:latin typeface="Tenorite" panose="00000500000000000000" pitchFamily="2" charset="0"/>
                        </a:rPr>
                        <a:t>to prepare, how to report</a:t>
                      </a: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l-PL">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l-PL">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l-PL">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6044">
                <a:tc>
                  <a:txBody>
                    <a:bodyPr/>
                    <a:lstStyle/>
                    <a:p>
                      <a:r>
                        <a:rPr lang="en-US" sz="1200" b="1" dirty="0">
                          <a:latin typeface="Tenorite" panose="00000500000000000000" pitchFamily="2" charset="0"/>
                        </a:rPr>
                        <a:t>Communicate well with others:</a:t>
                      </a:r>
                      <a:r>
                        <a:rPr lang="pl-PL" sz="1200" b="1" baseline="0" dirty="0">
                          <a:latin typeface="Tenorite" panose="00000500000000000000" pitchFamily="2" charset="0"/>
                        </a:rPr>
                        <a:t> </a:t>
                      </a:r>
                      <a:r>
                        <a:rPr lang="en-US" sz="1200" dirty="0">
                          <a:latin typeface="Tenorite" panose="00000500000000000000" pitchFamily="2" charset="0"/>
                        </a:rPr>
                        <a:t>effective speaker, able to work with</a:t>
                      </a:r>
                      <a:r>
                        <a:rPr lang="pl-PL" sz="1200" baseline="0" dirty="0">
                          <a:latin typeface="Tenorite" panose="00000500000000000000" pitchFamily="2" charset="0"/>
                        </a:rPr>
                        <a:t> </a:t>
                      </a:r>
                      <a:r>
                        <a:rPr lang="en-US" sz="1200" dirty="0">
                          <a:latin typeface="Tenorite" panose="00000500000000000000" pitchFamily="2" charset="0"/>
                        </a:rPr>
                        <a:t>all kinds of people, tactful, good</a:t>
                      </a:r>
                      <a:r>
                        <a:rPr lang="pl-PL" sz="1200" baseline="0" dirty="0">
                          <a:latin typeface="Tenorite" panose="00000500000000000000" pitchFamily="2" charset="0"/>
                        </a:rPr>
                        <a:t> </a:t>
                      </a:r>
                      <a:r>
                        <a:rPr lang="en-US" sz="1200" dirty="0">
                          <a:latin typeface="Tenorite" panose="00000500000000000000" pitchFamily="2" charset="0"/>
                        </a:rPr>
                        <a:t>listener. </a:t>
                      </a:r>
                      <a:endParaRPr lang="pl-PL" sz="1200"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3"/>
                  </a:ext>
                </a:extLst>
              </a:tr>
              <a:tr h="396044">
                <a:tc>
                  <a:txBody>
                    <a:bodyPr/>
                    <a:lstStyle/>
                    <a:p>
                      <a:r>
                        <a:rPr lang="en-US" sz="1200" b="1" dirty="0">
                          <a:latin typeface="Tenorite" panose="00000500000000000000" pitchFamily="2" charset="0"/>
                        </a:rPr>
                        <a:t>Caring: </a:t>
                      </a:r>
                      <a:r>
                        <a:rPr lang="en-US" sz="1200" dirty="0">
                          <a:latin typeface="Tenorite" panose="00000500000000000000" pitchFamily="2" charset="0"/>
                        </a:rPr>
                        <a:t>I am sensitive to others, I</a:t>
                      </a:r>
                      <a:r>
                        <a:rPr lang="pl-PL" sz="1200" baseline="0" dirty="0">
                          <a:latin typeface="Tenorite" panose="00000500000000000000" pitchFamily="2" charset="0"/>
                        </a:rPr>
                        <a:t> </a:t>
                      </a:r>
                      <a:r>
                        <a:rPr lang="en-US" sz="1200" dirty="0">
                          <a:latin typeface="Tenorite" panose="00000500000000000000" pitchFamily="2" charset="0"/>
                        </a:rPr>
                        <a:t>accept others for who they are,</a:t>
                      </a:r>
                      <a:r>
                        <a:rPr lang="pl-PL" sz="1200" baseline="0" dirty="0">
                          <a:latin typeface="Tenorite" panose="00000500000000000000" pitchFamily="2" charset="0"/>
                        </a:rPr>
                        <a:t> </a:t>
                      </a:r>
                      <a:r>
                        <a:rPr lang="en-US" sz="1200" dirty="0">
                          <a:latin typeface="Tenorite" panose="00000500000000000000" pitchFamily="2" charset="0"/>
                        </a:rPr>
                        <a:t>compassionate, good sense of humor</a:t>
                      </a:r>
                      <a:endParaRPr lang="pl-PL" sz="1200"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l-PL">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96044">
                <a:tc>
                  <a:txBody>
                    <a:bodyPr/>
                    <a:lstStyle/>
                    <a:p>
                      <a:r>
                        <a:rPr lang="en-US" sz="1200" b="1" dirty="0">
                          <a:latin typeface="Tenorite" panose="00000500000000000000" pitchFamily="2" charset="0"/>
                        </a:rPr>
                        <a:t>Creativity: </a:t>
                      </a:r>
                      <a:r>
                        <a:rPr lang="en-US" sz="1200" dirty="0">
                          <a:latin typeface="Tenorite" panose="00000500000000000000" pitchFamily="2" charset="0"/>
                        </a:rPr>
                        <a:t>I can express ideas,</a:t>
                      </a:r>
                      <a:r>
                        <a:rPr lang="pl-PL" sz="1200" baseline="0" dirty="0">
                          <a:latin typeface="Tenorite" panose="00000500000000000000" pitchFamily="2" charset="0"/>
                        </a:rPr>
                        <a:t> </a:t>
                      </a:r>
                      <a:r>
                        <a:rPr lang="en-US" sz="1200" dirty="0">
                          <a:latin typeface="Tenorite" panose="00000500000000000000" pitchFamily="2" charset="0"/>
                        </a:rPr>
                        <a:t>can come up with helpful</a:t>
                      </a:r>
                      <a:r>
                        <a:rPr lang="pl-PL" sz="1200" baseline="0" dirty="0">
                          <a:latin typeface="Tenorite" panose="00000500000000000000" pitchFamily="2" charset="0"/>
                        </a:rPr>
                        <a:t> </a:t>
                      </a:r>
                      <a:r>
                        <a:rPr lang="en-US" sz="1200" dirty="0">
                          <a:latin typeface="Tenorite" panose="00000500000000000000" pitchFamily="2" charset="0"/>
                        </a:rPr>
                        <a:t>suggestions, I try to brainstorm for</a:t>
                      </a:r>
                    </a:p>
                    <a:p>
                      <a:r>
                        <a:rPr lang="en-US" sz="1200" dirty="0">
                          <a:latin typeface="Tenorite" panose="00000500000000000000" pitchFamily="2" charset="0"/>
                        </a:rPr>
                        <a:t>new ideas. </a:t>
                      </a:r>
                      <a:endParaRPr lang="pl-PL" sz="1200"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5"/>
                  </a:ext>
                </a:extLst>
              </a:tr>
              <a:tr h="396044">
                <a:tc>
                  <a:txBody>
                    <a:bodyPr/>
                    <a:lstStyle/>
                    <a:p>
                      <a:r>
                        <a:rPr lang="en-US" sz="1200" b="1" dirty="0">
                          <a:latin typeface="Tenorite" panose="00000500000000000000" pitchFamily="2" charset="0"/>
                        </a:rPr>
                        <a:t>Character: </a:t>
                      </a:r>
                      <a:r>
                        <a:rPr lang="en-US" sz="1200" dirty="0">
                          <a:latin typeface="Tenorite" panose="00000500000000000000" pitchFamily="2" charset="0"/>
                        </a:rPr>
                        <a:t>I act in an ethical</a:t>
                      </a:r>
                      <a:r>
                        <a:rPr lang="pl-PL" sz="1200" baseline="0" dirty="0">
                          <a:latin typeface="Tenorite" panose="00000500000000000000" pitchFamily="2" charset="0"/>
                        </a:rPr>
                        <a:t> </a:t>
                      </a:r>
                      <a:r>
                        <a:rPr lang="en-US" sz="1200" dirty="0">
                          <a:latin typeface="Tenorite" panose="00000500000000000000" pitchFamily="2" charset="0"/>
                        </a:rPr>
                        <a:t>manner; honest, not led astray by</a:t>
                      </a:r>
                      <a:r>
                        <a:rPr lang="pl-PL" sz="1200" baseline="0" dirty="0">
                          <a:latin typeface="Tenorite" panose="00000500000000000000" pitchFamily="2" charset="0"/>
                        </a:rPr>
                        <a:t> </a:t>
                      </a:r>
                      <a:r>
                        <a:rPr lang="en-US" sz="1200" dirty="0">
                          <a:latin typeface="Tenorite" panose="00000500000000000000" pitchFamily="2" charset="0"/>
                        </a:rPr>
                        <a:t>peer pressure. </a:t>
                      </a:r>
                      <a:endParaRPr lang="pl-PL" sz="1200"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l-PL">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l-PL">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l-PL">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96044">
                <a:tc>
                  <a:txBody>
                    <a:bodyPr/>
                    <a:lstStyle/>
                    <a:p>
                      <a:r>
                        <a:rPr lang="en-US" sz="1200" b="1" dirty="0">
                          <a:latin typeface="Tenorite" panose="00000500000000000000" pitchFamily="2" charset="0"/>
                        </a:rPr>
                        <a:t>Adaptability: </a:t>
                      </a:r>
                      <a:r>
                        <a:rPr lang="en-US" sz="1200" dirty="0">
                          <a:latin typeface="Tenorite" panose="00000500000000000000" pitchFamily="2" charset="0"/>
                        </a:rPr>
                        <a:t>can cope with</a:t>
                      </a:r>
                      <a:r>
                        <a:rPr lang="pl-PL" sz="1200" baseline="0" dirty="0">
                          <a:latin typeface="Tenorite" panose="00000500000000000000" pitchFamily="2" charset="0"/>
                        </a:rPr>
                        <a:t> </a:t>
                      </a:r>
                      <a:r>
                        <a:rPr lang="en-US" sz="1200" dirty="0">
                          <a:latin typeface="Tenorite" panose="00000500000000000000" pitchFamily="2" charset="0"/>
                        </a:rPr>
                        <a:t>unexpected, can accept change.</a:t>
                      </a:r>
                      <a:endParaRPr lang="pl-PL" sz="1200"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7"/>
                  </a:ext>
                </a:extLst>
              </a:tr>
              <a:tr h="396044">
                <a:tc>
                  <a:txBody>
                    <a:bodyPr/>
                    <a:lstStyle/>
                    <a:p>
                      <a:r>
                        <a:rPr lang="en-US" sz="1200" b="1" dirty="0">
                          <a:latin typeface="Tenorite" panose="00000500000000000000" pitchFamily="2" charset="0"/>
                        </a:rPr>
                        <a:t>Dependability: </a:t>
                      </a:r>
                      <a:r>
                        <a:rPr lang="en-US" sz="1200" dirty="0">
                          <a:latin typeface="Tenorite" panose="00000500000000000000" pitchFamily="2" charset="0"/>
                        </a:rPr>
                        <a:t>I am reliable,</a:t>
                      </a:r>
                      <a:r>
                        <a:rPr lang="pl-PL" sz="1200" baseline="0" dirty="0">
                          <a:latin typeface="Tenorite" panose="00000500000000000000" pitchFamily="2" charset="0"/>
                        </a:rPr>
                        <a:t> </a:t>
                      </a:r>
                      <a:r>
                        <a:rPr lang="en-US" sz="1200" dirty="0">
                          <a:latin typeface="Tenorite" panose="00000500000000000000" pitchFamily="2" charset="0"/>
                        </a:rPr>
                        <a:t>others can trust me, I make good on</a:t>
                      </a:r>
                      <a:r>
                        <a:rPr lang="pl-PL" sz="1200" baseline="0" dirty="0">
                          <a:latin typeface="Tenorite" panose="00000500000000000000" pitchFamily="2" charset="0"/>
                        </a:rPr>
                        <a:t> </a:t>
                      </a:r>
                      <a:r>
                        <a:rPr lang="en-US" sz="1200" dirty="0">
                          <a:latin typeface="Tenorite" panose="00000500000000000000" pitchFamily="2" charset="0"/>
                        </a:rPr>
                        <a:t>my promises. Keep on task. </a:t>
                      </a:r>
                      <a:endParaRPr lang="pl-PL" sz="1200"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l-PL">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l-PL">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96044">
                <a:tc>
                  <a:txBody>
                    <a:bodyPr/>
                    <a:lstStyle/>
                    <a:p>
                      <a:r>
                        <a:rPr lang="en-US" sz="1200" b="1" dirty="0">
                          <a:latin typeface="Tenorite" panose="00000500000000000000" pitchFamily="2" charset="0"/>
                        </a:rPr>
                        <a:t>Cooperation: </a:t>
                      </a:r>
                      <a:r>
                        <a:rPr lang="en-US" sz="1200" dirty="0">
                          <a:latin typeface="Tenorite" panose="00000500000000000000" pitchFamily="2" charset="0"/>
                        </a:rPr>
                        <a:t>work well with</a:t>
                      </a:r>
                      <a:r>
                        <a:rPr lang="pl-PL" sz="1200" baseline="0" dirty="0">
                          <a:latin typeface="Tenorite" panose="00000500000000000000" pitchFamily="2" charset="0"/>
                        </a:rPr>
                        <a:t> </a:t>
                      </a:r>
                      <a:r>
                        <a:rPr lang="en-US" sz="1200" dirty="0">
                          <a:latin typeface="Tenorite" panose="00000500000000000000" pitchFamily="2" charset="0"/>
                        </a:rPr>
                        <a:t>others (even those I may not like). </a:t>
                      </a:r>
                      <a:endParaRPr lang="pl-PL" sz="1200"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pl-PL" dirty="0">
                        <a:latin typeface="Tenorite" panose="00000500000000000000" pitchFamily="2" charset="0"/>
                      </a:endParaRPr>
                    </a:p>
                  </a:txBody>
                  <a:tcPr marL="91433" marR="914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820017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pl-PL" sz="5000" dirty="0" err="1">
                <a:latin typeface="Tenorite" panose="00000500000000000000" pitchFamily="2" charset="0"/>
              </a:rPr>
              <a:t>Types</a:t>
            </a:r>
            <a:r>
              <a:rPr lang="pl-PL" sz="5000" dirty="0">
                <a:latin typeface="Tenorite" panose="00000500000000000000" pitchFamily="2" charset="0"/>
              </a:rPr>
              <a:t> of </a:t>
            </a:r>
            <a:br>
              <a:rPr lang="pl-PL" sz="5000" dirty="0">
                <a:latin typeface="Tenorite" panose="00000500000000000000" pitchFamily="2" charset="0"/>
              </a:rPr>
            </a:br>
            <a:r>
              <a:rPr lang="pl-PL" sz="5000" dirty="0" err="1">
                <a:latin typeface="Tenorite" panose="00000500000000000000" pitchFamily="2" charset="0"/>
              </a:rPr>
              <a:t>Leadership</a:t>
            </a:r>
            <a:r>
              <a:rPr lang="pl-PL" sz="5000" dirty="0">
                <a:latin typeface="Tenorite" panose="00000500000000000000" pitchFamily="2" charset="0"/>
              </a:rPr>
              <a:t> Power</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8</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868195" y="2640737"/>
            <a:ext cx="8455608" cy="3487348"/>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200" b="1" dirty="0">
                <a:solidFill>
                  <a:srgbClr val="663300"/>
                </a:solidFill>
                <a:latin typeface="Tenorite" panose="00000500000000000000" pitchFamily="2" charset="0"/>
              </a:rPr>
              <a:t>COERCIVE POWER</a:t>
            </a:r>
            <a:r>
              <a:rPr lang="en-US" sz="2200" dirty="0">
                <a:solidFill>
                  <a:srgbClr val="663300"/>
                </a:solidFill>
                <a:latin typeface="Tenorite" panose="00000500000000000000" pitchFamily="2" charset="0"/>
              </a:rPr>
              <a:t>: Based on fear.</a:t>
            </a:r>
          </a:p>
          <a:p>
            <a:pPr marL="457200" indent="-457200" algn="just" rtl="0">
              <a:lnSpc>
                <a:spcPct val="100000"/>
              </a:lnSpc>
              <a:buClr>
                <a:srgbClr val="663300"/>
              </a:buClr>
              <a:buFont typeface="Arial" panose="020B0604020202020204" pitchFamily="34" charset="0"/>
              <a:buChar char="•"/>
            </a:pPr>
            <a:r>
              <a:rPr lang="en-US" sz="2200" b="1" dirty="0">
                <a:solidFill>
                  <a:srgbClr val="663300"/>
                </a:solidFill>
                <a:latin typeface="Tenorite" panose="00000500000000000000" pitchFamily="2" charset="0"/>
              </a:rPr>
              <a:t>CONNECTION POWER</a:t>
            </a:r>
            <a:r>
              <a:rPr lang="en-US" sz="2200" dirty="0">
                <a:solidFill>
                  <a:srgbClr val="663300"/>
                </a:solidFill>
                <a:latin typeface="Tenorite" panose="00000500000000000000" pitchFamily="2" charset="0"/>
              </a:rPr>
              <a:t>: Based on links with important people.</a:t>
            </a:r>
          </a:p>
          <a:p>
            <a:pPr marL="457200" indent="-457200" algn="just" rtl="0">
              <a:lnSpc>
                <a:spcPct val="100000"/>
              </a:lnSpc>
              <a:buClr>
                <a:srgbClr val="663300"/>
              </a:buClr>
              <a:buFont typeface="Arial" panose="020B0604020202020204" pitchFamily="34" charset="0"/>
              <a:buChar char="•"/>
            </a:pPr>
            <a:r>
              <a:rPr lang="en-US" sz="2200" b="1" dirty="0">
                <a:solidFill>
                  <a:srgbClr val="663300"/>
                </a:solidFill>
                <a:latin typeface="Tenorite" panose="00000500000000000000" pitchFamily="2" charset="0"/>
              </a:rPr>
              <a:t>EXPERT POWER</a:t>
            </a:r>
            <a:r>
              <a:rPr lang="en-US" sz="2200" dirty="0">
                <a:solidFill>
                  <a:srgbClr val="663300"/>
                </a:solidFill>
                <a:latin typeface="Tenorite" panose="00000500000000000000" pitchFamily="2" charset="0"/>
              </a:rPr>
              <a:t>: Based on the leader’s skill and knowledge.</a:t>
            </a:r>
          </a:p>
          <a:p>
            <a:pPr marL="457200" indent="-457200" algn="just" rtl="0">
              <a:lnSpc>
                <a:spcPct val="100000"/>
              </a:lnSpc>
              <a:buClr>
                <a:srgbClr val="663300"/>
              </a:buClr>
              <a:buFont typeface="Arial" panose="020B0604020202020204" pitchFamily="34" charset="0"/>
              <a:buChar char="•"/>
            </a:pPr>
            <a:r>
              <a:rPr lang="en-US" sz="2200" b="1" dirty="0">
                <a:solidFill>
                  <a:srgbClr val="663300"/>
                </a:solidFill>
                <a:latin typeface="Tenorite" panose="00000500000000000000" pitchFamily="2" charset="0"/>
              </a:rPr>
              <a:t>INFORMATION POWER</a:t>
            </a:r>
            <a:r>
              <a:rPr lang="en-US" sz="2200" dirty="0">
                <a:solidFill>
                  <a:srgbClr val="663300"/>
                </a:solidFill>
                <a:latin typeface="Tenorite" panose="00000500000000000000" pitchFamily="2" charset="0"/>
              </a:rPr>
              <a:t>: Based on access to information.</a:t>
            </a:r>
          </a:p>
          <a:p>
            <a:pPr marL="457200" indent="-457200" algn="just" rtl="0">
              <a:lnSpc>
                <a:spcPct val="100000"/>
              </a:lnSpc>
              <a:buClr>
                <a:srgbClr val="663300"/>
              </a:buClr>
              <a:buFont typeface="Arial" panose="020B0604020202020204" pitchFamily="34" charset="0"/>
              <a:buChar char="•"/>
            </a:pPr>
            <a:r>
              <a:rPr lang="en-US" sz="2200" b="1" dirty="0">
                <a:solidFill>
                  <a:srgbClr val="663300"/>
                </a:solidFill>
                <a:latin typeface="Tenorite" panose="00000500000000000000" pitchFamily="2" charset="0"/>
              </a:rPr>
              <a:t>LEGITIMATE POWER</a:t>
            </a:r>
            <a:r>
              <a:rPr lang="en-US" sz="2200" dirty="0">
                <a:solidFill>
                  <a:srgbClr val="663300"/>
                </a:solidFill>
                <a:latin typeface="Tenorite" panose="00000500000000000000" pitchFamily="2" charset="0"/>
              </a:rPr>
              <a:t>: Based on position.</a:t>
            </a:r>
          </a:p>
          <a:p>
            <a:pPr marL="457200" indent="-457200" algn="just" rtl="0">
              <a:lnSpc>
                <a:spcPct val="100000"/>
              </a:lnSpc>
              <a:buClr>
                <a:srgbClr val="663300"/>
              </a:buClr>
              <a:buFont typeface="Arial" panose="020B0604020202020204" pitchFamily="34" charset="0"/>
              <a:buChar char="•"/>
            </a:pPr>
            <a:r>
              <a:rPr lang="en-US" sz="2200" b="1" dirty="0">
                <a:solidFill>
                  <a:srgbClr val="663300"/>
                </a:solidFill>
                <a:latin typeface="Tenorite" panose="00000500000000000000" pitchFamily="2" charset="0"/>
              </a:rPr>
              <a:t>REFERENT POWER</a:t>
            </a:r>
            <a:r>
              <a:rPr lang="en-US" sz="2200" dirty="0">
                <a:solidFill>
                  <a:srgbClr val="663300"/>
                </a:solidFill>
                <a:latin typeface="Tenorite" panose="00000500000000000000" pitchFamily="2" charset="0"/>
              </a:rPr>
              <a:t>: Based on personal traits.</a:t>
            </a:r>
          </a:p>
          <a:p>
            <a:pPr marL="457200" indent="-457200" algn="just" rtl="0">
              <a:lnSpc>
                <a:spcPct val="100000"/>
              </a:lnSpc>
              <a:buClr>
                <a:srgbClr val="663300"/>
              </a:buClr>
              <a:buFont typeface="Arial" panose="020B0604020202020204" pitchFamily="34" charset="0"/>
              <a:buChar char="•"/>
            </a:pPr>
            <a:r>
              <a:rPr lang="en-US" sz="2200" b="1" dirty="0">
                <a:solidFill>
                  <a:srgbClr val="663300"/>
                </a:solidFill>
                <a:latin typeface="Tenorite" panose="00000500000000000000" pitchFamily="2" charset="0"/>
              </a:rPr>
              <a:t>REWARD POWER</a:t>
            </a:r>
            <a:r>
              <a:rPr lang="en-US" sz="2200" dirty="0">
                <a:solidFill>
                  <a:srgbClr val="663300"/>
                </a:solidFill>
                <a:latin typeface="Tenorite" panose="00000500000000000000" pitchFamily="2" charset="0"/>
              </a:rPr>
              <a:t>: Based on rewards, pay, promotion, or </a:t>
            </a:r>
            <a:r>
              <a:rPr lang="en-US" sz="2200" dirty="0" err="1">
                <a:solidFill>
                  <a:srgbClr val="663300"/>
                </a:solidFill>
                <a:latin typeface="Tenorite" panose="00000500000000000000" pitchFamily="2" charset="0"/>
              </a:rPr>
              <a:t>recogntion</a:t>
            </a:r>
            <a:r>
              <a:rPr lang="en-US" sz="2200" dirty="0">
                <a:solidFill>
                  <a:srgbClr val="663300"/>
                </a:solidFill>
                <a:latin typeface="Tenorite" panose="00000500000000000000" pitchFamily="2" charset="0"/>
              </a:rPr>
              <a:t>.</a:t>
            </a:r>
          </a:p>
          <a:p>
            <a:pPr algn="just" rtl="0">
              <a:lnSpc>
                <a:spcPct val="100000"/>
              </a:lnSpc>
              <a:buClr>
                <a:srgbClr val="663300"/>
              </a:buClr>
            </a:pPr>
            <a:endParaRPr lang="pl-PL" sz="2200" dirty="0">
              <a:solidFill>
                <a:srgbClr val="663300"/>
              </a:solidFill>
              <a:latin typeface="Tenorite" panose="00000500000000000000" pitchFamily="2" charset="0"/>
            </a:endParaRPr>
          </a:p>
        </p:txBody>
      </p:sp>
    </p:spTree>
    <p:extLst>
      <p:ext uri="{BB962C8B-B14F-4D97-AF65-F5344CB8AC3E}">
        <p14:creationId xmlns:p14="http://schemas.microsoft.com/office/powerpoint/2010/main" val="262287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en-US" sz="5000" dirty="0">
                <a:latin typeface="Tenorite" panose="00000500000000000000" pitchFamily="2" charset="0"/>
              </a:rPr>
              <a:t>Exercise 3: Types of Leadership Power</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9</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782499" y="2607309"/>
            <a:ext cx="8627002" cy="3696705"/>
          </a:xfrm>
        </p:spPr>
        <p:txBody>
          <a:bodyPr rtlCol="0">
            <a:noAutofit/>
          </a:bodyPr>
          <a:lstStyle/>
          <a:p>
            <a:pPr algn="just" rtl="0">
              <a:lnSpc>
                <a:spcPct val="100000"/>
              </a:lnSpc>
              <a:spcBef>
                <a:spcPts val="0"/>
              </a:spcBef>
              <a:spcAft>
                <a:spcPts val="1200"/>
              </a:spcAft>
              <a:buClr>
                <a:srgbClr val="663300"/>
              </a:buClr>
            </a:pPr>
            <a:r>
              <a:rPr lang="en-US" sz="1900" b="1" dirty="0">
                <a:solidFill>
                  <a:srgbClr val="663300"/>
                </a:solidFill>
                <a:latin typeface="Tenorite" panose="00000500000000000000" pitchFamily="2" charset="0"/>
              </a:rPr>
              <a:t>Use the scale: 1= not at all true of me, 2= sometimes true, 3= often true of me, 4= very often true, 5=always true of me, to describe the extent to which each of the following seven statements is characteristic of the reasons why others respond positively to your attempts to influence their behavior.</a:t>
            </a:r>
            <a:endParaRPr lang="pl-PL" sz="1900" b="1" dirty="0">
              <a:solidFill>
                <a:srgbClr val="663300"/>
              </a:solidFill>
              <a:latin typeface="Tenorite" panose="00000500000000000000" pitchFamily="2" charset="0"/>
            </a:endParaRPr>
          </a:p>
          <a:p>
            <a:pPr lvl="2" algn="just">
              <a:lnSpc>
                <a:spcPct val="100000"/>
              </a:lnSpc>
              <a:buClr>
                <a:srgbClr val="663300"/>
              </a:buClr>
            </a:pPr>
            <a:r>
              <a:rPr lang="en-US" sz="1800" dirty="0">
                <a:solidFill>
                  <a:srgbClr val="663300"/>
                </a:solidFill>
                <a:latin typeface="Tenorite" panose="00000500000000000000" pitchFamily="2" charset="0"/>
              </a:rPr>
              <a:t>A. I can punish those who don’t do what I ask.</a:t>
            </a:r>
          </a:p>
          <a:p>
            <a:pPr lvl="2" algn="just">
              <a:lnSpc>
                <a:spcPct val="100000"/>
              </a:lnSpc>
              <a:buClr>
                <a:srgbClr val="663300"/>
              </a:buClr>
            </a:pPr>
            <a:r>
              <a:rPr lang="en-US" sz="1800" dirty="0">
                <a:solidFill>
                  <a:srgbClr val="663300"/>
                </a:solidFill>
                <a:latin typeface="Tenorite" panose="00000500000000000000" pitchFamily="2" charset="0"/>
              </a:rPr>
              <a:t>B. I’m connected to powerful people in the organization.</a:t>
            </a:r>
          </a:p>
          <a:p>
            <a:pPr lvl="2" algn="just">
              <a:lnSpc>
                <a:spcPct val="100000"/>
              </a:lnSpc>
              <a:buClr>
                <a:srgbClr val="663300"/>
              </a:buClr>
            </a:pPr>
            <a:r>
              <a:rPr lang="en-US" sz="1800" dirty="0">
                <a:solidFill>
                  <a:srgbClr val="663300"/>
                </a:solidFill>
                <a:latin typeface="Tenorite" panose="00000500000000000000" pitchFamily="2" charset="0"/>
              </a:rPr>
              <a:t>C. I have expertise in that particular area or subject.</a:t>
            </a:r>
          </a:p>
          <a:p>
            <a:pPr lvl="2" algn="just">
              <a:lnSpc>
                <a:spcPct val="100000"/>
              </a:lnSpc>
              <a:buClr>
                <a:srgbClr val="663300"/>
              </a:buClr>
            </a:pPr>
            <a:r>
              <a:rPr lang="en-US" sz="1800" dirty="0">
                <a:solidFill>
                  <a:srgbClr val="663300"/>
                </a:solidFill>
                <a:latin typeface="Tenorite" panose="00000500000000000000" pitchFamily="2" charset="0"/>
              </a:rPr>
              <a:t>D. I have information that others need or see of value.</a:t>
            </a:r>
          </a:p>
          <a:p>
            <a:pPr lvl="2" algn="just">
              <a:lnSpc>
                <a:spcPct val="100000"/>
              </a:lnSpc>
              <a:buClr>
                <a:srgbClr val="663300"/>
              </a:buClr>
            </a:pPr>
            <a:r>
              <a:rPr lang="en-US" sz="1800" dirty="0">
                <a:solidFill>
                  <a:srgbClr val="663300"/>
                </a:solidFill>
                <a:latin typeface="Tenorite" panose="00000500000000000000" pitchFamily="2" charset="0"/>
              </a:rPr>
              <a:t>E. After all, I am the boss.</a:t>
            </a:r>
          </a:p>
          <a:p>
            <a:pPr lvl="2" algn="just">
              <a:lnSpc>
                <a:spcPct val="100000"/>
              </a:lnSpc>
              <a:buClr>
                <a:srgbClr val="663300"/>
              </a:buClr>
            </a:pPr>
            <a:r>
              <a:rPr lang="en-US" sz="1800" dirty="0">
                <a:solidFill>
                  <a:srgbClr val="663300"/>
                </a:solidFill>
                <a:latin typeface="Tenorite" panose="00000500000000000000" pitchFamily="2" charset="0"/>
              </a:rPr>
              <a:t>F. I’m personally liked or respected by others.</a:t>
            </a:r>
          </a:p>
          <a:p>
            <a:pPr lvl="2" algn="just">
              <a:lnSpc>
                <a:spcPct val="100000"/>
              </a:lnSpc>
              <a:buClr>
                <a:srgbClr val="663300"/>
              </a:buClr>
            </a:pPr>
            <a:r>
              <a:rPr lang="en-US" sz="1800" dirty="0">
                <a:solidFill>
                  <a:srgbClr val="663300"/>
                </a:solidFill>
                <a:latin typeface="Tenorite" panose="00000500000000000000" pitchFamily="2" charset="0"/>
              </a:rPr>
              <a:t>G. I can reward those who do what I ask.</a:t>
            </a:r>
          </a:p>
        </p:txBody>
      </p:sp>
    </p:spTree>
    <p:extLst>
      <p:ext uri="{BB962C8B-B14F-4D97-AF65-F5344CB8AC3E}">
        <p14:creationId xmlns:p14="http://schemas.microsoft.com/office/powerpoint/2010/main" val="751618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4" y="577515"/>
            <a:ext cx="6222272" cy="1453003"/>
          </a:xfrm>
        </p:spPr>
        <p:txBody>
          <a:bodyPr wrap="square" rtlCol="0" anchor="b">
            <a:normAutofit fontScale="90000"/>
          </a:bodyPr>
          <a:lstStyle/>
          <a:p>
            <a:pPr rtl="0"/>
            <a:r>
              <a:rPr lang="en-US" sz="5000" dirty="0">
                <a:latin typeface="Tenorite" panose="00000500000000000000" pitchFamily="2" charset="0"/>
              </a:rPr>
              <a:t>Exercise 3: Types of Leadership Power</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10</a:t>
            </a:fld>
            <a:endParaRPr lang="pl-PL" sz="1100" noProof="0" dirty="0">
              <a:latin typeface="Tenorite" panose="00000500000000000000" pitchFamily="2" charset="0"/>
            </a:endParaRPr>
          </a:p>
        </p:txBody>
      </p:sp>
      <p:graphicFrame>
        <p:nvGraphicFramePr>
          <p:cNvPr id="3" name="Object 1">
            <a:extLst>
              <a:ext uri="{FF2B5EF4-FFF2-40B4-BE49-F238E27FC236}">
                <a16:creationId xmlns:a16="http://schemas.microsoft.com/office/drawing/2014/main" id="{4A5A40E2-FF39-2713-8AB6-121705544B8C}"/>
              </a:ext>
            </a:extLst>
          </p:cNvPr>
          <p:cNvGraphicFramePr>
            <a:graphicFrameLocks noChangeAspect="1"/>
          </p:cNvGraphicFramePr>
          <p:nvPr>
            <p:extLst>
              <p:ext uri="{D42A27DB-BD31-4B8C-83A1-F6EECF244321}">
                <p14:modId xmlns:p14="http://schemas.microsoft.com/office/powerpoint/2010/main" val="3489046552"/>
              </p:ext>
            </p:extLst>
          </p:nvPr>
        </p:nvGraphicFramePr>
        <p:xfrm>
          <a:off x="1624012" y="2264815"/>
          <a:ext cx="8943975" cy="3857625"/>
        </p:xfrm>
        <a:graphic>
          <a:graphicData uri="http://schemas.openxmlformats.org/presentationml/2006/ole">
            <mc:AlternateContent xmlns:mc="http://schemas.openxmlformats.org/markup-compatibility/2006">
              <mc:Choice xmlns:v="urn:schemas-microsoft-com:vml" Requires="v">
                <p:oleObj spid="_x0000_s1028" name="Obraz - mapa bitowa" r:id="rId4" imgW="0" imgH="0" progId="Paint.Picture">
                  <p:embed/>
                </p:oleObj>
              </mc:Choice>
              <mc:Fallback>
                <p:oleObj name="Obraz - mapa bitowa" r:id="rId4" imgW="0" imgH="0" progId="Paint.Picture">
                  <p:embed/>
                  <p:pic>
                    <p:nvPicPr>
                      <p:cNvPr id="19459" name="Object 1">
                        <a:extLst>
                          <a:ext uri="{FF2B5EF4-FFF2-40B4-BE49-F238E27FC236}">
                            <a16:creationId xmlns:a16="http://schemas.microsoft.com/office/drawing/2014/main" id="{F8BDAE16-403B-4F00-3F90-AB75944A48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24012" y="2264815"/>
                        <a:ext cx="89439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71314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pl-PL" sz="5000" dirty="0">
                <a:latin typeface="Tenorite" panose="00000500000000000000" pitchFamily="2" charset="0"/>
              </a:rPr>
              <a:t>The </a:t>
            </a:r>
            <a:r>
              <a:rPr lang="pl-PL" sz="5000" dirty="0" err="1">
                <a:latin typeface="Tenorite" panose="00000500000000000000" pitchFamily="2" charset="0"/>
              </a:rPr>
              <a:t>leadership</a:t>
            </a:r>
            <a:r>
              <a:rPr lang="pl-PL" sz="5000" dirty="0">
                <a:latin typeface="Tenorite" panose="00000500000000000000" pitchFamily="2" charset="0"/>
              </a:rPr>
              <a:t> </a:t>
            </a:r>
            <a:r>
              <a:rPr lang="pl-PL" sz="5000" dirty="0" err="1">
                <a:latin typeface="Tenorite" panose="00000500000000000000" pitchFamily="2" charset="0"/>
              </a:rPr>
              <a:t>Grid</a:t>
            </a:r>
            <a:r>
              <a:rPr lang="pl-PL" sz="5000" dirty="0">
                <a:latin typeface="Tenorite" panose="00000500000000000000" pitchFamily="2" charset="0"/>
              </a:rPr>
              <a:t> 1/2</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11</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868196" y="2640737"/>
            <a:ext cx="8455608" cy="366327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400" dirty="0">
                <a:solidFill>
                  <a:srgbClr val="663300"/>
                </a:solidFill>
                <a:latin typeface="Tenorite" panose="00000500000000000000" pitchFamily="2" charset="0"/>
              </a:rPr>
              <a:t>The Blake &amp; Mouton Managerial Grid is based on two behavioral dimensions:</a:t>
            </a:r>
          </a:p>
          <a:p>
            <a:pPr marL="1177200" lvl="2" indent="-457200" algn="just">
              <a:lnSpc>
                <a:spcPct val="100000"/>
              </a:lnSpc>
              <a:buClr>
                <a:srgbClr val="663300"/>
              </a:buClr>
              <a:buFont typeface="Arial" panose="020B0604020202020204" pitchFamily="34" charset="0"/>
              <a:buChar char="•"/>
            </a:pPr>
            <a:r>
              <a:rPr lang="en-US" sz="2200" b="1" dirty="0">
                <a:solidFill>
                  <a:srgbClr val="663300"/>
                </a:solidFill>
                <a:latin typeface="Tenorite" panose="00000500000000000000" pitchFamily="2" charset="0"/>
              </a:rPr>
              <a:t>Concern for People</a:t>
            </a:r>
            <a:r>
              <a:rPr lang="en-US" sz="2200" dirty="0">
                <a:solidFill>
                  <a:srgbClr val="663300"/>
                </a:solidFill>
                <a:latin typeface="Tenorite" panose="00000500000000000000" pitchFamily="2" charset="0"/>
              </a:rPr>
              <a:t>: this is the degree to which a leader considers team members' needs, interests and areas of personal development when deciding how best to accomplish a task.</a:t>
            </a:r>
          </a:p>
          <a:p>
            <a:pPr marL="1177200" lvl="2" indent="-457200" algn="just">
              <a:lnSpc>
                <a:spcPct val="100000"/>
              </a:lnSpc>
              <a:buClr>
                <a:srgbClr val="663300"/>
              </a:buClr>
              <a:buFont typeface="Arial" panose="020B0604020202020204" pitchFamily="34" charset="0"/>
              <a:buChar char="•"/>
            </a:pPr>
            <a:r>
              <a:rPr lang="en-US" sz="2200" b="1" dirty="0">
                <a:solidFill>
                  <a:srgbClr val="663300"/>
                </a:solidFill>
                <a:latin typeface="Tenorite" panose="00000500000000000000" pitchFamily="2" charset="0"/>
              </a:rPr>
              <a:t>Concern for Results (Production)</a:t>
            </a:r>
            <a:r>
              <a:rPr lang="en-US" sz="2200" dirty="0">
                <a:solidFill>
                  <a:srgbClr val="663300"/>
                </a:solidFill>
                <a:latin typeface="Tenorite" panose="00000500000000000000" pitchFamily="2" charset="0"/>
              </a:rPr>
              <a:t>: this is the degree to which a leader emphasizes concrete objectives, organizational efficiency and high productivity when deciding how best to accomplish a task.</a:t>
            </a:r>
          </a:p>
        </p:txBody>
      </p:sp>
    </p:spTree>
    <p:extLst>
      <p:ext uri="{BB962C8B-B14F-4D97-AF65-F5344CB8AC3E}">
        <p14:creationId xmlns:p14="http://schemas.microsoft.com/office/powerpoint/2010/main" val="38708432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4" y="244159"/>
            <a:ext cx="6222272" cy="991771"/>
          </a:xfrm>
        </p:spPr>
        <p:txBody>
          <a:bodyPr wrap="square" rtlCol="0" anchor="b">
            <a:normAutofit fontScale="90000"/>
          </a:bodyPr>
          <a:lstStyle/>
          <a:p>
            <a:pPr rtl="0"/>
            <a:r>
              <a:rPr lang="en-US" sz="5000" dirty="0">
                <a:latin typeface="Tenorite" panose="00000500000000000000" pitchFamily="2" charset="0"/>
              </a:rPr>
              <a:t>The leadership Grid 2/2</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12</a:t>
            </a:fld>
            <a:endParaRPr lang="pl-PL" sz="1100" noProof="0" dirty="0">
              <a:latin typeface="Tenorite" panose="00000500000000000000" pitchFamily="2" charset="0"/>
            </a:endParaRPr>
          </a:p>
        </p:txBody>
      </p:sp>
      <p:pic>
        <p:nvPicPr>
          <p:cNvPr id="7" name="Picture 2" descr="Blake and Mouton Managerial Grid EXPLAINED with EXAMPLES | B2U">
            <a:extLst>
              <a:ext uri="{FF2B5EF4-FFF2-40B4-BE49-F238E27FC236}">
                <a16:creationId xmlns:a16="http://schemas.microsoft.com/office/drawing/2014/main" id="{6904F928-FF47-F21E-2150-134D2DFDAA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0063" y="1372418"/>
            <a:ext cx="6452824" cy="498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0086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703610" y="863127"/>
            <a:ext cx="6784779" cy="1366054"/>
          </a:xfrm>
        </p:spPr>
        <p:txBody>
          <a:bodyPr wrap="square" rtlCol="0" anchor="b">
            <a:normAutofit fontScale="90000"/>
          </a:bodyPr>
          <a:lstStyle/>
          <a:p>
            <a:pPr rtl="0"/>
            <a:r>
              <a:rPr lang="pl-PL" sz="5000" dirty="0" err="1">
                <a:latin typeface="Tenorite" panose="00000500000000000000" pitchFamily="2" charset="0"/>
              </a:rPr>
              <a:t>Contingency</a:t>
            </a:r>
            <a:r>
              <a:rPr lang="pl-PL" sz="5000" dirty="0">
                <a:latin typeface="Tenorite" panose="00000500000000000000" pitchFamily="2" charset="0"/>
              </a:rPr>
              <a:t> </a:t>
            </a:r>
            <a:r>
              <a:rPr lang="pl-PL" sz="5000" dirty="0" err="1">
                <a:latin typeface="Tenorite" panose="00000500000000000000" pitchFamily="2" charset="0"/>
              </a:rPr>
              <a:t>approach</a:t>
            </a:r>
            <a:r>
              <a:rPr lang="pl-PL" sz="5000" dirty="0">
                <a:latin typeface="Tenorite" panose="00000500000000000000" pitchFamily="2" charset="0"/>
              </a:rPr>
              <a:t> </a:t>
            </a:r>
            <a:br>
              <a:rPr lang="pl-PL" sz="5000" dirty="0">
                <a:latin typeface="Tenorite" panose="00000500000000000000" pitchFamily="2" charset="0"/>
              </a:rPr>
            </a:br>
            <a:r>
              <a:rPr lang="pl-PL" sz="5000" dirty="0">
                <a:latin typeface="Tenorite" panose="00000500000000000000" pitchFamily="2" charset="0"/>
              </a:rPr>
              <a:t>1/3</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13</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217941" y="2693891"/>
            <a:ext cx="7757067" cy="3663277"/>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400" dirty="0">
                <a:solidFill>
                  <a:srgbClr val="663300"/>
                </a:solidFill>
                <a:latin typeface="Tenorite" panose="00000500000000000000" pitchFamily="2" charset="0"/>
              </a:rPr>
              <a:t>Contingency approach – a model of leadership that describes the relationship between leadership styles and specific organizational situations.</a:t>
            </a:r>
          </a:p>
          <a:p>
            <a:pPr marL="457200" indent="-457200" algn="just" rtl="0">
              <a:lnSpc>
                <a:spcPct val="100000"/>
              </a:lnSpc>
              <a:buClr>
                <a:srgbClr val="663300"/>
              </a:buClr>
              <a:buFont typeface="Arial" panose="020B0604020202020204" pitchFamily="34" charset="0"/>
              <a:buChar char="•"/>
            </a:pPr>
            <a:endParaRPr lang="en-US" sz="2400" dirty="0">
              <a:solidFill>
                <a:srgbClr val="663300"/>
              </a:solidFill>
              <a:latin typeface="Tenorite" panose="00000500000000000000" pitchFamily="2" charset="0"/>
            </a:endParaRPr>
          </a:p>
          <a:p>
            <a:pPr marL="457200" indent="-457200" algn="just" rtl="0">
              <a:lnSpc>
                <a:spcPct val="100000"/>
              </a:lnSpc>
              <a:buClr>
                <a:srgbClr val="663300"/>
              </a:buClr>
              <a:buFont typeface="Arial" panose="020B0604020202020204" pitchFamily="34" charset="0"/>
              <a:buChar char="•"/>
            </a:pPr>
            <a:r>
              <a:rPr lang="en-US" sz="2400" dirty="0">
                <a:solidFill>
                  <a:srgbClr val="663300"/>
                </a:solidFill>
                <a:latin typeface="Tenorite" panose="00000500000000000000" pitchFamily="2" charset="0"/>
              </a:rPr>
              <a:t>Contingency approaches include:</a:t>
            </a:r>
          </a:p>
          <a:p>
            <a:pPr marL="1177200" lvl="2" indent="-457200" algn="just">
              <a:lnSpc>
                <a:spcPct val="100000"/>
              </a:lnSpc>
              <a:buClr>
                <a:srgbClr val="663300"/>
              </a:buClr>
              <a:buFont typeface="Arial" panose="020B0604020202020204" pitchFamily="34" charset="0"/>
              <a:buChar char="•"/>
            </a:pPr>
            <a:r>
              <a:rPr lang="en-US" sz="2200" dirty="0">
                <a:solidFill>
                  <a:srgbClr val="663300"/>
                </a:solidFill>
                <a:latin typeface="Tenorite" panose="00000500000000000000" pitchFamily="2" charset="0"/>
              </a:rPr>
              <a:t>The situational theory of Hersey &amp; Blanchard</a:t>
            </a:r>
          </a:p>
          <a:p>
            <a:pPr marL="1177200" lvl="2" indent="-457200" algn="just">
              <a:lnSpc>
                <a:spcPct val="100000"/>
              </a:lnSpc>
              <a:buClr>
                <a:srgbClr val="663300"/>
              </a:buClr>
              <a:buFont typeface="Arial" panose="020B0604020202020204" pitchFamily="34" charset="0"/>
              <a:buChar char="•"/>
            </a:pPr>
            <a:r>
              <a:rPr lang="en-US" sz="2200" dirty="0">
                <a:solidFill>
                  <a:srgbClr val="663300"/>
                </a:solidFill>
                <a:latin typeface="Tenorite" panose="00000500000000000000" pitchFamily="2" charset="0"/>
              </a:rPr>
              <a:t>The leadership model developed by Fiedler</a:t>
            </a:r>
          </a:p>
        </p:txBody>
      </p:sp>
    </p:spTree>
    <p:extLst>
      <p:ext uri="{BB962C8B-B14F-4D97-AF65-F5344CB8AC3E}">
        <p14:creationId xmlns:p14="http://schemas.microsoft.com/office/powerpoint/2010/main" val="4060473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703610" y="253852"/>
            <a:ext cx="6784779" cy="1315224"/>
          </a:xfrm>
        </p:spPr>
        <p:txBody>
          <a:bodyPr wrap="square" rtlCol="0" anchor="b">
            <a:normAutofit fontScale="90000"/>
          </a:bodyPr>
          <a:lstStyle/>
          <a:p>
            <a:pPr rtl="0"/>
            <a:r>
              <a:rPr lang="pl-PL" sz="5000" dirty="0" err="1">
                <a:latin typeface="Tenorite" panose="00000500000000000000" pitchFamily="2" charset="0"/>
              </a:rPr>
              <a:t>Contingency</a:t>
            </a:r>
            <a:r>
              <a:rPr lang="pl-PL" sz="5000" dirty="0">
                <a:latin typeface="Tenorite" panose="00000500000000000000" pitchFamily="2" charset="0"/>
              </a:rPr>
              <a:t> </a:t>
            </a:r>
            <a:r>
              <a:rPr lang="pl-PL" sz="5000" dirty="0" err="1">
                <a:latin typeface="Tenorite" panose="00000500000000000000" pitchFamily="2" charset="0"/>
              </a:rPr>
              <a:t>approach</a:t>
            </a:r>
            <a:r>
              <a:rPr lang="pl-PL" sz="5000" dirty="0">
                <a:latin typeface="Tenorite" panose="00000500000000000000" pitchFamily="2" charset="0"/>
              </a:rPr>
              <a:t> </a:t>
            </a:r>
            <a:br>
              <a:rPr lang="pl-PL" sz="5000" dirty="0">
                <a:latin typeface="Tenorite" panose="00000500000000000000" pitchFamily="2" charset="0"/>
              </a:rPr>
            </a:br>
            <a:r>
              <a:rPr lang="pl-PL" sz="5000" dirty="0">
                <a:latin typeface="Tenorite" panose="00000500000000000000" pitchFamily="2" charset="0"/>
              </a:rPr>
              <a:t>2/3</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14</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5850036" y="2761977"/>
            <a:ext cx="3879008" cy="2840635"/>
          </a:xfrm>
        </p:spPr>
        <p:txBody>
          <a:bodyPr rtlCol="0">
            <a:noAutofit/>
          </a:bodyPr>
          <a:lstStyle/>
          <a:p>
            <a:pPr marL="457200" indent="-457200" algn="just" rtl="0">
              <a:lnSpc>
                <a:spcPct val="100000"/>
              </a:lnSpc>
              <a:buClr>
                <a:srgbClr val="663300"/>
              </a:buClr>
              <a:buFont typeface="Arial" panose="020B0604020202020204" pitchFamily="34" charset="0"/>
              <a:buChar char="•"/>
            </a:pPr>
            <a:r>
              <a:rPr lang="en-US" sz="2400" dirty="0">
                <a:solidFill>
                  <a:srgbClr val="663300"/>
                </a:solidFill>
                <a:latin typeface="Tenorite" panose="00000500000000000000" pitchFamily="2" charset="0"/>
              </a:rPr>
              <a:t>Situational theory – a contingency approach to leadership that links the leader’s behavioral style with the task readiness of subordinates.</a:t>
            </a:r>
          </a:p>
        </p:txBody>
      </p:sp>
      <p:pic>
        <p:nvPicPr>
          <p:cNvPr id="7" name="Picture 2" descr="Hersey and Blanchard Leadership Model Analysis | Pros and Cons">
            <a:extLst>
              <a:ext uri="{FF2B5EF4-FFF2-40B4-BE49-F238E27FC236}">
                <a16:creationId xmlns:a16="http://schemas.microsoft.com/office/drawing/2014/main" id="{C946F972-C0CB-BA0D-51AC-EF4601257E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5230" y="1569076"/>
            <a:ext cx="4032250"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9064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703610" y="213646"/>
            <a:ext cx="6784779" cy="1340862"/>
          </a:xfrm>
        </p:spPr>
        <p:txBody>
          <a:bodyPr wrap="square" rtlCol="0" anchor="b">
            <a:normAutofit fontScale="90000"/>
          </a:bodyPr>
          <a:lstStyle/>
          <a:p>
            <a:pPr rtl="0"/>
            <a:r>
              <a:rPr lang="pl-PL" sz="5000" dirty="0" err="1">
                <a:latin typeface="Tenorite" panose="00000500000000000000" pitchFamily="2" charset="0"/>
              </a:rPr>
              <a:t>Contingency</a:t>
            </a:r>
            <a:r>
              <a:rPr lang="pl-PL" sz="5000" dirty="0">
                <a:latin typeface="Tenorite" panose="00000500000000000000" pitchFamily="2" charset="0"/>
              </a:rPr>
              <a:t> </a:t>
            </a:r>
            <a:r>
              <a:rPr lang="pl-PL" sz="5000" dirty="0" err="1">
                <a:latin typeface="Tenorite" panose="00000500000000000000" pitchFamily="2" charset="0"/>
              </a:rPr>
              <a:t>approach</a:t>
            </a:r>
            <a:r>
              <a:rPr lang="pl-PL" sz="5000" dirty="0">
                <a:latin typeface="Tenorite" panose="00000500000000000000" pitchFamily="2" charset="0"/>
              </a:rPr>
              <a:t> </a:t>
            </a:r>
            <a:br>
              <a:rPr lang="pl-PL" sz="5000" dirty="0">
                <a:latin typeface="Tenorite" panose="00000500000000000000" pitchFamily="2" charset="0"/>
              </a:rPr>
            </a:br>
            <a:r>
              <a:rPr lang="pl-PL" sz="5000" dirty="0">
                <a:latin typeface="Tenorite" panose="00000500000000000000" pitchFamily="2" charset="0"/>
              </a:rPr>
              <a:t>3/3</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15</a:t>
            </a:fld>
            <a:endParaRPr lang="pl-PL" sz="1100" noProof="0" dirty="0">
              <a:latin typeface="Tenorite" panose="00000500000000000000" pitchFamily="2" charset="0"/>
            </a:endParaRPr>
          </a:p>
        </p:txBody>
      </p:sp>
      <p:pic>
        <p:nvPicPr>
          <p:cNvPr id="10" name="Picture 2" descr="The Hunt v Doctors Impasse: Analysing the dispute through 'Fiedler's  Contingency Model' | gideonsappor">
            <a:extLst>
              <a:ext uri="{FF2B5EF4-FFF2-40B4-BE49-F238E27FC236}">
                <a16:creationId xmlns:a16="http://schemas.microsoft.com/office/drawing/2014/main" id="{45B309F8-C438-6379-DA85-96068C1F22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0150" y="1674214"/>
            <a:ext cx="7775575" cy="446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2517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481755" y="2749209"/>
            <a:ext cx="7228488" cy="3489579"/>
          </a:xfrm>
        </p:spPr>
        <p:txBody>
          <a:bodyPr rtlCol="0">
            <a:noAutofit/>
          </a:bodyPr>
          <a:lstStyle/>
          <a:p>
            <a:pPr marL="457200" marR="0" lvl="0" indent="-457200" algn="just" defTabSz="914400" rtl="0" eaLnBrk="0" fontAlgn="base" latinLnBrk="0" hangingPunct="0">
              <a:lnSpc>
                <a:spcPct val="100000"/>
              </a:lnSpc>
              <a:spcBef>
                <a:spcPts val="0"/>
              </a:spcBef>
              <a:spcAft>
                <a:spcPts val="1800"/>
              </a:spcAft>
              <a:buClrTx/>
              <a:buSzTx/>
              <a:buFontTx/>
              <a:buAutoNum type="arabicPeriod"/>
              <a:tabLst/>
              <a:defRPr/>
            </a:pPr>
            <a:r>
              <a:rPr kumimoji="0" lang="en-US" sz="28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 leader:</a:t>
            </a: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8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Has a short-range perspective</a:t>
            </a: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8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Asks what and why</a:t>
            </a: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8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Does things right</a:t>
            </a:r>
          </a:p>
          <a:p>
            <a:pPr marL="457200" marR="0" lvl="0" indent="-4572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8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Is risk-cautious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pl-PL" sz="1800" b="0" i="0" u="sng"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16</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1840442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639127" y="2664377"/>
            <a:ext cx="6913743" cy="3597588"/>
          </a:xfrm>
        </p:spPr>
        <p:txBody>
          <a:bodyPr rtlCol="0">
            <a:noAutofit/>
          </a:bodyPr>
          <a:lstStyle/>
          <a:p>
            <a:pPr marR="0" lvl="0" algn="l" defTabSz="914400" rtl="0" eaLnBrk="0" fontAlgn="base" latinLnBrk="0" hangingPunct="0">
              <a:lnSpc>
                <a:spcPct val="100000"/>
              </a:lnSpc>
              <a:spcBef>
                <a:spcPct val="0"/>
              </a:spcBef>
              <a:spcAft>
                <a:spcPts val="1800"/>
              </a:spcAft>
              <a:buClrTx/>
              <a:buSzTx/>
              <a:tabLst/>
              <a:defRPr/>
            </a:pPr>
            <a:r>
              <a:rPr kumimoji="0" lang="pl-PL" alt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2</a:t>
            </a:r>
            <a:r>
              <a:rPr kumimoji="0" lang="en-US" alt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t>
            </a: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What follower characteristic does Hersey &amp; Blanchard’s (1971) situational leadership theory suggest a leader has to adjust their behavior to?:</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subordinate readiness</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subordinate willingness</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subordinate maturity</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subordinate technical ability</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endPar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17</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3435011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3074551" y="2503251"/>
            <a:ext cx="6043847" cy="3853917"/>
          </a:xfrm>
        </p:spPr>
        <p:txBody>
          <a:bodyPr rtlCol="0">
            <a:noAutofit/>
          </a:bodyPr>
          <a:lstStyle/>
          <a:p>
            <a:pPr marL="0" marR="0" lvl="0" indent="0" algn="just" defTabSz="914400" rtl="0" eaLnBrk="0" fontAlgn="base" latinLnBrk="0" hangingPunct="0">
              <a:lnSpc>
                <a:spcPct val="100000"/>
              </a:lnSpc>
              <a:spcBef>
                <a:spcPct val="0"/>
              </a:spcBef>
              <a:spcAft>
                <a:spcPts val="1800"/>
              </a:spcAft>
              <a:buClrTx/>
              <a:buSzTx/>
              <a:buFontTx/>
              <a:buNone/>
              <a:tabLst/>
              <a:defRPr/>
            </a:pPr>
            <a:r>
              <a:rPr lang="pl-PL" altLang="pl-PL" sz="2200" b="1" spc="0" dirty="0">
                <a:solidFill>
                  <a:srgbClr val="000000"/>
                </a:solidFill>
                <a:latin typeface="Tenorite" panose="00000500000000000000" pitchFamily="2" charset="0"/>
                <a:cs typeface="Arial" panose="020B0604020202020204" pitchFamily="34" charset="0"/>
              </a:rPr>
              <a:t>3</a:t>
            </a:r>
            <a:r>
              <a:rPr kumimoji="0" lang="en-US" altLang="pl-PL" sz="22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t>
            </a:r>
            <a:r>
              <a:rPr kumimoji="0" lang="en-US" sz="22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Joe was 15 minutes late returning from lunch break today. Jill, his supervisor, tells Joe he must stay 15 minutes extra after work today to make it up. Jill is using ............ Power</a:t>
            </a:r>
            <a:r>
              <a:rPr kumimoji="0" lang="pl-PL" sz="22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t>
            </a:r>
            <a:endParaRPr kumimoji="0" lang="en-US" sz="22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2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legitimate</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2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coercive</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2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referent</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2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reward</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endPar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18</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38654959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315718" y="2592359"/>
            <a:ext cx="7560561" cy="3842625"/>
          </a:xfrm>
        </p:spPr>
        <p:txBody>
          <a:bodyPr rtlCol="0">
            <a:noAutofit/>
          </a:bodyPr>
          <a:lstStyle/>
          <a:p>
            <a:pPr marR="0" lvl="0" algn="l" defTabSz="914400" rtl="0" eaLnBrk="0" fontAlgn="base" latinLnBrk="0" hangingPunct="0">
              <a:lnSpc>
                <a:spcPct val="100000"/>
              </a:lnSpc>
              <a:spcBef>
                <a:spcPct val="0"/>
              </a:spcBef>
              <a:spcAft>
                <a:spcPts val="1800"/>
              </a:spcAft>
              <a:buClrTx/>
              <a:buSzTx/>
              <a:tabLst/>
              <a:defRPr/>
            </a:pPr>
            <a:r>
              <a:rPr lang="pl-PL" altLang="pl-PL" sz="2100" b="1" spc="0" dirty="0">
                <a:solidFill>
                  <a:srgbClr val="000000"/>
                </a:solidFill>
                <a:latin typeface="Tenorite" panose="00000500000000000000" pitchFamily="2" charset="0"/>
                <a:cs typeface="Arial" panose="020B0604020202020204" pitchFamily="34" charset="0"/>
              </a:rPr>
              <a:t>4</a:t>
            </a:r>
            <a:r>
              <a:rPr kumimoji="0" lang="en-US" altLang="pl-PL" sz="21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 </a:t>
            </a:r>
            <a:r>
              <a:rPr kumimoji="0" lang="en-US" sz="21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What is expert power?</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1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The ability to apply power expertly</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1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Expert power is based on upon the perception that any member of an organization has a high level of knowledge or a specialized set of skills that is relevant to his or her job</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1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 manager who hires expert employees to support his management activities</a:t>
            </a:r>
          </a:p>
          <a:p>
            <a:pPr marL="457200" marR="0" lvl="0" indent="-457200" algn="l"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1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A manager who hires outside consulting experts to manage special projects</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19</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2603697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3416968" y="793247"/>
            <a:ext cx="5358063" cy="1453003"/>
          </a:xfrm>
        </p:spPr>
        <p:txBody>
          <a:bodyPr wrap="square" rtlCol="0" anchor="b">
            <a:normAutofit/>
          </a:bodyPr>
          <a:lstStyle/>
          <a:p>
            <a:pPr rtl="0"/>
            <a:r>
              <a:rPr lang="en-US" sz="5000" dirty="0">
                <a:latin typeface="Tenorite" panose="00000500000000000000" pitchFamily="2" charset="0"/>
              </a:rPr>
              <a:t>Test</a:t>
            </a:r>
            <a:endParaRPr lang="pl-PL" sz="500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95B371F2-DBA5-415A-82C8-651F587B857A}"/>
              </a:ext>
            </a:extLst>
          </p:cNvPr>
          <p:cNvSpPr>
            <a:spLocks noGrp="1"/>
          </p:cNvSpPr>
          <p:nvPr>
            <p:ph type="body" sz="quarter" idx="13"/>
          </p:nvPr>
        </p:nvSpPr>
        <p:spPr>
          <a:xfrm>
            <a:off x="2754311" y="2877742"/>
            <a:ext cx="6683376" cy="3468018"/>
          </a:xfrm>
        </p:spPr>
        <p:txBody>
          <a:bodyPr rtlCol="0">
            <a:noAutofit/>
          </a:bodyPr>
          <a:lstStyle/>
          <a:p>
            <a:pPr marL="0" marR="0" lvl="0" indent="0" algn="just" defTabSz="914400" rtl="0" eaLnBrk="0" fontAlgn="base" latinLnBrk="0" hangingPunct="0">
              <a:lnSpc>
                <a:spcPct val="100000"/>
              </a:lnSpc>
              <a:spcBef>
                <a:spcPct val="0"/>
              </a:spcBef>
              <a:spcAft>
                <a:spcPts val="1800"/>
              </a:spcAft>
              <a:buClrTx/>
              <a:buSzTx/>
              <a:buFontTx/>
              <a:buNone/>
              <a:tabLst/>
              <a:defRPr/>
            </a:pPr>
            <a:r>
              <a:rPr kumimoji="0" lang="pl-PL"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5. </a:t>
            </a:r>
            <a:r>
              <a:rPr kumimoji="0" lang="en-US" sz="2400" b="1"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Individuals become leaders based on their:</a:t>
            </a:r>
          </a:p>
          <a:p>
            <a:pPr marL="342900" marR="0" lvl="0" indent="-3429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Personal qualities</a:t>
            </a:r>
          </a:p>
          <a:p>
            <a:pPr marL="342900" marR="0" lvl="0" indent="-3429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Position in a company</a:t>
            </a:r>
          </a:p>
          <a:p>
            <a:pPr marL="342900" marR="0" lvl="0" indent="-3429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Professional qualifications</a:t>
            </a:r>
          </a:p>
          <a:p>
            <a:pPr marL="342900" marR="0" lvl="0" indent="-342900" algn="just" defTabSz="914400" rtl="0" eaLnBrk="0" fontAlgn="base" latinLnBrk="0" hangingPunct="0">
              <a:lnSpc>
                <a:spcPct val="100000"/>
              </a:lnSpc>
              <a:spcBef>
                <a:spcPct val="0"/>
              </a:spcBef>
              <a:spcAft>
                <a:spcPts val="1800"/>
              </a:spcAft>
              <a:buClrTx/>
              <a:buSzTx/>
              <a:buFont typeface="+mj-lt"/>
              <a:buAutoNum type="alphaUcPeriod"/>
              <a:tabLst/>
              <a:defRPr/>
            </a:pPr>
            <a:r>
              <a:rPr kumimoji="0" lang="en-US" sz="2400" b="0" i="0" u="none" strike="noStrike" kern="1200" cap="none" spc="0" normalizeH="0" baseline="0" noProof="0" dirty="0">
                <a:ln>
                  <a:noFill/>
                </a:ln>
                <a:solidFill>
                  <a:srgbClr val="000000"/>
                </a:solidFill>
                <a:effectLst/>
                <a:uLnTx/>
                <a:uFillTx/>
                <a:latin typeface="Tenorite" panose="00000500000000000000" pitchFamily="2" charset="0"/>
                <a:cs typeface="Arial" panose="020B0604020202020204" pitchFamily="34" charset="0"/>
              </a:rPr>
              <a:t>Education and training</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20</a:t>
            </a:fld>
            <a:endParaRPr lang="pl-PL" sz="1100" noProof="0" dirty="0">
              <a:latin typeface="Tenorite" panose="00000500000000000000" pitchFamily="2" charset="0"/>
            </a:endParaRPr>
          </a:p>
        </p:txBody>
      </p:sp>
    </p:spTree>
    <p:extLst>
      <p:ext uri="{BB962C8B-B14F-4D97-AF65-F5344CB8AC3E}">
        <p14:creationId xmlns:p14="http://schemas.microsoft.com/office/powerpoint/2010/main" val="2034665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9FAE308-3076-43DB-B834-DA0B0AE19AF9}"/>
              </a:ext>
            </a:extLst>
          </p:cNvPr>
          <p:cNvSpPr>
            <a:spLocks noGrp="1"/>
          </p:cNvSpPr>
          <p:nvPr>
            <p:ph type="title"/>
          </p:nvPr>
        </p:nvSpPr>
        <p:spPr>
          <a:xfrm>
            <a:off x="7794707" y="536573"/>
            <a:ext cx="3856679" cy="1453003"/>
          </a:xfrm>
        </p:spPr>
        <p:txBody>
          <a:bodyPr wrap="square" rtlCol="0" anchor="b">
            <a:normAutofit/>
          </a:bodyPr>
          <a:lstStyle/>
          <a:p>
            <a:pPr rtl="0"/>
            <a:r>
              <a:rPr lang="pl-PL" dirty="0" err="1">
                <a:latin typeface="Tenorite" panose="00000500000000000000" pitchFamily="2" charset="0"/>
              </a:rPr>
              <a:t>Thank</a:t>
            </a:r>
            <a:r>
              <a:rPr lang="pl-PL" dirty="0">
                <a:latin typeface="Tenorite" panose="00000500000000000000" pitchFamily="2" charset="0"/>
              </a:rPr>
              <a:t> </a:t>
            </a:r>
            <a:r>
              <a:rPr lang="pl-PL" dirty="0" err="1">
                <a:latin typeface="Tenorite" panose="00000500000000000000" pitchFamily="2" charset="0"/>
              </a:rPr>
              <a:t>you</a:t>
            </a:r>
            <a:r>
              <a:rPr lang="pl-PL" dirty="0">
                <a:latin typeface="Tenorite" panose="00000500000000000000" pitchFamily="2" charset="0"/>
              </a:rPr>
              <a:t> for </a:t>
            </a:r>
            <a:r>
              <a:rPr lang="pl-PL" dirty="0" err="1">
                <a:latin typeface="Tenorite" panose="00000500000000000000" pitchFamily="2" charset="0"/>
              </a:rPr>
              <a:t>your</a:t>
            </a:r>
            <a:r>
              <a:rPr lang="pl-PL" dirty="0">
                <a:latin typeface="Tenorite" panose="00000500000000000000" pitchFamily="2" charset="0"/>
              </a:rPr>
              <a:t> </a:t>
            </a:r>
            <a:r>
              <a:rPr lang="pl-PL" dirty="0" err="1">
                <a:latin typeface="Tenorite" panose="00000500000000000000" pitchFamily="2" charset="0"/>
              </a:rPr>
              <a:t>attention</a:t>
            </a:r>
            <a:endParaRPr lang="pl-PL" dirty="0">
              <a:latin typeface="Tenorite" panose="00000500000000000000" pitchFamily="2" charset="0"/>
            </a:endParaRPr>
          </a:p>
        </p:txBody>
      </p:sp>
      <p:sp>
        <p:nvSpPr>
          <p:cNvPr id="4" name="Symbol zastępczy daty 3">
            <a:extLst>
              <a:ext uri="{FF2B5EF4-FFF2-40B4-BE49-F238E27FC236}">
                <a16:creationId xmlns:a16="http://schemas.microsoft.com/office/drawing/2014/main" id="{76668B0E-2FDB-42B1-9FBF-47CFF6003F4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100" b="0" i="0" u="none" strike="noStrike" kern="1200" cap="all" spc="2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Winter </a:t>
            </a:r>
            <a:r>
              <a:rPr kumimoji="0" lang="pl-PL" sz="1100" b="0" i="0" u="none" strike="noStrike" kern="1200" cap="all" spc="200" normalizeH="0" baseline="0" noProof="0" dirty="0" err="1">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semester</a:t>
            </a:r>
            <a:r>
              <a:rPr kumimoji="0" lang="pl-PL" sz="1100" b="0" i="0" u="none" strike="noStrike" kern="1200" cap="all" spc="2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 2025/2026</a:t>
            </a:r>
          </a:p>
        </p:txBody>
      </p:sp>
      <p:sp>
        <p:nvSpPr>
          <p:cNvPr id="5" name="Symbol zastępczy stopki 4">
            <a:extLst>
              <a:ext uri="{FF2B5EF4-FFF2-40B4-BE49-F238E27FC236}">
                <a16:creationId xmlns:a16="http://schemas.microsoft.com/office/drawing/2014/main" id="{40CD61CF-D74B-4BA8-9203-75CCDE2E3FC8}"/>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Leadership</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CB72DABE-154C-498B-844F-DA32A156E7F4}"/>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21</a:t>
            </a:fld>
            <a:endParaRPr lang="pl-PL" noProof="0" dirty="0">
              <a:latin typeface="Tenorite" panose="00000500000000000000" pitchFamily="2" charset="0"/>
            </a:endParaRPr>
          </a:p>
        </p:txBody>
      </p:sp>
      <p:pic>
        <p:nvPicPr>
          <p:cNvPr id="7" name="Grafika 6" descr="Znacznik wyboru z wypełnieniem pełnym">
            <a:extLst>
              <a:ext uri="{FF2B5EF4-FFF2-40B4-BE49-F238E27FC236}">
                <a16:creationId xmlns:a16="http://schemas.microsoft.com/office/drawing/2014/main" id="{CEBA48F0-FBF3-E162-CB95-288ADA9A40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65846" y="3570006"/>
            <a:ext cx="914400" cy="914400"/>
          </a:xfrm>
          <a:prstGeom prst="rect">
            <a:avLst/>
          </a:prstGeom>
        </p:spPr>
      </p:pic>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FrostyVTI">
  <a:themeElements>
    <a:clrScheme name="Niestandardowy 21">
      <a:dk1>
        <a:sysClr val="windowText" lastClr="000000"/>
      </a:dk1>
      <a:lt1>
        <a:sysClr val="window" lastClr="FFFFFF"/>
      </a:lt1>
      <a:dk2>
        <a:srgbClr val="39302A"/>
      </a:dk2>
      <a:lt2>
        <a:srgbClr val="D7BF95"/>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2848536_TF11158769_Win32" id="{3AF82E72-8752-4FE9-8BC4-FCF6E5881B39}" vid="{4CAADE4C-DE4C-483F-9283-0B3CBE44827D}"/>
    </a:ext>
  </a:extLst>
</a:theme>
</file>

<file path=ppt/theme/theme2.xml><?xml version="1.0" encoding="utf-8"?>
<a:theme xmlns:a="http://schemas.openxmlformats.org/drawingml/2006/main" name="Motyw pakietu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tyw pakietu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B16A5C6CBCEA1B4380397E98D9AF306E" ma:contentTypeVersion="3" ma:contentTypeDescription="Utwórz nowy dokument." ma:contentTypeScope="" ma:versionID="778144d80a1999da162ac662f825c2c5">
  <xsd:schema xmlns:xsd="http://www.w3.org/2001/XMLSchema" xmlns:xs="http://www.w3.org/2001/XMLSchema" xmlns:p="http://schemas.microsoft.com/office/2006/metadata/properties" xmlns:ns2="74d0b6ec-ebf6-45c9-ba31-30d50b17e98f" targetNamespace="http://schemas.microsoft.com/office/2006/metadata/properties" ma:root="true" ma:fieldsID="620183f7246a9b8f5a036504d13b15a5" ns2:_="">
    <xsd:import namespace="74d0b6ec-ebf6-45c9-ba31-30d50b17e98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d0b6ec-ebf6-45c9-ba31-30d50b17e9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1309999-888E-44BA-A188-888AF21B1F1C}">
  <ds:schemaRefs>
    <ds:schemaRef ds:uri="http://schemas.microsoft.com/sharepoint/v3/contenttype/forms"/>
  </ds:schemaRefs>
</ds:datastoreItem>
</file>

<file path=customXml/itemProps2.xml><?xml version="1.0" encoding="utf-8"?>
<ds:datastoreItem xmlns:ds="http://schemas.openxmlformats.org/officeDocument/2006/customXml" ds:itemID="{588B3CC6-3F0F-4F9E-990A-D1F3E49F4D64}"/>
</file>

<file path=customXml/itemProps3.xml><?xml version="1.0" encoding="utf-8"?>
<ds:datastoreItem xmlns:ds="http://schemas.openxmlformats.org/officeDocument/2006/customXml" ds:itemID="{61CF82A0-F4E3-45B7-AF6D-1D89198889C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Projekt Mroźny</Template>
  <TotalTime>2837</TotalTime>
  <Words>1171</Words>
  <Application>Microsoft Office PowerPoint</Application>
  <PresentationFormat>Widescreen</PresentationFormat>
  <Paragraphs>234</Paragraphs>
  <Slides>21</Slides>
  <Notes>21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8" baseType="lpstr">
      <vt:lpstr>Tenorite</vt:lpstr>
      <vt:lpstr>Arial</vt:lpstr>
      <vt:lpstr>Calibri</vt:lpstr>
      <vt:lpstr>Times New Roman</vt:lpstr>
      <vt:lpstr>Wingdings</vt:lpstr>
      <vt:lpstr>FrostyVTI</vt:lpstr>
      <vt:lpstr>Obraz - mapa bitowa</vt:lpstr>
      <vt:lpstr>Introduction  to management</vt:lpstr>
      <vt:lpstr>Leadership - definition</vt:lpstr>
      <vt:lpstr>Manager vs leader</vt:lpstr>
      <vt:lpstr>Manager vs leader</vt:lpstr>
      <vt:lpstr>Exercise 1 –  manager vs leader</vt:lpstr>
      <vt:lpstr>PowerPoint Presentation</vt:lpstr>
      <vt:lpstr>Exercise 2 – How I rank myself in qualities of being a leader</vt:lpstr>
      <vt:lpstr>Types of  Leadership Power</vt:lpstr>
      <vt:lpstr>Exercise 3: Types of Leadership Power</vt:lpstr>
      <vt:lpstr>Exercise 3: Types of Leadership Power</vt:lpstr>
      <vt:lpstr>The leadership Grid 1/2</vt:lpstr>
      <vt:lpstr>The leadership Grid 2/2</vt:lpstr>
      <vt:lpstr>Contingency approach  1/3</vt:lpstr>
      <vt:lpstr>Contingency approach  2/3</vt:lpstr>
      <vt:lpstr>Contingency approach  3/3</vt:lpstr>
      <vt:lpstr>Test</vt:lpstr>
      <vt:lpstr>Test</vt:lpstr>
      <vt:lpstr>Test</vt:lpstr>
      <vt:lpstr>Test</vt:lpstr>
      <vt:lpstr>Test</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management</dc:title>
  <dc:creator>Julia Głaszczka</dc:creator>
  <cp:lastModifiedBy>Julia Glaszczka</cp:lastModifiedBy>
  <cp:revision>72</cp:revision>
  <dcterms:created xsi:type="dcterms:W3CDTF">2022-09-23T12:53:53Z</dcterms:created>
  <dcterms:modified xsi:type="dcterms:W3CDTF">2025-11-07T11:46:58Z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0x010100B16A5C6CBCEA1B4380397E98D9AF306E</vt:lpwstr>
  </property>
</Properties>
</file>